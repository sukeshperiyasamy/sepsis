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765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9544" y="0"/>
            <a:ext cx="19379461" cy="10353885"/>
          </a:xfrm>
          <a:custGeom>
            <a:avLst/>
            <a:gdLst/>
            <a:ahLst/>
            <a:cxnLst/>
            <a:rect l="l" t="t" r="r" b="b"/>
            <a:pathLst>
              <a:path w="19379461" h="10353885">
                <a:moveTo>
                  <a:pt x="0" y="0"/>
                </a:moveTo>
                <a:lnTo>
                  <a:pt x="19379461" y="0"/>
                </a:lnTo>
                <a:lnTo>
                  <a:pt x="19379461" y="10353885"/>
                </a:lnTo>
                <a:lnTo>
                  <a:pt x="0" y="10353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5283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9196428" cy="10797991"/>
          </a:xfrm>
          <a:custGeom>
            <a:avLst/>
            <a:gdLst/>
            <a:ahLst/>
            <a:cxnLst/>
            <a:rect l="l" t="t" r="r" b="b"/>
            <a:pathLst>
              <a:path w="19196428" h="10797991">
                <a:moveTo>
                  <a:pt x="0" y="0"/>
                </a:moveTo>
                <a:lnTo>
                  <a:pt x="19196428" y="0"/>
                </a:lnTo>
                <a:lnTo>
                  <a:pt x="19196428" y="10797991"/>
                </a:lnTo>
                <a:lnTo>
                  <a:pt x="0" y="10797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9248484" cy="10827272"/>
          </a:xfrm>
          <a:custGeom>
            <a:avLst/>
            <a:gdLst/>
            <a:ahLst/>
            <a:cxnLst/>
            <a:rect l="l" t="t" r="r" b="b"/>
            <a:pathLst>
              <a:path w="19248484" h="10827272">
                <a:moveTo>
                  <a:pt x="0" y="0"/>
                </a:moveTo>
                <a:lnTo>
                  <a:pt x="19248484" y="0"/>
                </a:lnTo>
                <a:lnTo>
                  <a:pt x="19248484" y="10827272"/>
                </a:lnTo>
                <a:lnTo>
                  <a:pt x="0" y="108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E8669-D3D3-7A48-000C-4723A347BA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3200" y="342900"/>
            <a:ext cx="4332171" cy="42783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9011498" cy="10789025"/>
          </a:xfrm>
          <a:custGeom>
            <a:avLst/>
            <a:gdLst/>
            <a:ahLst/>
            <a:cxnLst/>
            <a:rect l="l" t="t" r="r" b="b"/>
            <a:pathLst>
              <a:path w="19011498" h="10789025">
                <a:moveTo>
                  <a:pt x="0" y="0"/>
                </a:moveTo>
                <a:lnTo>
                  <a:pt x="19011498" y="0"/>
                </a:lnTo>
                <a:lnTo>
                  <a:pt x="19011498" y="10789025"/>
                </a:lnTo>
                <a:lnTo>
                  <a:pt x="0" y="10789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9568473" cy="11007266"/>
          </a:xfrm>
          <a:custGeom>
            <a:avLst/>
            <a:gdLst/>
            <a:ahLst/>
            <a:cxnLst/>
            <a:rect l="l" t="t" r="r" b="b"/>
            <a:pathLst>
              <a:path w="19568473" h="11007266">
                <a:moveTo>
                  <a:pt x="0" y="0"/>
                </a:moveTo>
                <a:lnTo>
                  <a:pt x="19568473" y="0"/>
                </a:lnTo>
                <a:lnTo>
                  <a:pt x="19568473" y="11007266"/>
                </a:lnTo>
                <a:lnTo>
                  <a:pt x="0" y="1100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9367140" cy="10894016"/>
          </a:xfrm>
          <a:custGeom>
            <a:avLst/>
            <a:gdLst/>
            <a:ahLst/>
            <a:cxnLst/>
            <a:rect l="l" t="t" r="r" b="b"/>
            <a:pathLst>
              <a:path w="19367140" h="10894016">
                <a:moveTo>
                  <a:pt x="0" y="0"/>
                </a:moveTo>
                <a:lnTo>
                  <a:pt x="19367140" y="0"/>
                </a:lnTo>
                <a:lnTo>
                  <a:pt x="19367140" y="10894016"/>
                </a:lnTo>
                <a:lnTo>
                  <a:pt x="0" y="10894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Sukesh - Genpact Student Fellowship </dc:title>
  <cp:lastModifiedBy>subash P</cp:lastModifiedBy>
  <cp:revision>2</cp:revision>
  <dcterms:created xsi:type="dcterms:W3CDTF">2006-08-16T00:00:00Z</dcterms:created>
  <dcterms:modified xsi:type="dcterms:W3CDTF">2025-10-30T11:13:12Z</dcterms:modified>
  <dc:identifier>DAG3PzhoRN8</dc:identifier>
</cp:coreProperties>
</file>