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1" i="0">
                <a:solidFill>
                  <a:srgbClr val="7379A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1" i="0">
                <a:solidFill>
                  <a:srgbClr val="7379A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1" i="0">
                <a:solidFill>
                  <a:srgbClr val="7379A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1" i="0">
                <a:solidFill>
                  <a:srgbClr val="7379A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9202" y="0"/>
            <a:ext cx="6518797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2705138" y="3411921"/>
            <a:ext cx="2513965" cy="3463290"/>
          </a:xfrm>
          <a:custGeom>
            <a:avLst/>
            <a:gdLst/>
            <a:ahLst/>
            <a:cxnLst/>
            <a:rect l="l" t="t" r="r" b="b"/>
            <a:pathLst>
              <a:path w="2513965" h="3463290">
                <a:moveTo>
                  <a:pt x="1765592" y="3463156"/>
                </a:moveTo>
                <a:lnTo>
                  <a:pt x="0" y="3463156"/>
                </a:lnTo>
                <a:lnTo>
                  <a:pt x="747747" y="1731578"/>
                </a:lnTo>
                <a:lnTo>
                  <a:pt x="0" y="0"/>
                </a:lnTo>
                <a:lnTo>
                  <a:pt x="1765592" y="0"/>
                </a:lnTo>
                <a:lnTo>
                  <a:pt x="2513339" y="1731578"/>
                </a:lnTo>
                <a:lnTo>
                  <a:pt x="1765592" y="3463156"/>
                </a:lnTo>
                <a:close/>
              </a:path>
            </a:pathLst>
          </a:custGeom>
          <a:solidFill>
            <a:srgbClr val="7379A7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0668629" y="3411921"/>
            <a:ext cx="2513330" cy="3463290"/>
          </a:xfrm>
          <a:custGeom>
            <a:avLst/>
            <a:gdLst/>
            <a:ahLst/>
            <a:cxnLst/>
            <a:rect l="l" t="t" r="r" b="b"/>
            <a:pathLst>
              <a:path w="2513330" h="3463290">
                <a:moveTo>
                  <a:pt x="0" y="17"/>
                </a:moveTo>
                <a:lnTo>
                  <a:pt x="1765536" y="0"/>
                </a:lnTo>
                <a:lnTo>
                  <a:pt x="2513259" y="1731540"/>
                </a:lnTo>
                <a:lnTo>
                  <a:pt x="1765536" y="3463064"/>
                </a:lnTo>
                <a:lnTo>
                  <a:pt x="0" y="3463064"/>
                </a:lnTo>
                <a:lnTo>
                  <a:pt x="747723" y="1731540"/>
                </a:lnTo>
                <a:lnTo>
                  <a:pt x="0" y="17"/>
                </a:lnTo>
              </a:path>
            </a:pathLst>
          </a:custGeom>
          <a:ln w="76199">
            <a:solidFill>
              <a:srgbClr val="7379A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0930983" y="4779743"/>
            <a:ext cx="727710" cy="727710"/>
          </a:xfrm>
          <a:custGeom>
            <a:avLst/>
            <a:gdLst/>
            <a:ahLst/>
            <a:cxnLst/>
            <a:rect l="l" t="t" r="r" b="b"/>
            <a:pathLst>
              <a:path w="727709" h="727710">
                <a:moveTo>
                  <a:pt x="363779" y="727559"/>
                </a:moveTo>
                <a:lnTo>
                  <a:pt x="0" y="363779"/>
                </a:lnTo>
                <a:lnTo>
                  <a:pt x="363779" y="0"/>
                </a:lnTo>
                <a:lnTo>
                  <a:pt x="727559" y="363779"/>
                </a:lnTo>
                <a:lnTo>
                  <a:pt x="363779" y="727559"/>
                </a:lnTo>
                <a:close/>
              </a:path>
            </a:pathLst>
          </a:custGeom>
          <a:solidFill>
            <a:srgbClr val="F7BA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2700" y="-85470"/>
            <a:ext cx="17153710" cy="16704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1" i="0">
                <a:solidFill>
                  <a:srgbClr val="7379A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14314" y="1945393"/>
            <a:ext cx="12459335" cy="5443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8.png"/><Relationship Id="rId29" Type="http://schemas.openxmlformats.org/officeDocument/2006/relationships/image" Target="../media/image29.png"/><Relationship Id="rId30" Type="http://schemas.openxmlformats.org/officeDocument/2006/relationships/image" Target="../media/image30.png"/><Relationship Id="rId31" Type="http://schemas.openxmlformats.org/officeDocument/2006/relationships/image" Target="../media/image31.png"/><Relationship Id="rId32" Type="http://schemas.openxmlformats.org/officeDocument/2006/relationships/image" Target="../media/image32.png"/><Relationship Id="rId33" Type="http://schemas.openxmlformats.org/officeDocument/2006/relationships/image" Target="../media/image33.png"/><Relationship Id="rId34" Type="http://schemas.openxmlformats.org/officeDocument/2006/relationships/image" Target="../media/image34.png"/><Relationship Id="rId35" Type="http://schemas.openxmlformats.org/officeDocument/2006/relationships/image" Target="../media/image35.png"/><Relationship Id="rId36" Type="http://schemas.openxmlformats.org/officeDocument/2006/relationships/image" Target="../media/image36.png"/><Relationship Id="rId37" Type="http://schemas.openxmlformats.org/officeDocument/2006/relationships/image" Target="../media/image37.png"/><Relationship Id="rId38" Type="http://schemas.openxmlformats.org/officeDocument/2006/relationships/image" Target="../media/image38.png"/><Relationship Id="rId39" Type="http://schemas.openxmlformats.org/officeDocument/2006/relationships/image" Target="../media/image39.png"/><Relationship Id="rId40" Type="http://schemas.openxmlformats.org/officeDocument/2006/relationships/image" Target="../media/image40.png"/><Relationship Id="rId41" Type="http://schemas.openxmlformats.org/officeDocument/2006/relationships/image" Target="../media/image41.png"/><Relationship Id="rId42" Type="http://schemas.openxmlformats.org/officeDocument/2006/relationships/image" Target="../media/image42.png"/><Relationship Id="rId43" Type="http://schemas.openxmlformats.org/officeDocument/2006/relationships/image" Target="../media/image43.png"/><Relationship Id="rId44" Type="http://schemas.openxmlformats.org/officeDocument/2006/relationships/image" Target="../media/image44.png"/><Relationship Id="rId45" Type="http://schemas.openxmlformats.org/officeDocument/2006/relationships/image" Target="../media/image45.png"/><Relationship Id="rId46" Type="http://schemas.openxmlformats.org/officeDocument/2006/relationships/image" Target="../media/image46.png"/><Relationship Id="rId47" Type="http://schemas.openxmlformats.org/officeDocument/2006/relationships/image" Target="../media/image47.png"/><Relationship Id="rId48" Type="http://schemas.openxmlformats.org/officeDocument/2006/relationships/image" Target="../media/image48.png"/><Relationship Id="rId49" Type="http://schemas.openxmlformats.org/officeDocument/2006/relationships/image" Target="../media/image49.png"/><Relationship Id="rId50" Type="http://schemas.openxmlformats.org/officeDocument/2006/relationships/image" Target="../media/image50.png"/><Relationship Id="rId51" Type="http://schemas.openxmlformats.org/officeDocument/2006/relationships/image" Target="../media/image51.png"/><Relationship Id="rId52" Type="http://schemas.openxmlformats.org/officeDocument/2006/relationships/image" Target="../media/image52.png"/><Relationship Id="rId53" Type="http://schemas.openxmlformats.org/officeDocument/2006/relationships/image" Target="../media/image53.png"/><Relationship Id="rId54" Type="http://schemas.openxmlformats.org/officeDocument/2006/relationships/image" Target="../media/image54.png"/><Relationship Id="rId55" Type="http://schemas.openxmlformats.org/officeDocument/2006/relationships/image" Target="../media/image55.png"/><Relationship Id="rId56" Type="http://schemas.openxmlformats.org/officeDocument/2006/relationships/image" Target="../media/image56.png"/><Relationship Id="rId57" Type="http://schemas.openxmlformats.org/officeDocument/2006/relationships/image" Target="../media/image57.png"/><Relationship Id="rId58" Type="http://schemas.openxmlformats.org/officeDocument/2006/relationships/image" Target="../media/image58.png"/><Relationship Id="rId59" Type="http://schemas.openxmlformats.org/officeDocument/2006/relationships/image" Target="../media/image59.png"/><Relationship Id="rId60" Type="http://schemas.openxmlformats.org/officeDocument/2006/relationships/image" Target="../media/image60.png"/><Relationship Id="rId61" Type="http://schemas.openxmlformats.org/officeDocument/2006/relationships/image" Target="../media/image61.png"/><Relationship Id="rId62" Type="http://schemas.openxmlformats.org/officeDocument/2006/relationships/image" Target="../media/image62.png"/><Relationship Id="rId63" Type="http://schemas.openxmlformats.org/officeDocument/2006/relationships/image" Target="../media/image63.png"/><Relationship Id="rId64" Type="http://schemas.openxmlformats.org/officeDocument/2006/relationships/image" Target="../media/image64.png"/><Relationship Id="rId65" Type="http://schemas.openxmlformats.org/officeDocument/2006/relationships/image" Target="../media/image65.png"/><Relationship Id="rId66" Type="http://schemas.openxmlformats.org/officeDocument/2006/relationships/image" Target="../media/image66.png"/><Relationship Id="rId67" Type="http://schemas.openxmlformats.org/officeDocument/2006/relationships/image" Target="../media/image67.png"/><Relationship Id="rId68" Type="http://schemas.openxmlformats.org/officeDocument/2006/relationships/image" Target="../media/image68.png"/><Relationship Id="rId69" Type="http://schemas.openxmlformats.org/officeDocument/2006/relationships/image" Target="../media/image69.png"/><Relationship Id="rId70" Type="http://schemas.openxmlformats.org/officeDocument/2006/relationships/image" Target="../media/image70.png"/><Relationship Id="rId71" Type="http://schemas.openxmlformats.org/officeDocument/2006/relationships/image" Target="../media/image71.png"/><Relationship Id="rId72" Type="http://schemas.openxmlformats.org/officeDocument/2006/relationships/image" Target="../media/image72.png"/><Relationship Id="rId73" Type="http://schemas.openxmlformats.org/officeDocument/2006/relationships/image" Target="../media/image73.png"/><Relationship Id="rId74" Type="http://schemas.openxmlformats.org/officeDocument/2006/relationships/image" Target="../media/image74.png"/><Relationship Id="rId75" Type="http://schemas.openxmlformats.org/officeDocument/2006/relationships/image" Target="../media/image75.png"/><Relationship Id="rId76" Type="http://schemas.openxmlformats.org/officeDocument/2006/relationships/image" Target="../media/image76.png"/><Relationship Id="rId77" Type="http://schemas.openxmlformats.org/officeDocument/2006/relationships/image" Target="../media/image77.png"/><Relationship Id="rId78" Type="http://schemas.openxmlformats.org/officeDocument/2006/relationships/image" Target="../media/image78.png"/><Relationship Id="rId79" Type="http://schemas.openxmlformats.org/officeDocument/2006/relationships/image" Target="../media/image79.png"/><Relationship Id="rId80" Type="http://schemas.openxmlformats.org/officeDocument/2006/relationships/image" Target="../media/image80.png"/><Relationship Id="rId81" Type="http://schemas.openxmlformats.org/officeDocument/2006/relationships/image" Target="../media/image81.png"/><Relationship Id="rId82" Type="http://schemas.openxmlformats.org/officeDocument/2006/relationships/image" Target="../media/image82.png"/><Relationship Id="rId83" Type="http://schemas.openxmlformats.org/officeDocument/2006/relationships/image" Target="../media/image83.png"/><Relationship Id="rId84" Type="http://schemas.openxmlformats.org/officeDocument/2006/relationships/image" Target="../media/image84.png"/><Relationship Id="rId85" Type="http://schemas.openxmlformats.org/officeDocument/2006/relationships/image" Target="../media/image85.png"/><Relationship Id="rId86" Type="http://schemas.openxmlformats.org/officeDocument/2006/relationships/image" Target="../media/image86.png"/><Relationship Id="rId87" Type="http://schemas.openxmlformats.org/officeDocument/2006/relationships/image" Target="../media/image87.png"/><Relationship Id="rId88" Type="http://schemas.openxmlformats.org/officeDocument/2006/relationships/image" Target="../media/image88.png"/><Relationship Id="rId89" Type="http://schemas.openxmlformats.org/officeDocument/2006/relationships/image" Target="../media/image89.png"/><Relationship Id="rId90" Type="http://schemas.openxmlformats.org/officeDocument/2006/relationships/image" Target="../media/image90.png"/><Relationship Id="rId91" Type="http://schemas.openxmlformats.org/officeDocument/2006/relationships/image" Target="../media/image91.png"/><Relationship Id="rId92" Type="http://schemas.openxmlformats.org/officeDocument/2006/relationships/image" Target="../media/image92.png"/><Relationship Id="rId93" Type="http://schemas.openxmlformats.org/officeDocument/2006/relationships/image" Target="../media/image93.png"/><Relationship Id="rId94" Type="http://schemas.openxmlformats.org/officeDocument/2006/relationships/image" Target="../media/image94.png"/><Relationship Id="rId95" Type="http://schemas.openxmlformats.org/officeDocument/2006/relationships/image" Target="../media/image95.png"/><Relationship Id="rId96" Type="http://schemas.openxmlformats.org/officeDocument/2006/relationships/image" Target="../media/image96.png"/><Relationship Id="rId97" Type="http://schemas.openxmlformats.org/officeDocument/2006/relationships/image" Target="../media/image97.png"/><Relationship Id="rId98" Type="http://schemas.openxmlformats.org/officeDocument/2006/relationships/image" Target="../media/image98.png"/><Relationship Id="rId99" Type="http://schemas.openxmlformats.org/officeDocument/2006/relationships/image" Target="../media/image99.png"/><Relationship Id="rId100" Type="http://schemas.openxmlformats.org/officeDocument/2006/relationships/image" Target="../media/image100.png"/><Relationship Id="rId101" Type="http://schemas.openxmlformats.org/officeDocument/2006/relationships/image" Target="../media/image101.png"/><Relationship Id="rId102" Type="http://schemas.openxmlformats.org/officeDocument/2006/relationships/image" Target="../media/image102.png"/><Relationship Id="rId103" Type="http://schemas.openxmlformats.org/officeDocument/2006/relationships/image" Target="../media/image103.png"/><Relationship Id="rId104" Type="http://schemas.openxmlformats.org/officeDocument/2006/relationships/image" Target="../media/image104.png"/><Relationship Id="rId105" Type="http://schemas.openxmlformats.org/officeDocument/2006/relationships/image" Target="../media/image105.png"/><Relationship Id="rId106" Type="http://schemas.openxmlformats.org/officeDocument/2006/relationships/image" Target="../media/image106.png"/><Relationship Id="rId107" Type="http://schemas.openxmlformats.org/officeDocument/2006/relationships/image" Target="../media/image107.png"/><Relationship Id="rId108" Type="http://schemas.openxmlformats.org/officeDocument/2006/relationships/image" Target="../media/image108.png"/><Relationship Id="rId109" Type="http://schemas.openxmlformats.org/officeDocument/2006/relationships/image" Target="../media/image109.png"/><Relationship Id="rId110" Type="http://schemas.openxmlformats.org/officeDocument/2006/relationships/image" Target="../media/image110.png"/><Relationship Id="rId111" Type="http://schemas.openxmlformats.org/officeDocument/2006/relationships/image" Target="../media/image111.png"/><Relationship Id="rId112" Type="http://schemas.openxmlformats.org/officeDocument/2006/relationships/image" Target="../media/image112.png"/><Relationship Id="rId113" Type="http://schemas.openxmlformats.org/officeDocument/2006/relationships/image" Target="../media/image113.png"/><Relationship Id="rId114" Type="http://schemas.openxmlformats.org/officeDocument/2006/relationships/image" Target="../media/image114.png"/><Relationship Id="rId115" Type="http://schemas.openxmlformats.org/officeDocument/2006/relationships/image" Target="../media/image115.png"/><Relationship Id="rId116" Type="http://schemas.openxmlformats.org/officeDocument/2006/relationships/image" Target="../media/image116.png"/><Relationship Id="rId117" Type="http://schemas.openxmlformats.org/officeDocument/2006/relationships/image" Target="../media/image117.png"/><Relationship Id="rId118" Type="http://schemas.openxmlformats.org/officeDocument/2006/relationships/image" Target="../media/image118.png"/><Relationship Id="rId119" Type="http://schemas.openxmlformats.org/officeDocument/2006/relationships/image" Target="../media/image119.png"/><Relationship Id="rId120" Type="http://schemas.openxmlformats.org/officeDocument/2006/relationships/image" Target="../media/image120.png"/><Relationship Id="rId121" Type="http://schemas.openxmlformats.org/officeDocument/2006/relationships/image" Target="../media/image121.png"/><Relationship Id="rId122" Type="http://schemas.openxmlformats.org/officeDocument/2006/relationships/image" Target="../media/image122.png"/><Relationship Id="rId123" Type="http://schemas.openxmlformats.org/officeDocument/2006/relationships/image" Target="../media/image123.png"/><Relationship Id="rId124" Type="http://schemas.openxmlformats.org/officeDocument/2006/relationships/image" Target="../media/image124.png"/><Relationship Id="rId125" Type="http://schemas.openxmlformats.org/officeDocument/2006/relationships/image" Target="../media/image125.png"/><Relationship Id="rId126" Type="http://schemas.openxmlformats.org/officeDocument/2006/relationships/image" Target="../media/image126.png"/><Relationship Id="rId127" Type="http://schemas.openxmlformats.org/officeDocument/2006/relationships/image" Target="../media/image127.png"/><Relationship Id="rId128" Type="http://schemas.openxmlformats.org/officeDocument/2006/relationships/image" Target="../media/image128.png"/><Relationship Id="rId129" Type="http://schemas.openxmlformats.org/officeDocument/2006/relationships/image" Target="../media/image129.png"/><Relationship Id="rId130" Type="http://schemas.openxmlformats.org/officeDocument/2006/relationships/image" Target="../media/image130.png"/><Relationship Id="rId131" Type="http://schemas.openxmlformats.org/officeDocument/2006/relationships/image" Target="../media/image131.png"/><Relationship Id="rId132" Type="http://schemas.openxmlformats.org/officeDocument/2006/relationships/image" Target="../media/image132.png"/><Relationship Id="rId133" Type="http://schemas.openxmlformats.org/officeDocument/2006/relationships/image" Target="../media/image133.png"/><Relationship Id="rId134" Type="http://schemas.openxmlformats.org/officeDocument/2006/relationships/image" Target="../media/image134.png"/><Relationship Id="rId135" Type="http://schemas.openxmlformats.org/officeDocument/2006/relationships/image" Target="../media/image135.png"/><Relationship Id="rId136" Type="http://schemas.openxmlformats.org/officeDocument/2006/relationships/image" Target="../media/image136.png"/><Relationship Id="rId137" Type="http://schemas.openxmlformats.org/officeDocument/2006/relationships/image" Target="../media/image137.png"/><Relationship Id="rId138" Type="http://schemas.openxmlformats.org/officeDocument/2006/relationships/image" Target="../media/image138.png"/><Relationship Id="rId139" Type="http://schemas.openxmlformats.org/officeDocument/2006/relationships/image" Target="../media/image139.png"/><Relationship Id="rId140" Type="http://schemas.openxmlformats.org/officeDocument/2006/relationships/image" Target="../media/image140.png"/><Relationship Id="rId141" Type="http://schemas.openxmlformats.org/officeDocument/2006/relationships/image" Target="../media/image141.png"/><Relationship Id="rId142" Type="http://schemas.openxmlformats.org/officeDocument/2006/relationships/image" Target="../media/image142.png"/><Relationship Id="rId143" Type="http://schemas.openxmlformats.org/officeDocument/2006/relationships/image" Target="../media/image143.png"/><Relationship Id="rId144" Type="http://schemas.openxmlformats.org/officeDocument/2006/relationships/image" Target="../media/image144.png"/><Relationship Id="rId145" Type="http://schemas.openxmlformats.org/officeDocument/2006/relationships/image" Target="../media/image145.png"/><Relationship Id="rId146" Type="http://schemas.openxmlformats.org/officeDocument/2006/relationships/image" Target="../media/image146.png"/><Relationship Id="rId147" Type="http://schemas.openxmlformats.org/officeDocument/2006/relationships/image" Target="../media/image147.png"/><Relationship Id="rId148" Type="http://schemas.openxmlformats.org/officeDocument/2006/relationships/image" Target="../media/image148.png"/><Relationship Id="rId149" Type="http://schemas.openxmlformats.org/officeDocument/2006/relationships/image" Target="../media/image149.png"/><Relationship Id="rId150" Type="http://schemas.openxmlformats.org/officeDocument/2006/relationships/image" Target="../media/image150.png"/><Relationship Id="rId151" Type="http://schemas.openxmlformats.org/officeDocument/2006/relationships/image" Target="../media/image151.png"/><Relationship Id="rId152" Type="http://schemas.openxmlformats.org/officeDocument/2006/relationships/image" Target="../media/image152.png"/><Relationship Id="rId153" Type="http://schemas.openxmlformats.org/officeDocument/2006/relationships/image" Target="../media/image153.png"/><Relationship Id="rId154" Type="http://schemas.openxmlformats.org/officeDocument/2006/relationships/image" Target="../media/image154.png"/><Relationship Id="rId155" Type="http://schemas.openxmlformats.org/officeDocument/2006/relationships/image" Target="../media/image155.png"/><Relationship Id="rId156" Type="http://schemas.openxmlformats.org/officeDocument/2006/relationships/image" Target="../media/image156.png"/><Relationship Id="rId157" Type="http://schemas.openxmlformats.org/officeDocument/2006/relationships/image" Target="../media/image157.png"/><Relationship Id="rId158" Type="http://schemas.openxmlformats.org/officeDocument/2006/relationships/image" Target="../media/image158.png"/><Relationship Id="rId159" Type="http://schemas.openxmlformats.org/officeDocument/2006/relationships/image" Target="../media/image159.png"/><Relationship Id="rId160" Type="http://schemas.openxmlformats.org/officeDocument/2006/relationships/image" Target="../media/image160.png"/><Relationship Id="rId161" Type="http://schemas.openxmlformats.org/officeDocument/2006/relationships/image" Target="../media/image161.png"/><Relationship Id="rId162" Type="http://schemas.openxmlformats.org/officeDocument/2006/relationships/image" Target="../media/image162.png"/><Relationship Id="rId163" Type="http://schemas.openxmlformats.org/officeDocument/2006/relationships/image" Target="../media/image163.png"/><Relationship Id="rId164" Type="http://schemas.openxmlformats.org/officeDocument/2006/relationships/image" Target="../media/image164.png"/><Relationship Id="rId165" Type="http://schemas.openxmlformats.org/officeDocument/2006/relationships/image" Target="../media/image165.png"/><Relationship Id="rId166" Type="http://schemas.openxmlformats.org/officeDocument/2006/relationships/image" Target="../media/image166.png"/><Relationship Id="rId167" Type="http://schemas.openxmlformats.org/officeDocument/2006/relationships/image" Target="../media/image167.png"/><Relationship Id="rId168" Type="http://schemas.openxmlformats.org/officeDocument/2006/relationships/image" Target="../media/image168.png"/><Relationship Id="rId169" Type="http://schemas.openxmlformats.org/officeDocument/2006/relationships/image" Target="../media/image169.png"/><Relationship Id="rId170" Type="http://schemas.openxmlformats.org/officeDocument/2006/relationships/image" Target="../media/image170.png"/><Relationship Id="rId171" Type="http://schemas.openxmlformats.org/officeDocument/2006/relationships/image" Target="../media/image171.png"/><Relationship Id="rId172" Type="http://schemas.openxmlformats.org/officeDocument/2006/relationships/image" Target="../media/image172.png"/><Relationship Id="rId173" Type="http://schemas.openxmlformats.org/officeDocument/2006/relationships/image" Target="../media/image173.png"/><Relationship Id="rId174" Type="http://schemas.openxmlformats.org/officeDocument/2006/relationships/image" Target="../media/image174.png"/><Relationship Id="rId175" Type="http://schemas.openxmlformats.org/officeDocument/2006/relationships/image" Target="../media/image175.png"/><Relationship Id="rId176" Type="http://schemas.openxmlformats.org/officeDocument/2006/relationships/image" Target="../media/image17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7.png"/><Relationship Id="rId3" Type="http://schemas.openxmlformats.org/officeDocument/2006/relationships/image" Target="../media/image178.png"/><Relationship Id="rId4" Type="http://schemas.openxmlformats.org/officeDocument/2006/relationships/image" Target="../media/image17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8.png"/><Relationship Id="rId29" Type="http://schemas.openxmlformats.org/officeDocument/2006/relationships/image" Target="../media/image29.png"/><Relationship Id="rId30" Type="http://schemas.openxmlformats.org/officeDocument/2006/relationships/image" Target="../media/image30.png"/><Relationship Id="rId31" Type="http://schemas.openxmlformats.org/officeDocument/2006/relationships/image" Target="../media/image31.png"/><Relationship Id="rId32" Type="http://schemas.openxmlformats.org/officeDocument/2006/relationships/image" Target="../media/image32.png"/><Relationship Id="rId33" Type="http://schemas.openxmlformats.org/officeDocument/2006/relationships/image" Target="../media/image33.png"/><Relationship Id="rId34" Type="http://schemas.openxmlformats.org/officeDocument/2006/relationships/image" Target="../media/image34.png"/><Relationship Id="rId35" Type="http://schemas.openxmlformats.org/officeDocument/2006/relationships/image" Target="../media/image35.png"/><Relationship Id="rId36" Type="http://schemas.openxmlformats.org/officeDocument/2006/relationships/image" Target="../media/image36.png"/><Relationship Id="rId37" Type="http://schemas.openxmlformats.org/officeDocument/2006/relationships/image" Target="../media/image37.png"/><Relationship Id="rId38" Type="http://schemas.openxmlformats.org/officeDocument/2006/relationships/image" Target="../media/image38.png"/><Relationship Id="rId39" Type="http://schemas.openxmlformats.org/officeDocument/2006/relationships/image" Target="../media/image39.png"/><Relationship Id="rId40" Type="http://schemas.openxmlformats.org/officeDocument/2006/relationships/image" Target="../media/image40.png"/><Relationship Id="rId41" Type="http://schemas.openxmlformats.org/officeDocument/2006/relationships/image" Target="../media/image41.png"/><Relationship Id="rId42" Type="http://schemas.openxmlformats.org/officeDocument/2006/relationships/image" Target="../media/image42.png"/><Relationship Id="rId43" Type="http://schemas.openxmlformats.org/officeDocument/2006/relationships/image" Target="../media/image43.png"/><Relationship Id="rId44" Type="http://schemas.openxmlformats.org/officeDocument/2006/relationships/image" Target="../media/image44.png"/><Relationship Id="rId45" Type="http://schemas.openxmlformats.org/officeDocument/2006/relationships/image" Target="../media/image45.png"/><Relationship Id="rId46" Type="http://schemas.openxmlformats.org/officeDocument/2006/relationships/image" Target="../media/image46.png"/><Relationship Id="rId47" Type="http://schemas.openxmlformats.org/officeDocument/2006/relationships/image" Target="../media/image47.png"/><Relationship Id="rId48" Type="http://schemas.openxmlformats.org/officeDocument/2006/relationships/image" Target="../media/image48.png"/><Relationship Id="rId49" Type="http://schemas.openxmlformats.org/officeDocument/2006/relationships/image" Target="../media/image50.png"/><Relationship Id="rId50" Type="http://schemas.openxmlformats.org/officeDocument/2006/relationships/image" Target="../media/image51.png"/><Relationship Id="rId51" Type="http://schemas.openxmlformats.org/officeDocument/2006/relationships/image" Target="../media/image52.png"/><Relationship Id="rId52" Type="http://schemas.openxmlformats.org/officeDocument/2006/relationships/image" Target="../media/image53.png"/><Relationship Id="rId53" Type="http://schemas.openxmlformats.org/officeDocument/2006/relationships/image" Target="../media/image54.png"/><Relationship Id="rId54" Type="http://schemas.openxmlformats.org/officeDocument/2006/relationships/image" Target="../media/image55.png"/><Relationship Id="rId55" Type="http://schemas.openxmlformats.org/officeDocument/2006/relationships/image" Target="../media/image56.png"/><Relationship Id="rId56" Type="http://schemas.openxmlformats.org/officeDocument/2006/relationships/image" Target="../media/image57.png"/><Relationship Id="rId57" Type="http://schemas.openxmlformats.org/officeDocument/2006/relationships/image" Target="../media/image58.png"/><Relationship Id="rId58" Type="http://schemas.openxmlformats.org/officeDocument/2006/relationships/image" Target="../media/image59.png"/><Relationship Id="rId59" Type="http://schemas.openxmlformats.org/officeDocument/2006/relationships/image" Target="../media/image60.png"/><Relationship Id="rId60" Type="http://schemas.openxmlformats.org/officeDocument/2006/relationships/image" Target="../media/image61.png"/><Relationship Id="rId61" Type="http://schemas.openxmlformats.org/officeDocument/2006/relationships/image" Target="../media/image62.png"/><Relationship Id="rId62" Type="http://schemas.openxmlformats.org/officeDocument/2006/relationships/image" Target="../media/image63.png"/><Relationship Id="rId63" Type="http://schemas.openxmlformats.org/officeDocument/2006/relationships/image" Target="../media/image64.png"/><Relationship Id="rId64" Type="http://schemas.openxmlformats.org/officeDocument/2006/relationships/image" Target="../media/image65.png"/><Relationship Id="rId65" Type="http://schemas.openxmlformats.org/officeDocument/2006/relationships/image" Target="../media/image66.png"/><Relationship Id="rId66" Type="http://schemas.openxmlformats.org/officeDocument/2006/relationships/image" Target="../media/image67.png"/><Relationship Id="rId67" Type="http://schemas.openxmlformats.org/officeDocument/2006/relationships/image" Target="../media/image68.png"/><Relationship Id="rId68" Type="http://schemas.openxmlformats.org/officeDocument/2006/relationships/image" Target="../media/image69.png"/><Relationship Id="rId69" Type="http://schemas.openxmlformats.org/officeDocument/2006/relationships/image" Target="../media/image70.png"/><Relationship Id="rId70" Type="http://schemas.openxmlformats.org/officeDocument/2006/relationships/image" Target="../media/image71.png"/><Relationship Id="rId71" Type="http://schemas.openxmlformats.org/officeDocument/2006/relationships/image" Target="../media/image72.png"/><Relationship Id="rId72" Type="http://schemas.openxmlformats.org/officeDocument/2006/relationships/image" Target="../media/image73.png"/><Relationship Id="rId73" Type="http://schemas.openxmlformats.org/officeDocument/2006/relationships/image" Target="../media/image75.png"/><Relationship Id="rId74" Type="http://schemas.openxmlformats.org/officeDocument/2006/relationships/image" Target="../media/image74.png"/><Relationship Id="rId75" Type="http://schemas.openxmlformats.org/officeDocument/2006/relationships/image" Target="../media/image76.png"/><Relationship Id="rId76" Type="http://schemas.openxmlformats.org/officeDocument/2006/relationships/image" Target="../media/image78.png"/><Relationship Id="rId77" Type="http://schemas.openxmlformats.org/officeDocument/2006/relationships/image" Target="../media/image77.png"/><Relationship Id="rId78" Type="http://schemas.openxmlformats.org/officeDocument/2006/relationships/image" Target="../media/image79.png"/><Relationship Id="rId79" Type="http://schemas.openxmlformats.org/officeDocument/2006/relationships/image" Target="../media/image80.png"/><Relationship Id="rId80" Type="http://schemas.openxmlformats.org/officeDocument/2006/relationships/image" Target="../media/image81.png"/><Relationship Id="rId81" Type="http://schemas.openxmlformats.org/officeDocument/2006/relationships/image" Target="../media/image82.png"/><Relationship Id="rId82" Type="http://schemas.openxmlformats.org/officeDocument/2006/relationships/image" Target="../media/image83.png"/><Relationship Id="rId83" Type="http://schemas.openxmlformats.org/officeDocument/2006/relationships/image" Target="../media/image84.png"/><Relationship Id="rId84" Type="http://schemas.openxmlformats.org/officeDocument/2006/relationships/image" Target="../media/image85.png"/><Relationship Id="rId85" Type="http://schemas.openxmlformats.org/officeDocument/2006/relationships/image" Target="../media/image86.png"/><Relationship Id="rId86" Type="http://schemas.openxmlformats.org/officeDocument/2006/relationships/image" Target="../media/image87.png"/><Relationship Id="rId87" Type="http://schemas.openxmlformats.org/officeDocument/2006/relationships/image" Target="../media/image88.png"/><Relationship Id="rId88" Type="http://schemas.openxmlformats.org/officeDocument/2006/relationships/image" Target="../media/image89.png"/><Relationship Id="rId89" Type="http://schemas.openxmlformats.org/officeDocument/2006/relationships/image" Target="../media/image90.png"/><Relationship Id="rId90" Type="http://schemas.openxmlformats.org/officeDocument/2006/relationships/image" Target="../media/image91.png"/><Relationship Id="rId91" Type="http://schemas.openxmlformats.org/officeDocument/2006/relationships/image" Target="../media/image92.png"/><Relationship Id="rId92" Type="http://schemas.openxmlformats.org/officeDocument/2006/relationships/image" Target="../media/image93.png"/><Relationship Id="rId93" Type="http://schemas.openxmlformats.org/officeDocument/2006/relationships/image" Target="../media/image94.png"/><Relationship Id="rId94" Type="http://schemas.openxmlformats.org/officeDocument/2006/relationships/image" Target="../media/image95.png"/><Relationship Id="rId95" Type="http://schemas.openxmlformats.org/officeDocument/2006/relationships/image" Target="../media/image96.png"/><Relationship Id="rId96" Type="http://schemas.openxmlformats.org/officeDocument/2006/relationships/image" Target="../media/image97.png"/><Relationship Id="rId97" Type="http://schemas.openxmlformats.org/officeDocument/2006/relationships/image" Target="../media/image98.png"/><Relationship Id="rId98" Type="http://schemas.openxmlformats.org/officeDocument/2006/relationships/image" Target="../media/image99.png"/><Relationship Id="rId99" Type="http://schemas.openxmlformats.org/officeDocument/2006/relationships/image" Target="../media/image100.png"/><Relationship Id="rId100" Type="http://schemas.openxmlformats.org/officeDocument/2006/relationships/image" Target="../media/image101.png"/><Relationship Id="rId101" Type="http://schemas.openxmlformats.org/officeDocument/2006/relationships/image" Target="../media/image102.png"/><Relationship Id="rId102" Type="http://schemas.openxmlformats.org/officeDocument/2006/relationships/image" Target="../media/image103.png"/><Relationship Id="rId103" Type="http://schemas.openxmlformats.org/officeDocument/2006/relationships/image" Target="../media/image104.png"/><Relationship Id="rId104" Type="http://schemas.openxmlformats.org/officeDocument/2006/relationships/image" Target="../media/image105.png"/><Relationship Id="rId105" Type="http://schemas.openxmlformats.org/officeDocument/2006/relationships/image" Target="../media/image106.png"/><Relationship Id="rId106" Type="http://schemas.openxmlformats.org/officeDocument/2006/relationships/image" Target="../media/image107.png"/><Relationship Id="rId107" Type="http://schemas.openxmlformats.org/officeDocument/2006/relationships/image" Target="../media/image108.png"/><Relationship Id="rId108" Type="http://schemas.openxmlformats.org/officeDocument/2006/relationships/image" Target="../media/image109.png"/><Relationship Id="rId109" Type="http://schemas.openxmlformats.org/officeDocument/2006/relationships/image" Target="../media/image111.png"/><Relationship Id="rId110" Type="http://schemas.openxmlformats.org/officeDocument/2006/relationships/image" Target="../media/image112.png"/><Relationship Id="rId111" Type="http://schemas.openxmlformats.org/officeDocument/2006/relationships/image" Target="../media/image113.png"/><Relationship Id="rId112" Type="http://schemas.openxmlformats.org/officeDocument/2006/relationships/image" Target="../media/image114.png"/><Relationship Id="rId113" Type="http://schemas.openxmlformats.org/officeDocument/2006/relationships/image" Target="../media/image115.png"/><Relationship Id="rId114" Type="http://schemas.openxmlformats.org/officeDocument/2006/relationships/image" Target="../media/image116.png"/><Relationship Id="rId115" Type="http://schemas.openxmlformats.org/officeDocument/2006/relationships/image" Target="../media/image117.png"/><Relationship Id="rId116" Type="http://schemas.openxmlformats.org/officeDocument/2006/relationships/image" Target="../media/image118.png"/><Relationship Id="rId117" Type="http://schemas.openxmlformats.org/officeDocument/2006/relationships/image" Target="../media/image119.png"/><Relationship Id="rId118" Type="http://schemas.openxmlformats.org/officeDocument/2006/relationships/image" Target="../media/image120.png"/><Relationship Id="rId119" Type="http://schemas.openxmlformats.org/officeDocument/2006/relationships/image" Target="../media/image121.png"/><Relationship Id="rId120" Type="http://schemas.openxmlformats.org/officeDocument/2006/relationships/image" Target="../media/image122.png"/><Relationship Id="rId121" Type="http://schemas.openxmlformats.org/officeDocument/2006/relationships/image" Target="../media/image123.png"/><Relationship Id="rId122" Type="http://schemas.openxmlformats.org/officeDocument/2006/relationships/image" Target="../media/image124.png"/><Relationship Id="rId123" Type="http://schemas.openxmlformats.org/officeDocument/2006/relationships/image" Target="../media/image125.png"/><Relationship Id="rId124" Type="http://schemas.openxmlformats.org/officeDocument/2006/relationships/image" Target="../media/image126.png"/><Relationship Id="rId125" Type="http://schemas.openxmlformats.org/officeDocument/2006/relationships/image" Target="../media/image127.png"/><Relationship Id="rId126" Type="http://schemas.openxmlformats.org/officeDocument/2006/relationships/image" Target="../media/image128.png"/><Relationship Id="rId127" Type="http://schemas.openxmlformats.org/officeDocument/2006/relationships/image" Target="../media/image129.png"/><Relationship Id="rId128" Type="http://schemas.openxmlformats.org/officeDocument/2006/relationships/image" Target="../media/image130.png"/><Relationship Id="rId129" Type="http://schemas.openxmlformats.org/officeDocument/2006/relationships/image" Target="../media/image131.png"/><Relationship Id="rId130" Type="http://schemas.openxmlformats.org/officeDocument/2006/relationships/image" Target="../media/image132.png"/><Relationship Id="rId131" Type="http://schemas.openxmlformats.org/officeDocument/2006/relationships/image" Target="../media/image133.png"/><Relationship Id="rId132" Type="http://schemas.openxmlformats.org/officeDocument/2006/relationships/image" Target="../media/image134.png"/><Relationship Id="rId133" Type="http://schemas.openxmlformats.org/officeDocument/2006/relationships/image" Target="../media/image135.png"/><Relationship Id="rId134" Type="http://schemas.openxmlformats.org/officeDocument/2006/relationships/image" Target="../media/image136.png"/><Relationship Id="rId135" Type="http://schemas.openxmlformats.org/officeDocument/2006/relationships/image" Target="../media/image137.png"/><Relationship Id="rId136" Type="http://schemas.openxmlformats.org/officeDocument/2006/relationships/image" Target="../media/image138.png"/><Relationship Id="rId137" Type="http://schemas.openxmlformats.org/officeDocument/2006/relationships/image" Target="../media/image139.png"/><Relationship Id="rId138" Type="http://schemas.openxmlformats.org/officeDocument/2006/relationships/image" Target="../media/image140.png"/><Relationship Id="rId139" Type="http://schemas.openxmlformats.org/officeDocument/2006/relationships/image" Target="../media/image141.png"/><Relationship Id="rId140" Type="http://schemas.openxmlformats.org/officeDocument/2006/relationships/image" Target="../media/image142.png"/><Relationship Id="rId141" Type="http://schemas.openxmlformats.org/officeDocument/2006/relationships/image" Target="../media/image143.png"/><Relationship Id="rId142" Type="http://schemas.openxmlformats.org/officeDocument/2006/relationships/image" Target="../media/image144.png"/><Relationship Id="rId143" Type="http://schemas.openxmlformats.org/officeDocument/2006/relationships/image" Target="../media/image145.png"/><Relationship Id="rId144" Type="http://schemas.openxmlformats.org/officeDocument/2006/relationships/image" Target="../media/image146.png"/><Relationship Id="rId145" Type="http://schemas.openxmlformats.org/officeDocument/2006/relationships/image" Target="../media/image147.png"/><Relationship Id="rId146" Type="http://schemas.openxmlformats.org/officeDocument/2006/relationships/image" Target="../media/image148.png"/><Relationship Id="rId147" Type="http://schemas.openxmlformats.org/officeDocument/2006/relationships/image" Target="../media/image149.png"/><Relationship Id="rId148" Type="http://schemas.openxmlformats.org/officeDocument/2006/relationships/image" Target="../media/image150.png"/><Relationship Id="rId149" Type="http://schemas.openxmlformats.org/officeDocument/2006/relationships/image" Target="../media/image151.png"/><Relationship Id="rId150" Type="http://schemas.openxmlformats.org/officeDocument/2006/relationships/image" Target="../media/image152.png"/><Relationship Id="rId151" Type="http://schemas.openxmlformats.org/officeDocument/2006/relationships/image" Target="../media/image153.png"/><Relationship Id="rId152" Type="http://schemas.openxmlformats.org/officeDocument/2006/relationships/image" Target="../media/image154.png"/><Relationship Id="rId153" Type="http://schemas.openxmlformats.org/officeDocument/2006/relationships/image" Target="../media/image155.png"/><Relationship Id="rId154" Type="http://schemas.openxmlformats.org/officeDocument/2006/relationships/image" Target="../media/image156.png"/><Relationship Id="rId155" Type="http://schemas.openxmlformats.org/officeDocument/2006/relationships/image" Target="../media/image157.png"/><Relationship Id="rId156" Type="http://schemas.openxmlformats.org/officeDocument/2006/relationships/image" Target="../media/image158.png"/><Relationship Id="rId157" Type="http://schemas.openxmlformats.org/officeDocument/2006/relationships/image" Target="../media/image159.png"/><Relationship Id="rId158" Type="http://schemas.openxmlformats.org/officeDocument/2006/relationships/image" Target="../media/image160.png"/><Relationship Id="rId159" Type="http://schemas.openxmlformats.org/officeDocument/2006/relationships/image" Target="../media/image161.png"/><Relationship Id="rId160" Type="http://schemas.openxmlformats.org/officeDocument/2006/relationships/image" Target="../media/image162.png"/><Relationship Id="rId161" Type="http://schemas.openxmlformats.org/officeDocument/2006/relationships/image" Target="../media/image163.png"/><Relationship Id="rId162" Type="http://schemas.openxmlformats.org/officeDocument/2006/relationships/image" Target="../media/image164.png"/><Relationship Id="rId163" Type="http://schemas.openxmlformats.org/officeDocument/2006/relationships/image" Target="../media/image165.png"/><Relationship Id="rId164" Type="http://schemas.openxmlformats.org/officeDocument/2006/relationships/image" Target="../media/image166.png"/><Relationship Id="rId165" Type="http://schemas.openxmlformats.org/officeDocument/2006/relationships/image" Target="../media/image167.png"/><Relationship Id="rId166" Type="http://schemas.openxmlformats.org/officeDocument/2006/relationships/image" Target="../media/image168.png"/><Relationship Id="rId167" Type="http://schemas.openxmlformats.org/officeDocument/2006/relationships/image" Target="../media/image169.png"/><Relationship Id="rId168" Type="http://schemas.openxmlformats.org/officeDocument/2006/relationships/image" Target="../media/image170.png"/><Relationship Id="rId169" Type="http://schemas.openxmlformats.org/officeDocument/2006/relationships/image" Target="../media/image171.png"/><Relationship Id="rId170" Type="http://schemas.openxmlformats.org/officeDocument/2006/relationships/image" Target="../media/image172.png"/><Relationship Id="rId171" Type="http://schemas.openxmlformats.org/officeDocument/2006/relationships/image" Target="../media/image173.png"/><Relationship Id="rId172" Type="http://schemas.openxmlformats.org/officeDocument/2006/relationships/image" Target="../media/image174.png"/><Relationship Id="rId173" Type="http://schemas.openxmlformats.org/officeDocument/2006/relationships/image" Target="../media/image18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1.png"/><Relationship Id="rId3" Type="http://schemas.openxmlformats.org/officeDocument/2006/relationships/image" Target="../media/image182.png"/><Relationship Id="rId4" Type="http://schemas.openxmlformats.org/officeDocument/2006/relationships/image" Target="../media/image18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8.png"/><Relationship Id="rId29" Type="http://schemas.openxmlformats.org/officeDocument/2006/relationships/image" Target="../media/image29.png"/><Relationship Id="rId30" Type="http://schemas.openxmlformats.org/officeDocument/2006/relationships/image" Target="../media/image30.png"/><Relationship Id="rId31" Type="http://schemas.openxmlformats.org/officeDocument/2006/relationships/image" Target="../media/image31.png"/><Relationship Id="rId32" Type="http://schemas.openxmlformats.org/officeDocument/2006/relationships/image" Target="../media/image32.png"/><Relationship Id="rId33" Type="http://schemas.openxmlformats.org/officeDocument/2006/relationships/image" Target="../media/image33.png"/><Relationship Id="rId34" Type="http://schemas.openxmlformats.org/officeDocument/2006/relationships/image" Target="../media/image34.png"/><Relationship Id="rId35" Type="http://schemas.openxmlformats.org/officeDocument/2006/relationships/image" Target="../media/image35.png"/><Relationship Id="rId36" Type="http://schemas.openxmlformats.org/officeDocument/2006/relationships/image" Target="../media/image36.png"/><Relationship Id="rId37" Type="http://schemas.openxmlformats.org/officeDocument/2006/relationships/image" Target="../media/image37.png"/><Relationship Id="rId38" Type="http://schemas.openxmlformats.org/officeDocument/2006/relationships/image" Target="../media/image38.png"/><Relationship Id="rId39" Type="http://schemas.openxmlformats.org/officeDocument/2006/relationships/image" Target="../media/image39.png"/><Relationship Id="rId40" Type="http://schemas.openxmlformats.org/officeDocument/2006/relationships/image" Target="../media/image40.png"/><Relationship Id="rId41" Type="http://schemas.openxmlformats.org/officeDocument/2006/relationships/image" Target="../media/image41.png"/><Relationship Id="rId42" Type="http://schemas.openxmlformats.org/officeDocument/2006/relationships/image" Target="../media/image42.png"/><Relationship Id="rId43" Type="http://schemas.openxmlformats.org/officeDocument/2006/relationships/image" Target="../media/image43.png"/><Relationship Id="rId44" Type="http://schemas.openxmlformats.org/officeDocument/2006/relationships/image" Target="../media/image44.png"/><Relationship Id="rId45" Type="http://schemas.openxmlformats.org/officeDocument/2006/relationships/image" Target="../media/image45.png"/><Relationship Id="rId46" Type="http://schemas.openxmlformats.org/officeDocument/2006/relationships/image" Target="../media/image46.png"/><Relationship Id="rId47" Type="http://schemas.openxmlformats.org/officeDocument/2006/relationships/image" Target="../media/image47.png"/><Relationship Id="rId48" Type="http://schemas.openxmlformats.org/officeDocument/2006/relationships/image" Target="../media/image48.png"/><Relationship Id="rId49" Type="http://schemas.openxmlformats.org/officeDocument/2006/relationships/image" Target="../media/image49.png"/><Relationship Id="rId50" Type="http://schemas.openxmlformats.org/officeDocument/2006/relationships/image" Target="../media/image50.png"/><Relationship Id="rId51" Type="http://schemas.openxmlformats.org/officeDocument/2006/relationships/image" Target="../media/image51.png"/><Relationship Id="rId52" Type="http://schemas.openxmlformats.org/officeDocument/2006/relationships/image" Target="../media/image52.png"/><Relationship Id="rId53" Type="http://schemas.openxmlformats.org/officeDocument/2006/relationships/image" Target="../media/image53.png"/><Relationship Id="rId54" Type="http://schemas.openxmlformats.org/officeDocument/2006/relationships/image" Target="../media/image54.png"/><Relationship Id="rId55" Type="http://schemas.openxmlformats.org/officeDocument/2006/relationships/image" Target="../media/image55.png"/><Relationship Id="rId56" Type="http://schemas.openxmlformats.org/officeDocument/2006/relationships/image" Target="../media/image56.png"/><Relationship Id="rId57" Type="http://schemas.openxmlformats.org/officeDocument/2006/relationships/image" Target="../media/image57.png"/><Relationship Id="rId58" Type="http://schemas.openxmlformats.org/officeDocument/2006/relationships/image" Target="../media/image58.png"/><Relationship Id="rId59" Type="http://schemas.openxmlformats.org/officeDocument/2006/relationships/image" Target="../media/image59.png"/><Relationship Id="rId60" Type="http://schemas.openxmlformats.org/officeDocument/2006/relationships/image" Target="../media/image60.png"/><Relationship Id="rId61" Type="http://schemas.openxmlformats.org/officeDocument/2006/relationships/image" Target="../media/image61.png"/><Relationship Id="rId62" Type="http://schemas.openxmlformats.org/officeDocument/2006/relationships/image" Target="../media/image62.png"/><Relationship Id="rId63" Type="http://schemas.openxmlformats.org/officeDocument/2006/relationships/image" Target="../media/image63.png"/><Relationship Id="rId64" Type="http://schemas.openxmlformats.org/officeDocument/2006/relationships/image" Target="../media/image64.png"/><Relationship Id="rId65" Type="http://schemas.openxmlformats.org/officeDocument/2006/relationships/image" Target="../media/image65.png"/><Relationship Id="rId66" Type="http://schemas.openxmlformats.org/officeDocument/2006/relationships/image" Target="../media/image66.png"/><Relationship Id="rId67" Type="http://schemas.openxmlformats.org/officeDocument/2006/relationships/image" Target="../media/image67.png"/><Relationship Id="rId68" Type="http://schemas.openxmlformats.org/officeDocument/2006/relationships/image" Target="../media/image68.png"/><Relationship Id="rId69" Type="http://schemas.openxmlformats.org/officeDocument/2006/relationships/image" Target="../media/image69.png"/><Relationship Id="rId70" Type="http://schemas.openxmlformats.org/officeDocument/2006/relationships/image" Target="../media/image70.png"/><Relationship Id="rId71" Type="http://schemas.openxmlformats.org/officeDocument/2006/relationships/image" Target="../media/image71.png"/><Relationship Id="rId72" Type="http://schemas.openxmlformats.org/officeDocument/2006/relationships/image" Target="../media/image72.png"/><Relationship Id="rId73" Type="http://schemas.openxmlformats.org/officeDocument/2006/relationships/image" Target="../media/image73.png"/><Relationship Id="rId74" Type="http://schemas.openxmlformats.org/officeDocument/2006/relationships/image" Target="../media/image75.png"/><Relationship Id="rId75" Type="http://schemas.openxmlformats.org/officeDocument/2006/relationships/image" Target="../media/image74.png"/><Relationship Id="rId76" Type="http://schemas.openxmlformats.org/officeDocument/2006/relationships/image" Target="../media/image76.png"/><Relationship Id="rId77" Type="http://schemas.openxmlformats.org/officeDocument/2006/relationships/image" Target="../media/image78.png"/><Relationship Id="rId78" Type="http://schemas.openxmlformats.org/officeDocument/2006/relationships/image" Target="../media/image77.png"/><Relationship Id="rId79" Type="http://schemas.openxmlformats.org/officeDocument/2006/relationships/image" Target="../media/image79.png"/><Relationship Id="rId80" Type="http://schemas.openxmlformats.org/officeDocument/2006/relationships/image" Target="../media/image80.png"/><Relationship Id="rId81" Type="http://schemas.openxmlformats.org/officeDocument/2006/relationships/image" Target="../media/image81.png"/><Relationship Id="rId82" Type="http://schemas.openxmlformats.org/officeDocument/2006/relationships/image" Target="../media/image82.png"/><Relationship Id="rId83" Type="http://schemas.openxmlformats.org/officeDocument/2006/relationships/image" Target="../media/image83.png"/><Relationship Id="rId84" Type="http://schemas.openxmlformats.org/officeDocument/2006/relationships/image" Target="../media/image84.png"/><Relationship Id="rId85" Type="http://schemas.openxmlformats.org/officeDocument/2006/relationships/image" Target="../media/image85.png"/><Relationship Id="rId86" Type="http://schemas.openxmlformats.org/officeDocument/2006/relationships/image" Target="../media/image86.png"/><Relationship Id="rId87" Type="http://schemas.openxmlformats.org/officeDocument/2006/relationships/image" Target="../media/image87.png"/><Relationship Id="rId88" Type="http://schemas.openxmlformats.org/officeDocument/2006/relationships/image" Target="../media/image88.png"/><Relationship Id="rId89" Type="http://schemas.openxmlformats.org/officeDocument/2006/relationships/image" Target="../media/image89.png"/><Relationship Id="rId90" Type="http://schemas.openxmlformats.org/officeDocument/2006/relationships/image" Target="../media/image90.png"/><Relationship Id="rId91" Type="http://schemas.openxmlformats.org/officeDocument/2006/relationships/image" Target="../media/image91.png"/><Relationship Id="rId92" Type="http://schemas.openxmlformats.org/officeDocument/2006/relationships/image" Target="../media/image92.png"/><Relationship Id="rId93" Type="http://schemas.openxmlformats.org/officeDocument/2006/relationships/image" Target="../media/image93.png"/><Relationship Id="rId94" Type="http://schemas.openxmlformats.org/officeDocument/2006/relationships/image" Target="../media/image94.png"/><Relationship Id="rId95" Type="http://schemas.openxmlformats.org/officeDocument/2006/relationships/image" Target="../media/image95.png"/><Relationship Id="rId96" Type="http://schemas.openxmlformats.org/officeDocument/2006/relationships/image" Target="../media/image96.png"/><Relationship Id="rId97" Type="http://schemas.openxmlformats.org/officeDocument/2006/relationships/image" Target="../media/image97.png"/><Relationship Id="rId98" Type="http://schemas.openxmlformats.org/officeDocument/2006/relationships/image" Target="../media/image98.png"/><Relationship Id="rId99" Type="http://schemas.openxmlformats.org/officeDocument/2006/relationships/image" Target="../media/image99.png"/><Relationship Id="rId100" Type="http://schemas.openxmlformats.org/officeDocument/2006/relationships/image" Target="../media/image100.png"/><Relationship Id="rId101" Type="http://schemas.openxmlformats.org/officeDocument/2006/relationships/image" Target="../media/image101.png"/><Relationship Id="rId102" Type="http://schemas.openxmlformats.org/officeDocument/2006/relationships/image" Target="../media/image102.png"/><Relationship Id="rId103" Type="http://schemas.openxmlformats.org/officeDocument/2006/relationships/image" Target="../media/image103.png"/><Relationship Id="rId104" Type="http://schemas.openxmlformats.org/officeDocument/2006/relationships/image" Target="../media/image104.png"/><Relationship Id="rId105" Type="http://schemas.openxmlformats.org/officeDocument/2006/relationships/image" Target="../media/image105.png"/><Relationship Id="rId106" Type="http://schemas.openxmlformats.org/officeDocument/2006/relationships/image" Target="../media/image106.png"/><Relationship Id="rId107" Type="http://schemas.openxmlformats.org/officeDocument/2006/relationships/image" Target="../media/image107.png"/><Relationship Id="rId108" Type="http://schemas.openxmlformats.org/officeDocument/2006/relationships/image" Target="../media/image108.png"/><Relationship Id="rId109" Type="http://schemas.openxmlformats.org/officeDocument/2006/relationships/image" Target="../media/image109.png"/><Relationship Id="rId110" Type="http://schemas.openxmlformats.org/officeDocument/2006/relationships/image" Target="../media/image110.png"/><Relationship Id="rId111" Type="http://schemas.openxmlformats.org/officeDocument/2006/relationships/image" Target="../media/image111.png"/><Relationship Id="rId112" Type="http://schemas.openxmlformats.org/officeDocument/2006/relationships/image" Target="../media/image112.png"/><Relationship Id="rId113" Type="http://schemas.openxmlformats.org/officeDocument/2006/relationships/image" Target="../media/image113.png"/><Relationship Id="rId114" Type="http://schemas.openxmlformats.org/officeDocument/2006/relationships/image" Target="../media/image114.png"/><Relationship Id="rId115" Type="http://schemas.openxmlformats.org/officeDocument/2006/relationships/image" Target="../media/image115.png"/><Relationship Id="rId116" Type="http://schemas.openxmlformats.org/officeDocument/2006/relationships/image" Target="../media/image116.png"/><Relationship Id="rId117" Type="http://schemas.openxmlformats.org/officeDocument/2006/relationships/image" Target="../media/image117.png"/><Relationship Id="rId118" Type="http://schemas.openxmlformats.org/officeDocument/2006/relationships/image" Target="../media/image118.png"/><Relationship Id="rId119" Type="http://schemas.openxmlformats.org/officeDocument/2006/relationships/image" Target="../media/image119.png"/><Relationship Id="rId120" Type="http://schemas.openxmlformats.org/officeDocument/2006/relationships/image" Target="../media/image120.png"/><Relationship Id="rId121" Type="http://schemas.openxmlformats.org/officeDocument/2006/relationships/image" Target="../media/image121.png"/><Relationship Id="rId122" Type="http://schemas.openxmlformats.org/officeDocument/2006/relationships/image" Target="../media/image122.png"/><Relationship Id="rId123" Type="http://schemas.openxmlformats.org/officeDocument/2006/relationships/image" Target="../media/image123.png"/><Relationship Id="rId124" Type="http://schemas.openxmlformats.org/officeDocument/2006/relationships/image" Target="../media/image124.png"/><Relationship Id="rId125" Type="http://schemas.openxmlformats.org/officeDocument/2006/relationships/image" Target="../media/image125.png"/><Relationship Id="rId126" Type="http://schemas.openxmlformats.org/officeDocument/2006/relationships/image" Target="../media/image126.png"/><Relationship Id="rId127" Type="http://schemas.openxmlformats.org/officeDocument/2006/relationships/image" Target="../media/image127.png"/><Relationship Id="rId128" Type="http://schemas.openxmlformats.org/officeDocument/2006/relationships/image" Target="../media/image128.png"/><Relationship Id="rId129" Type="http://schemas.openxmlformats.org/officeDocument/2006/relationships/image" Target="../media/image129.png"/><Relationship Id="rId130" Type="http://schemas.openxmlformats.org/officeDocument/2006/relationships/image" Target="../media/image130.png"/><Relationship Id="rId131" Type="http://schemas.openxmlformats.org/officeDocument/2006/relationships/image" Target="../media/image131.png"/><Relationship Id="rId132" Type="http://schemas.openxmlformats.org/officeDocument/2006/relationships/image" Target="../media/image132.png"/><Relationship Id="rId133" Type="http://schemas.openxmlformats.org/officeDocument/2006/relationships/image" Target="../media/image133.png"/><Relationship Id="rId134" Type="http://schemas.openxmlformats.org/officeDocument/2006/relationships/image" Target="../media/image134.png"/><Relationship Id="rId135" Type="http://schemas.openxmlformats.org/officeDocument/2006/relationships/image" Target="../media/image135.png"/><Relationship Id="rId136" Type="http://schemas.openxmlformats.org/officeDocument/2006/relationships/image" Target="../media/image136.png"/><Relationship Id="rId137" Type="http://schemas.openxmlformats.org/officeDocument/2006/relationships/image" Target="../media/image137.png"/><Relationship Id="rId138" Type="http://schemas.openxmlformats.org/officeDocument/2006/relationships/image" Target="../media/image138.png"/><Relationship Id="rId139" Type="http://schemas.openxmlformats.org/officeDocument/2006/relationships/image" Target="../media/image139.png"/><Relationship Id="rId140" Type="http://schemas.openxmlformats.org/officeDocument/2006/relationships/image" Target="../media/image140.png"/><Relationship Id="rId141" Type="http://schemas.openxmlformats.org/officeDocument/2006/relationships/image" Target="../media/image141.png"/><Relationship Id="rId142" Type="http://schemas.openxmlformats.org/officeDocument/2006/relationships/image" Target="../media/image142.png"/><Relationship Id="rId143" Type="http://schemas.openxmlformats.org/officeDocument/2006/relationships/image" Target="../media/image143.png"/><Relationship Id="rId144" Type="http://schemas.openxmlformats.org/officeDocument/2006/relationships/image" Target="../media/image144.png"/><Relationship Id="rId145" Type="http://schemas.openxmlformats.org/officeDocument/2006/relationships/image" Target="../media/image145.png"/><Relationship Id="rId146" Type="http://schemas.openxmlformats.org/officeDocument/2006/relationships/image" Target="../media/image146.png"/><Relationship Id="rId147" Type="http://schemas.openxmlformats.org/officeDocument/2006/relationships/image" Target="../media/image147.png"/><Relationship Id="rId148" Type="http://schemas.openxmlformats.org/officeDocument/2006/relationships/image" Target="../media/image148.png"/><Relationship Id="rId149" Type="http://schemas.openxmlformats.org/officeDocument/2006/relationships/image" Target="../media/image149.png"/><Relationship Id="rId150" Type="http://schemas.openxmlformats.org/officeDocument/2006/relationships/image" Target="../media/image150.png"/><Relationship Id="rId151" Type="http://schemas.openxmlformats.org/officeDocument/2006/relationships/image" Target="../media/image151.png"/><Relationship Id="rId152" Type="http://schemas.openxmlformats.org/officeDocument/2006/relationships/image" Target="../media/image152.png"/><Relationship Id="rId153" Type="http://schemas.openxmlformats.org/officeDocument/2006/relationships/image" Target="../media/image153.png"/><Relationship Id="rId154" Type="http://schemas.openxmlformats.org/officeDocument/2006/relationships/image" Target="../media/image154.png"/><Relationship Id="rId155" Type="http://schemas.openxmlformats.org/officeDocument/2006/relationships/image" Target="../media/image155.png"/><Relationship Id="rId156" Type="http://schemas.openxmlformats.org/officeDocument/2006/relationships/image" Target="../media/image156.png"/><Relationship Id="rId157" Type="http://schemas.openxmlformats.org/officeDocument/2006/relationships/image" Target="../media/image157.png"/><Relationship Id="rId158" Type="http://schemas.openxmlformats.org/officeDocument/2006/relationships/image" Target="../media/image158.png"/><Relationship Id="rId159" Type="http://schemas.openxmlformats.org/officeDocument/2006/relationships/image" Target="../media/image159.png"/><Relationship Id="rId160" Type="http://schemas.openxmlformats.org/officeDocument/2006/relationships/image" Target="../media/image160.png"/><Relationship Id="rId161" Type="http://schemas.openxmlformats.org/officeDocument/2006/relationships/image" Target="../media/image161.png"/><Relationship Id="rId162" Type="http://schemas.openxmlformats.org/officeDocument/2006/relationships/image" Target="../media/image162.png"/><Relationship Id="rId163" Type="http://schemas.openxmlformats.org/officeDocument/2006/relationships/image" Target="../media/image163.png"/><Relationship Id="rId164" Type="http://schemas.openxmlformats.org/officeDocument/2006/relationships/image" Target="../media/image164.png"/><Relationship Id="rId165" Type="http://schemas.openxmlformats.org/officeDocument/2006/relationships/image" Target="../media/image165.png"/><Relationship Id="rId166" Type="http://schemas.openxmlformats.org/officeDocument/2006/relationships/image" Target="../media/image166.png"/><Relationship Id="rId167" Type="http://schemas.openxmlformats.org/officeDocument/2006/relationships/image" Target="../media/image167.png"/><Relationship Id="rId168" Type="http://schemas.openxmlformats.org/officeDocument/2006/relationships/image" Target="../media/image168.png"/><Relationship Id="rId169" Type="http://schemas.openxmlformats.org/officeDocument/2006/relationships/image" Target="../media/image169.png"/><Relationship Id="rId170" Type="http://schemas.openxmlformats.org/officeDocument/2006/relationships/image" Target="../media/image170.png"/><Relationship Id="rId171" Type="http://schemas.openxmlformats.org/officeDocument/2006/relationships/image" Target="../media/image171.png"/><Relationship Id="rId172" Type="http://schemas.openxmlformats.org/officeDocument/2006/relationships/image" Target="../media/image172.png"/><Relationship Id="rId173" Type="http://schemas.openxmlformats.org/officeDocument/2006/relationships/image" Target="../media/image173.png"/><Relationship Id="rId174" Type="http://schemas.openxmlformats.org/officeDocument/2006/relationships/image" Target="../media/image174.png"/><Relationship Id="rId175" Type="http://schemas.openxmlformats.org/officeDocument/2006/relationships/image" Target="../media/image17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5.png"/><Relationship Id="rId3" Type="http://schemas.openxmlformats.org/officeDocument/2006/relationships/image" Target="../media/image186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2.png"/><Relationship Id="rId3" Type="http://schemas.openxmlformats.org/officeDocument/2006/relationships/image" Target="../media/image187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8.png"/><Relationship Id="rId3" Type="http://schemas.openxmlformats.org/officeDocument/2006/relationships/image" Target="../media/image18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0.png"/><Relationship Id="rId3" Type="http://schemas.openxmlformats.org/officeDocument/2006/relationships/image" Target="../media/image191.png"/><Relationship Id="rId4" Type="http://schemas.openxmlformats.org/officeDocument/2006/relationships/image" Target="../media/image192.png"/><Relationship Id="rId5" Type="http://schemas.openxmlformats.org/officeDocument/2006/relationships/image" Target="../media/image193.png"/><Relationship Id="rId6" Type="http://schemas.openxmlformats.org/officeDocument/2006/relationships/image" Target="../media/image194.png"/><Relationship Id="rId7" Type="http://schemas.openxmlformats.org/officeDocument/2006/relationships/image" Target="../media/image195.png"/><Relationship Id="rId8" Type="http://schemas.openxmlformats.org/officeDocument/2006/relationships/image" Target="../media/image196.png"/><Relationship Id="rId9" Type="http://schemas.openxmlformats.org/officeDocument/2006/relationships/image" Target="../media/image197.png"/><Relationship Id="rId10" Type="http://schemas.openxmlformats.org/officeDocument/2006/relationships/image" Target="../media/image198.png"/><Relationship Id="rId11" Type="http://schemas.openxmlformats.org/officeDocument/2006/relationships/image" Target="../media/image199.png"/><Relationship Id="rId12" Type="http://schemas.openxmlformats.org/officeDocument/2006/relationships/image" Target="../media/image200.png"/><Relationship Id="rId13" Type="http://schemas.openxmlformats.org/officeDocument/2006/relationships/image" Target="../media/image201.png"/><Relationship Id="rId14" Type="http://schemas.openxmlformats.org/officeDocument/2006/relationships/image" Target="../media/image202.png"/><Relationship Id="rId15" Type="http://schemas.openxmlformats.org/officeDocument/2006/relationships/image" Target="../media/image203.png"/><Relationship Id="rId16" Type="http://schemas.openxmlformats.org/officeDocument/2006/relationships/image" Target="../media/image204.png"/><Relationship Id="rId17" Type="http://schemas.openxmlformats.org/officeDocument/2006/relationships/image" Target="../media/image205.png"/><Relationship Id="rId18" Type="http://schemas.openxmlformats.org/officeDocument/2006/relationships/image" Target="../media/image206.png"/><Relationship Id="rId19" Type="http://schemas.openxmlformats.org/officeDocument/2006/relationships/image" Target="../media/image207.png"/><Relationship Id="rId20" Type="http://schemas.openxmlformats.org/officeDocument/2006/relationships/image" Target="../media/image208.png"/><Relationship Id="rId21" Type="http://schemas.openxmlformats.org/officeDocument/2006/relationships/image" Target="../media/image209.png"/><Relationship Id="rId22" Type="http://schemas.openxmlformats.org/officeDocument/2006/relationships/image" Target="../media/image210.png"/><Relationship Id="rId23" Type="http://schemas.openxmlformats.org/officeDocument/2006/relationships/image" Target="../media/image211.png"/><Relationship Id="rId24" Type="http://schemas.openxmlformats.org/officeDocument/2006/relationships/image" Target="../media/image212.png"/><Relationship Id="rId25" Type="http://schemas.openxmlformats.org/officeDocument/2006/relationships/image" Target="../media/image213.png"/><Relationship Id="rId26" Type="http://schemas.openxmlformats.org/officeDocument/2006/relationships/image" Target="../media/image214.png"/><Relationship Id="rId27" Type="http://schemas.openxmlformats.org/officeDocument/2006/relationships/image" Target="../media/image215.png"/><Relationship Id="rId28" Type="http://schemas.openxmlformats.org/officeDocument/2006/relationships/image" Target="../media/image216.png"/><Relationship Id="rId29" Type="http://schemas.openxmlformats.org/officeDocument/2006/relationships/image" Target="../media/image217.png"/><Relationship Id="rId30" Type="http://schemas.openxmlformats.org/officeDocument/2006/relationships/image" Target="../media/image218.png"/><Relationship Id="rId31" Type="http://schemas.openxmlformats.org/officeDocument/2006/relationships/image" Target="../media/image219.png"/><Relationship Id="rId32" Type="http://schemas.openxmlformats.org/officeDocument/2006/relationships/image" Target="../media/image220.png"/><Relationship Id="rId33" Type="http://schemas.openxmlformats.org/officeDocument/2006/relationships/image" Target="../media/image221.png"/><Relationship Id="rId34" Type="http://schemas.openxmlformats.org/officeDocument/2006/relationships/image" Target="../media/image222.png"/><Relationship Id="rId35" Type="http://schemas.openxmlformats.org/officeDocument/2006/relationships/image" Target="../media/image223.png"/><Relationship Id="rId36" Type="http://schemas.openxmlformats.org/officeDocument/2006/relationships/image" Target="../media/image224.png"/><Relationship Id="rId37" Type="http://schemas.openxmlformats.org/officeDocument/2006/relationships/image" Target="../media/image225.png"/><Relationship Id="rId38" Type="http://schemas.openxmlformats.org/officeDocument/2006/relationships/image" Target="../media/image226.png"/><Relationship Id="rId39" Type="http://schemas.openxmlformats.org/officeDocument/2006/relationships/image" Target="../media/image227.png"/><Relationship Id="rId40" Type="http://schemas.openxmlformats.org/officeDocument/2006/relationships/image" Target="../media/image228.png"/><Relationship Id="rId41" Type="http://schemas.openxmlformats.org/officeDocument/2006/relationships/image" Target="../media/image229.png"/><Relationship Id="rId42" Type="http://schemas.openxmlformats.org/officeDocument/2006/relationships/image" Target="../media/image230.png"/><Relationship Id="rId43" Type="http://schemas.openxmlformats.org/officeDocument/2006/relationships/image" Target="../media/image231.png"/><Relationship Id="rId44" Type="http://schemas.openxmlformats.org/officeDocument/2006/relationships/image" Target="../media/image232.png"/><Relationship Id="rId45" Type="http://schemas.openxmlformats.org/officeDocument/2006/relationships/image" Target="../media/image233.png"/><Relationship Id="rId46" Type="http://schemas.openxmlformats.org/officeDocument/2006/relationships/image" Target="../media/image234.png"/><Relationship Id="rId47" Type="http://schemas.openxmlformats.org/officeDocument/2006/relationships/image" Target="../media/image235.png"/><Relationship Id="rId48" Type="http://schemas.openxmlformats.org/officeDocument/2006/relationships/image" Target="../media/image236.png"/><Relationship Id="rId49" Type="http://schemas.openxmlformats.org/officeDocument/2006/relationships/image" Target="../media/image237.png"/><Relationship Id="rId50" Type="http://schemas.openxmlformats.org/officeDocument/2006/relationships/image" Target="../media/image238.png"/><Relationship Id="rId51" Type="http://schemas.openxmlformats.org/officeDocument/2006/relationships/image" Target="../media/image239.png"/><Relationship Id="rId52" Type="http://schemas.openxmlformats.org/officeDocument/2006/relationships/image" Target="../media/image240.png"/><Relationship Id="rId53" Type="http://schemas.openxmlformats.org/officeDocument/2006/relationships/image" Target="../media/image241.png"/><Relationship Id="rId54" Type="http://schemas.openxmlformats.org/officeDocument/2006/relationships/image" Target="../media/image242.png"/><Relationship Id="rId55" Type="http://schemas.openxmlformats.org/officeDocument/2006/relationships/image" Target="../media/image243.png"/><Relationship Id="rId56" Type="http://schemas.openxmlformats.org/officeDocument/2006/relationships/image" Target="../media/image244.png"/><Relationship Id="rId57" Type="http://schemas.openxmlformats.org/officeDocument/2006/relationships/image" Target="../media/image245.png"/><Relationship Id="rId58" Type="http://schemas.openxmlformats.org/officeDocument/2006/relationships/image" Target="../media/image246.png"/><Relationship Id="rId59" Type="http://schemas.openxmlformats.org/officeDocument/2006/relationships/image" Target="../media/image247.png"/><Relationship Id="rId60" Type="http://schemas.openxmlformats.org/officeDocument/2006/relationships/image" Target="../media/image248.png"/><Relationship Id="rId61" Type="http://schemas.openxmlformats.org/officeDocument/2006/relationships/image" Target="../media/image249.png"/><Relationship Id="rId62" Type="http://schemas.openxmlformats.org/officeDocument/2006/relationships/image" Target="../media/image250.png"/><Relationship Id="rId63" Type="http://schemas.openxmlformats.org/officeDocument/2006/relationships/image" Target="../media/image251.png"/><Relationship Id="rId64" Type="http://schemas.openxmlformats.org/officeDocument/2006/relationships/image" Target="../media/image252.png"/><Relationship Id="rId65" Type="http://schemas.openxmlformats.org/officeDocument/2006/relationships/image" Target="../media/image253.png"/><Relationship Id="rId66" Type="http://schemas.openxmlformats.org/officeDocument/2006/relationships/image" Target="../media/image254.png"/><Relationship Id="rId67" Type="http://schemas.openxmlformats.org/officeDocument/2006/relationships/image" Target="../media/image255.png"/><Relationship Id="rId68" Type="http://schemas.openxmlformats.org/officeDocument/2006/relationships/image" Target="../media/image256.png"/><Relationship Id="rId69" Type="http://schemas.openxmlformats.org/officeDocument/2006/relationships/image" Target="../media/image257.png"/><Relationship Id="rId70" Type="http://schemas.openxmlformats.org/officeDocument/2006/relationships/image" Target="../media/image258.png"/><Relationship Id="rId71" Type="http://schemas.openxmlformats.org/officeDocument/2006/relationships/image" Target="../media/image259.png"/><Relationship Id="rId72" Type="http://schemas.openxmlformats.org/officeDocument/2006/relationships/image" Target="../media/image260.png"/><Relationship Id="rId73" Type="http://schemas.openxmlformats.org/officeDocument/2006/relationships/image" Target="../media/image261.png"/><Relationship Id="rId74" Type="http://schemas.openxmlformats.org/officeDocument/2006/relationships/image" Target="../media/image262.png"/><Relationship Id="rId75" Type="http://schemas.openxmlformats.org/officeDocument/2006/relationships/image" Target="../media/image263.png"/><Relationship Id="rId76" Type="http://schemas.openxmlformats.org/officeDocument/2006/relationships/image" Target="../media/image264.png"/><Relationship Id="rId77" Type="http://schemas.openxmlformats.org/officeDocument/2006/relationships/image" Target="../media/image265.png"/><Relationship Id="rId78" Type="http://schemas.openxmlformats.org/officeDocument/2006/relationships/image" Target="../media/image266.png"/><Relationship Id="rId79" Type="http://schemas.openxmlformats.org/officeDocument/2006/relationships/image" Target="../media/image267.png"/><Relationship Id="rId80" Type="http://schemas.openxmlformats.org/officeDocument/2006/relationships/image" Target="../media/image268.png"/><Relationship Id="rId81" Type="http://schemas.openxmlformats.org/officeDocument/2006/relationships/image" Target="../media/image269.png"/><Relationship Id="rId82" Type="http://schemas.openxmlformats.org/officeDocument/2006/relationships/image" Target="../media/image270.png"/><Relationship Id="rId83" Type="http://schemas.openxmlformats.org/officeDocument/2006/relationships/image" Target="../media/image271.png"/><Relationship Id="rId84" Type="http://schemas.openxmlformats.org/officeDocument/2006/relationships/image" Target="../media/image272.png"/><Relationship Id="rId85" Type="http://schemas.openxmlformats.org/officeDocument/2006/relationships/image" Target="../media/image273.png"/><Relationship Id="rId86" Type="http://schemas.openxmlformats.org/officeDocument/2006/relationships/image" Target="../media/image274.png"/><Relationship Id="rId87" Type="http://schemas.openxmlformats.org/officeDocument/2006/relationships/image" Target="../media/image275.png"/><Relationship Id="rId88" Type="http://schemas.openxmlformats.org/officeDocument/2006/relationships/image" Target="../media/image276.png"/><Relationship Id="rId89" Type="http://schemas.openxmlformats.org/officeDocument/2006/relationships/image" Target="../media/image277.png"/><Relationship Id="rId90" Type="http://schemas.openxmlformats.org/officeDocument/2006/relationships/image" Target="../media/image278.png"/><Relationship Id="rId91" Type="http://schemas.openxmlformats.org/officeDocument/2006/relationships/image" Target="../media/image279.png"/><Relationship Id="rId92" Type="http://schemas.openxmlformats.org/officeDocument/2006/relationships/image" Target="../media/image280.png"/><Relationship Id="rId93" Type="http://schemas.openxmlformats.org/officeDocument/2006/relationships/image" Target="../media/image281.png"/><Relationship Id="rId94" Type="http://schemas.openxmlformats.org/officeDocument/2006/relationships/image" Target="../media/image282.png"/><Relationship Id="rId95" Type="http://schemas.openxmlformats.org/officeDocument/2006/relationships/image" Target="../media/image283.png"/><Relationship Id="rId96" Type="http://schemas.openxmlformats.org/officeDocument/2006/relationships/image" Target="../media/image284.png"/><Relationship Id="rId97" Type="http://schemas.openxmlformats.org/officeDocument/2006/relationships/image" Target="../media/image285.png"/><Relationship Id="rId98" Type="http://schemas.openxmlformats.org/officeDocument/2006/relationships/image" Target="../media/image286.png"/><Relationship Id="rId99" Type="http://schemas.openxmlformats.org/officeDocument/2006/relationships/image" Target="../media/image287.png"/><Relationship Id="rId100" Type="http://schemas.openxmlformats.org/officeDocument/2006/relationships/image" Target="../media/image288.png"/><Relationship Id="rId101" Type="http://schemas.openxmlformats.org/officeDocument/2006/relationships/image" Target="../media/image289.png"/><Relationship Id="rId102" Type="http://schemas.openxmlformats.org/officeDocument/2006/relationships/image" Target="../media/image290.png"/><Relationship Id="rId103" Type="http://schemas.openxmlformats.org/officeDocument/2006/relationships/image" Target="../media/image291.png"/><Relationship Id="rId104" Type="http://schemas.openxmlformats.org/officeDocument/2006/relationships/image" Target="../media/image292.png"/><Relationship Id="rId105" Type="http://schemas.openxmlformats.org/officeDocument/2006/relationships/image" Target="../media/image293.png"/><Relationship Id="rId106" Type="http://schemas.openxmlformats.org/officeDocument/2006/relationships/image" Target="../media/image294.png"/><Relationship Id="rId107" Type="http://schemas.openxmlformats.org/officeDocument/2006/relationships/image" Target="../media/image295.png"/><Relationship Id="rId108" Type="http://schemas.openxmlformats.org/officeDocument/2006/relationships/image" Target="../media/image296.png"/><Relationship Id="rId109" Type="http://schemas.openxmlformats.org/officeDocument/2006/relationships/image" Target="../media/image297.png"/><Relationship Id="rId110" Type="http://schemas.openxmlformats.org/officeDocument/2006/relationships/image" Target="../media/image298.png"/><Relationship Id="rId111" Type="http://schemas.openxmlformats.org/officeDocument/2006/relationships/image" Target="../media/image299.png"/><Relationship Id="rId112" Type="http://schemas.openxmlformats.org/officeDocument/2006/relationships/image" Target="../media/image300.png"/><Relationship Id="rId113" Type="http://schemas.openxmlformats.org/officeDocument/2006/relationships/image" Target="../media/image301.png"/><Relationship Id="rId114" Type="http://schemas.openxmlformats.org/officeDocument/2006/relationships/image" Target="../media/image302.png"/><Relationship Id="rId115" Type="http://schemas.openxmlformats.org/officeDocument/2006/relationships/image" Target="../media/image303.png"/><Relationship Id="rId116" Type="http://schemas.openxmlformats.org/officeDocument/2006/relationships/image" Target="../media/image304.png"/><Relationship Id="rId117" Type="http://schemas.openxmlformats.org/officeDocument/2006/relationships/image" Target="../media/image305.png"/><Relationship Id="rId118" Type="http://schemas.openxmlformats.org/officeDocument/2006/relationships/image" Target="../media/image306.png"/><Relationship Id="rId119" Type="http://schemas.openxmlformats.org/officeDocument/2006/relationships/image" Target="../media/image307.png"/><Relationship Id="rId120" Type="http://schemas.openxmlformats.org/officeDocument/2006/relationships/image" Target="../media/image308.png"/><Relationship Id="rId121" Type="http://schemas.openxmlformats.org/officeDocument/2006/relationships/image" Target="../media/image309.png"/><Relationship Id="rId122" Type="http://schemas.openxmlformats.org/officeDocument/2006/relationships/image" Target="../media/image310.png"/><Relationship Id="rId123" Type="http://schemas.openxmlformats.org/officeDocument/2006/relationships/image" Target="../media/image311.png"/><Relationship Id="rId124" Type="http://schemas.openxmlformats.org/officeDocument/2006/relationships/image" Target="../media/image312.png"/><Relationship Id="rId125" Type="http://schemas.openxmlformats.org/officeDocument/2006/relationships/image" Target="../media/image313.png"/><Relationship Id="rId126" Type="http://schemas.openxmlformats.org/officeDocument/2006/relationships/image" Target="../media/image314.png"/><Relationship Id="rId127" Type="http://schemas.openxmlformats.org/officeDocument/2006/relationships/image" Target="../media/image315.png"/><Relationship Id="rId128" Type="http://schemas.openxmlformats.org/officeDocument/2006/relationships/image" Target="../media/image316.png"/><Relationship Id="rId129" Type="http://schemas.openxmlformats.org/officeDocument/2006/relationships/image" Target="../media/image317.png"/><Relationship Id="rId130" Type="http://schemas.openxmlformats.org/officeDocument/2006/relationships/image" Target="../media/image318.png"/><Relationship Id="rId131" Type="http://schemas.openxmlformats.org/officeDocument/2006/relationships/image" Target="../media/image319.png"/><Relationship Id="rId132" Type="http://schemas.openxmlformats.org/officeDocument/2006/relationships/image" Target="../media/image320.png"/><Relationship Id="rId133" Type="http://schemas.openxmlformats.org/officeDocument/2006/relationships/image" Target="../media/image321.png"/><Relationship Id="rId134" Type="http://schemas.openxmlformats.org/officeDocument/2006/relationships/image" Target="../media/image322.png"/><Relationship Id="rId135" Type="http://schemas.openxmlformats.org/officeDocument/2006/relationships/image" Target="../media/image323.png"/><Relationship Id="rId136" Type="http://schemas.openxmlformats.org/officeDocument/2006/relationships/image" Target="../media/image324.png"/><Relationship Id="rId137" Type="http://schemas.openxmlformats.org/officeDocument/2006/relationships/image" Target="../media/image325.png"/><Relationship Id="rId138" Type="http://schemas.openxmlformats.org/officeDocument/2006/relationships/image" Target="../media/image326.png"/><Relationship Id="rId139" Type="http://schemas.openxmlformats.org/officeDocument/2006/relationships/image" Target="../media/image327.png"/><Relationship Id="rId140" Type="http://schemas.openxmlformats.org/officeDocument/2006/relationships/image" Target="../media/image328.png"/><Relationship Id="rId141" Type="http://schemas.openxmlformats.org/officeDocument/2006/relationships/image" Target="../media/image329.png"/><Relationship Id="rId142" Type="http://schemas.openxmlformats.org/officeDocument/2006/relationships/image" Target="../media/image330.png"/><Relationship Id="rId143" Type="http://schemas.openxmlformats.org/officeDocument/2006/relationships/image" Target="../media/image331.png"/><Relationship Id="rId144" Type="http://schemas.openxmlformats.org/officeDocument/2006/relationships/image" Target="../media/image332.png"/><Relationship Id="rId145" Type="http://schemas.openxmlformats.org/officeDocument/2006/relationships/image" Target="../media/image333.png"/><Relationship Id="rId146" Type="http://schemas.openxmlformats.org/officeDocument/2006/relationships/image" Target="../media/image334.png"/><Relationship Id="rId147" Type="http://schemas.openxmlformats.org/officeDocument/2006/relationships/image" Target="../media/image335.png"/><Relationship Id="rId148" Type="http://schemas.openxmlformats.org/officeDocument/2006/relationships/image" Target="../media/image336.png"/><Relationship Id="rId149" Type="http://schemas.openxmlformats.org/officeDocument/2006/relationships/image" Target="../media/image337.png"/><Relationship Id="rId150" Type="http://schemas.openxmlformats.org/officeDocument/2006/relationships/image" Target="../media/image338.png"/><Relationship Id="rId151" Type="http://schemas.openxmlformats.org/officeDocument/2006/relationships/image" Target="../media/image339.png"/><Relationship Id="rId152" Type="http://schemas.openxmlformats.org/officeDocument/2006/relationships/image" Target="../media/image340.png"/><Relationship Id="rId153" Type="http://schemas.openxmlformats.org/officeDocument/2006/relationships/image" Target="../media/image341.png"/><Relationship Id="rId154" Type="http://schemas.openxmlformats.org/officeDocument/2006/relationships/image" Target="../media/image342.png"/><Relationship Id="rId155" Type="http://schemas.openxmlformats.org/officeDocument/2006/relationships/image" Target="../media/image343.png"/><Relationship Id="rId156" Type="http://schemas.openxmlformats.org/officeDocument/2006/relationships/image" Target="../media/image344.png"/><Relationship Id="rId157" Type="http://schemas.openxmlformats.org/officeDocument/2006/relationships/image" Target="../media/image345.png"/><Relationship Id="rId158" Type="http://schemas.openxmlformats.org/officeDocument/2006/relationships/image" Target="../media/image346.png"/><Relationship Id="rId159" Type="http://schemas.openxmlformats.org/officeDocument/2006/relationships/image" Target="../media/image347.png"/><Relationship Id="rId160" Type="http://schemas.openxmlformats.org/officeDocument/2006/relationships/image" Target="../media/image348.png"/><Relationship Id="rId161" Type="http://schemas.openxmlformats.org/officeDocument/2006/relationships/image" Target="../media/image349.png"/><Relationship Id="rId162" Type="http://schemas.openxmlformats.org/officeDocument/2006/relationships/image" Target="../media/image350.png"/><Relationship Id="rId163" Type="http://schemas.openxmlformats.org/officeDocument/2006/relationships/image" Target="../media/image351.png"/><Relationship Id="rId164" Type="http://schemas.openxmlformats.org/officeDocument/2006/relationships/image" Target="../media/image352.png"/><Relationship Id="rId165" Type="http://schemas.openxmlformats.org/officeDocument/2006/relationships/image" Target="../media/image353.png"/><Relationship Id="rId166" Type="http://schemas.openxmlformats.org/officeDocument/2006/relationships/image" Target="../media/image354.png"/><Relationship Id="rId167" Type="http://schemas.openxmlformats.org/officeDocument/2006/relationships/image" Target="../media/image355.png"/><Relationship Id="rId168" Type="http://schemas.openxmlformats.org/officeDocument/2006/relationships/image" Target="../media/image356.png"/><Relationship Id="rId169" Type="http://schemas.openxmlformats.org/officeDocument/2006/relationships/image" Target="../media/image357.png"/><Relationship Id="rId170" Type="http://schemas.openxmlformats.org/officeDocument/2006/relationships/image" Target="../media/image358.png"/><Relationship Id="rId171" Type="http://schemas.openxmlformats.org/officeDocument/2006/relationships/image" Target="../media/image359.png"/><Relationship Id="rId172" Type="http://schemas.openxmlformats.org/officeDocument/2006/relationships/image" Target="../media/image360.png"/><Relationship Id="rId173" Type="http://schemas.openxmlformats.org/officeDocument/2006/relationships/image" Target="../media/image361.png"/><Relationship Id="rId174" Type="http://schemas.openxmlformats.org/officeDocument/2006/relationships/image" Target="../media/image362.png"/><Relationship Id="rId175" Type="http://schemas.openxmlformats.org/officeDocument/2006/relationships/image" Target="../media/image363.png"/><Relationship Id="rId176" Type="http://schemas.openxmlformats.org/officeDocument/2006/relationships/image" Target="../media/image364.png"/><Relationship Id="rId177" Type="http://schemas.openxmlformats.org/officeDocument/2006/relationships/image" Target="../media/image365.png"/><Relationship Id="rId178" Type="http://schemas.openxmlformats.org/officeDocument/2006/relationships/image" Target="../media/image366.png"/><Relationship Id="rId179" Type="http://schemas.openxmlformats.org/officeDocument/2006/relationships/image" Target="../media/image367.png"/><Relationship Id="rId180" Type="http://schemas.openxmlformats.org/officeDocument/2006/relationships/image" Target="../media/image368.png"/><Relationship Id="rId181" Type="http://schemas.openxmlformats.org/officeDocument/2006/relationships/image" Target="../media/image369.png"/><Relationship Id="rId182" Type="http://schemas.openxmlformats.org/officeDocument/2006/relationships/image" Target="../media/image370.png"/><Relationship Id="rId183" Type="http://schemas.openxmlformats.org/officeDocument/2006/relationships/image" Target="../media/image371.png"/><Relationship Id="rId184" Type="http://schemas.openxmlformats.org/officeDocument/2006/relationships/image" Target="../media/image372.png"/><Relationship Id="rId185" Type="http://schemas.openxmlformats.org/officeDocument/2006/relationships/image" Target="../media/image373.png"/><Relationship Id="rId186" Type="http://schemas.openxmlformats.org/officeDocument/2006/relationships/image" Target="../media/image374.png"/><Relationship Id="rId187" Type="http://schemas.openxmlformats.org/officeDocument/2006/relationships/image" Target="../media/image375.png"/><Relationship Id="rId188" Type="http://schemas.openxmlformats.org/officeDocument/2006/relationships/image" Target="../media/image376.png"/><Relationship Id="rId189" Type="http://schemas.openxmlformats.org/officeDocument/2006/relationships/image" Target="../media/image377.png"/><Relationship Id="rId190" Type="http://schemas.openxmlformats.org/officeDocument/2006/relationships/image" Target="../media/image378.png"/><Relationship Id="rId191" Type="http://schemas.openxmlformats.org/officeDocument/2006/relationships/image" Target="../media/image379.png"/><Relationship Id="rId192" Type="http://schemas.openxmlformats.org/officeDocument/2006/relationships/image" Target="../media/image380.png"/><Relationship Id="rId193" Type="http://schemas.openxmlformats.org/officeDocument/2006/relationships/image" Target="../media/image381.png"/><Relationship Id="rId194" Type="http://schemas.openxmlformats.org/officeDocument/2006/relationships/image" Target="../media/image382.png"/><Relationship Id="rId195" Type="http://schemas.openxmlformats.org/officeDocument/2006/relationships/image" Target="../media/image383.png"/><Relationship Id="rId196" Type="http://schemas.openxmlformats.org/officeDocument/2006/relationships/image" Target="../media/image384.png"/><Relationship Id="rId197" Type="http://schemas.openxmlformats.org/officeDocument/2006/relationships/image" Target="../media/image385.png"/><Relationship Id="rId198" Type="http://schemas.openxmlformats.org/officeDocument/2006/relationships/image" Target="../media/image386.png"/><Relationship Id="rId199" Type="http://schemas.openxmlformats.org/officeDocument/2006/relationships/image" Target="../media/image387.png"/><Relationship Id="rId200" Type="http://schemas.openxmlformats.org/officeDocument/2006/relationships/image" Target="../media/image388.png"/><Relationship Id="rId201" Type="http://schemas.openxmlformats.org/officeDocument/2006/relationships/image" Target="../media/image389.png"/><Relationship Id="rId202" Type="http://schemas.openxmlformats.org/officeDocument/2006/relationships/image" Target="../media/image390.png"/><Relationship Id="rId203" Type="http://schemas.openxmlformats.org/officeDocument/2006/relationships/image" Target="../media/image391.png"/><Relationship Id="rId204" Type="http://schemas.openxmlformats.org/officeDocument/2006/relationships/image" Target="../media/image39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-59" y="23"/>
            <a:ext cx="363855" cy="727710"/>
          </a:xfrm>
          <a:custGeom>
            <a:avLst/>
            <a:gdLst/>
            <a:ahLst/>
            <a:cxnLst/>
            <a:rect l="l" t="t" r="r" b="b"/>
            <a:pathLst>
              <a:path w="363855" h="727710">
                <a:moveTo>
                  <a:pt x="0" y="727556"/>
                </a:moveTo>
                <a:lnTo>
                  <a:pt x="3" y="0"/>
                </a:lnTo>
                <a:lnTo>
                  <a:pt x="363783" y="363779"/>
                </a:lnTo>
                <a:lnTo>
                  <a:pt x="0" y="727556"/>
                </a:lnTo>
                <a:close/>
              </a:path>
            </a:pathLst>
          </a:custGeom>
          <a:solidFill>
            <a:srgbClr val="F7BA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-12700" y="3760396"/>
            <a:ext cx="10605770" cy="2670810"/>
          </a:xfrm>
          <a:prstGeom prst="rect">
            <a:avLst/>
          </a:prstGeom>
        </p:spPr>
        <p:txBody>
          <a:bodyPr wrap="square" lIns="0" tIns="222250" rIns="0" bIns="0" rtlCol="0" vert="horz">
            <a:spAutoFit/>
          </a:bodyPr>
          <a:lstStyle/>
          <a:p>
            <a:pPr marL="12700" marR="5080">
              <a:lnSpc>
                <a:spcPct val="79500"/>
              </a:lnSpc>
              <a:spcBef>
                <a:spcPts val="1750"/>
              </a:spcBef>
            </a:pPr>
            <a:r>
              <a:rPr dirty="0" sz="6700" spc="400" b="1">
                <a:solidFill>
                  <a:srgbClr val="7379A7"/>
                </a:solidFill>
                <a:latin typeface="Trebuchet MS"/>
                <a:cs typeface="Trebuchet MS"/>
              </a:rPr>
              <a:t>SERS-</a:t>
            </a:r>
            <a:r>
              <a:rPr dirty="0" sz="6700" spc="470" b="1">
                <a:solidFill>
                  <a:srgbClr val="7379A7"/>
                </a:solidFill>
                <a:latin typeface="Trebuchet MS"/>
                <a:cs typeface="Trebuchet MS"/>
              </a:rPr>
              <a:t>Based </a:t>
            </a:r>
            <a:r>
              <a:rPr dirty="0" sz="6700" spc="345" b="1">
                <a:solidFill>
                  <a:srgbClr val="7379A7"/>
                </a:solidFill>
                <a:latin typeface="Trebuchet MS"/>
                <a:cs typeface="Trebuchet MS"/>
              </a:rPr>
              <a:t>Nanobiosensor</a:t>
            </a:r>
            <a:r>
              <a:rPr dirty="0" sz="6700" spc="-885" b="1">
                <a:solidFill>
                  <a:srgbClr val="7379A7"/>
                </a:solidFill>
                <a:latin typeface="Trebuchet MS"/>
                <a:cs typeface="Trebuchet MS"/>
              </a:rPr>
              <a:t> </a:t>
            </a:r>
            <a:r>
              <a:rPr dirty="0" sz="6700" spc="210" b="1">
                <a:solidFill>
                  <a:srgbClr val="7379A7"/>
                </a:solidFill>
                <a:latin typeface="Trebuchet MS"/>
                <a:cs typeface="Trebuchet MS"/>
              </a:rPr>
              <a:t>Workflow </a:t>
            </a:r>
            <a:r>
              <a:rPr dirty="0" sz="6700" b="1">
                <a:solidFill>
                  <a:srgbClr val="7379A7"/>
                </a:solidFill>
                <a:latin typeface="Trebuchet MS"/>
                <a:cs typeface="Trebuchet MS"/>
              </a:rPr>
              <a:t>for</a:t>
            </a:r>
            <a:r>
              <a:rPr dirty="0" sz="6700" spc="-890" b="1">
                <a:solidFill>
                  <a:srgbClr val="7379A7"/>
                </a:solidFill>
                <a:latin typeface="Trebuchet MS"/>
                <a:cs typeface="Trebuchet MS"/>
              </a:rPr>
              <a:t> </a:t>
            </a:r>
            <a:r>
              <a:rPr dirty="0" sz="6700" spc="395" b="1">
                <a:solidFill>
                  <a:srgbClr val="7379A7"/>
                </a:solidFill>
                <a:latin typeface="Trebuchet MS"/>
                <a:cs typeface="Trebuchet MS"/>
              </a:rPr>
              <a:t>Sepsis</a:t>
            </a:r>
            <a:r>
              <a:rPr dirty="0" sz="6700" spc="-885" b="1">
                <a:solidFill>
                  <a:srgbClr val="7379A7"/>
                </a:solidFill>
                <a:latin typeface="Trebuchet MS"/>
                <a:cs typeface="Trebuchet MS"/>
              </a:rPr>
              <a:t> </a:t>
            </a:r>
            <a:r>
              <a:rPr dirty="0" sz="6700" spc="380" b="1">
                <a:solidFill>
                  <a:srgbClr val="7379A7"/>
                </a:solidFill>
                <a:latin typeface="Trebuchet MS"/>
                <a:cs typeface="Trebuchet MS"/>
              </a:rPr>
              <a:t>Diagnostics</a:t>
            </a:r>
            <a:endParaRPr sz="6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7959125"/>
            <a:ext cx="97790" cy="173355"/>
          </a:xfrm>
          <a:custGeom>
            <a:avLst/>
            <a:gdLst/>
            <a:ahLst/>
            <a:cxnLst/>
            <a:rect l="l" t="t" r="r" b="b"/>
            <a:pathLst>
              <a:path w="97790" h="173354">
                <a:moveTo>
                  <a:pt x="71527" y="172959"/>
                </a:moveTo>
                <a:lnTo>
                  <a:pt x="0" y="140528"/>
                </a:lnTo>
                <a:lnTo>
                  <a:pt x="0" y="0"/>
                </a:lnTo>
                <a:lnTo>
                  <a:pt x="97425" y="44993"/>
                </a:lnTo>
                <a:lnTo>
                  <a:pt x="78644" y="139111"/>
                </a:lnTo>
                <a:lnTo>
                  <a:pt x="71527" y="17295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24920" y="8121929"/>
            <a:ext cx="241935" cy="229235"/>
          </a:xfrm>
          <a:custGeom>
            <a:avLst/>
            <a:gdLst/>
            <a:ahLst/>
            <a:cxnLst/>
            <a:rect l="l" t="t" r="r" b="b"/>
            <a:pathLst>
              <a:path w="241934" h="229234">
                <a:moveTo>
                  <a:pt x="217339" y="229019"/>
                </a:moveTo>
                <a:lnTo>
                  <a:pt x="0" y="126950"/>
                </a:lnTo>
                <a:lnTo>
                  <a:pt x="24882" y="0"/>
                </a:lnTo>
                <a:lnTo>
                  <a:pt x="25390" y="0"/>
                </a:lnTo>
                <a:lnTo>
                  <a:pt x="241714" y="103083"/>
                </a:lnTo>
                <a:lnTo>
                  <a:pt x="217339" y="22901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95654" y="8346885"/>
            <a:ext cx="240665" cy="229235"/>
          </a:xfrm>
          <a:custGeom>
            <a:avLst/>
            <a:gdLst/>
            <a:ahLst/>
            <a:cxnLst/>
            <a:rect l="l" t="t" r="r" b="b"/>
            <a:pathLst>
              <a:path w="240665" h="229234">
                <a:moveTo>
                  <a:pt x="217339" y="229019"/>
                </a:moveTo>
                <a:lnTo>
                  <a:pt x="0" y="124919"/>
                </a:lnTo>
                <a:lnTo>
                  <a:pt x="23358" y="0"/>
                </a:lnTo>
                <a:lnTo>
                  <a:pt x="23866" y="0"/>
                </a:lnTo>
                <a:lnTo>
                  <a:pt x="240190" y="104607"/>
                </a:lnTo>
                <a:lnTo>
                  <a:pt x="217339" y="22901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266387" y="8573873"/>
            <a:ext cx="239395" cy="226695"/>
          </a:xfrm>
          <a:custGeom>
            <a:avLst/>
            <a:gdLst/>
            <a:ahLst/>
            <a:cxnLst/>
            <a:rect l="l" t="t" r="r" b="b"/>
            <a:pathLst>
              <a:path w="239394" h="226695">
                <a:moveTo>
                  <a:pt x="217339" y="226480"/>
                </a:moveTo>
                <a:lnTo>
                  <a:pt x="0" y="123396"/>
                </a:lnTo>
                <a:lnTo>
                  <a:pt x="22343" y="0"/>
                </a:lnTo>
                <a:lnTo>
                  <a:pt x="22850" y="0"/>
                </a:lnTo>
                <a:lnTo>
                  <a:pt x="239174" y="103591"/>
                </a:lnTo>
                <a:lnTo>
                  <a:pt x="217339" y="22648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737119" y="8796797"/>
            <a:ext cx="238125" cy="222250"/>
          </a:xfrm>
          <a:custGeom>
            <a:avLst/>
            <a:gdLst/>
            <a:ahLst/>
            <a:cxnLst/>
            <a:rect l="l" t="t" r="r" b="b"/>
            <a:pathLst>
              <a:path w="238125" h="222250">
                <a:moveTo>
                  <a:pt x="217339" y="221910"/>
                </a:moveTo>
                <a:lnTo>
                  <a:pt x="0" y="122380"/>
                </a:lnTo>
                <a:lnTo>
                  <a:pt x="20820" y="0"/>
                </a:lnTo>
                <a:lnTo>
                  <a:pt x="21327" y="0"/>
                </a:lnTo>
                <a:lnTo>
                  <a:pt x="237651" y="100037"/>
                </a:lnTo>
                <a:lnTo>
                  <a:pt x="217339" y="22191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7852" y="9010583"/>
            <a:ext cx="236128" cy="2148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8077" y="9208118"/>
            <a:ext cx="235112" cy="20566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49317" y="9384326"/>
            <a:ext cx="233589" cy="19398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19543" y="9532097"/>
            <a:ext cx="232573" cy="180777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90276" y="9645844"/>
            <a:ext cx="231050" cy="16605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61008" y="9719983"/>
            <a:ext cx="229526" cy="14878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31742" y="9743850"/>
            <a:ext cx="228511" cy="137098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502475" y="9699163"/>
            <a:ext cx="226987" cy="15741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973207" y="9609790"/>
            <a:ext cx="225464" cy="17570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443433" y="9483855"/>
            <a:ext cx="224448" cy="191949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914674" y="9325420"/>
            <a:ext cx="222925" cy="205660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384899" y="9141089"/>
            <a:ext cx="221909" cy="217847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855632" y="8937459"/>
            <a:ext cx="220386" cy="227496"/>
          </a:xfrm>
          <a:prstGeom prst="rect">
            <a:avLst/>
          </a:prstGeom>
        </p:spPr>
      </p:pic>
      <p:sp>
        <p:nvSpPr>
          <p:cNvPr id="20" name="object 20" descr=""/>
          <p:cNvSpPr/>
          <p:nvPr/>
        </p:nvSpPr>
        <p:spPr>
          <a:xfrm>
            <a:off x="8326365" y="8719612"/>
            <a:ext cx="219075" cy="234950"/>
          </a:xfrm>
          <a:custGeom>
            <a:avLst/>
            <a:gdLst/>
            <a:ahLst/>
            <a:cxnLst/>
            <a:rect l="l" t="t" r="r" b="b"/>
            <a:pathLst>
              <a:path w="219075" h="234950">
                <a:moveTo>
                  <a:pt x="0" y="234605"/>
                </a:moveTo>
                <a:lnTo>
                  <a:pt x="2539" y="101560"/>
                </a:lnTo>
                <a:lnTo>
                  <a:pt x="171551" y="22505"/>
                </a:lnTo>
                <a:lnTo>
                  <a:pt x="218862" y="0"/>
                </a:lnTo>
                <a:lnTo>
                  <a:pt x="217339" y="133552"/>
                </a:lnTo>
                <a:lnTo>
                  <a:pt x="0" y="23460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8797605" y="8494148"/>
            <a:ext cx="217804" cy="238760"/>
          </a:xfrm>
          <a:custGeom>
            <a:avLst/>
            <a:gdLst/>
            <a:ahLst/>
            <a:cxnLst/>
            <a:rect l="l" t="t" r="r" b="b"/>
            <a:pathLst>
              <a:path w="217804" h="238759">
                <a:moveTo>
                  <a:pt x="0" y="238667"/>
                </a:moveTo>
                <a:lnTo>
                  <a:pt x="1015" y="104607"/>
                </a:lnTo>
                <a:lnTo>
                  <a:pt x="217338" y="0"/>
                </a:lnTo>
                <a:lnTo>
                  <a:pt x="217338" y="135075"/>
                </a:lnTo>
                <a:lnTo>
                  <a:pt x="0" y="23866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9267830" y="8267160"/>
            <a:ext cx="217804" cy="240665"/>
          </a:xfrm>
          <a:custGeom>
            <a:avLst/>
            <a:gdLst/>
            <a:ahLst/>
            <a:cxnLst/>
            <a:rect l="l" t="t" r="r" b="b"/>
            <a:pathLst>
              <a:path w="217804" h="240665">
                <a:moveTo>
                  <a:pt x="0" y="240190"/>
                </a:moveTo>
                <a:lnTo>
                  <a:pt x="0" y="104099"/>
                </a:lnTo>
                <a:lnTo>
                  <a:pt x="1" y="104607"/>
                </a:lnTo>
                <a:lnTo>
                  <a:pt x="216324" y="0"/>
                </a:lnTo>
                <a:lnTo>
                  <a:pt x="217339" y="136598"/>
                </a:lnTo>
                <a:lnTo>
                  <a:pt x="0" y="24019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9737041" y="8044743"/>
            <a:ext cx="219075" cy="240029"/>
          </a:xfrm>
          <a:custGeom>
            <a:avLst/>
            <a:gdLst/>
            <a:ahLst/>
            <a:cxnLst/>
            <a:rect l="l" t="t" r="r" b="b"/>
            <a:pathLst>
              <a:path w="219075" h="240029">
                <a:moveTo>
                  <a:pt x="1523" y="239682"/>
                </a:moveTo>
                <a:lnTo>
                  <a:pt x="0" y="101560"/>
                </a:lnTo>
                <a:lnTo>
                  <a:pt x="216324" y="0"/>
                </a:lnTo>
                <a:lnTo>
                  <a:pt x="218862" y="138630"/>
                </a:lnTo>
                <a:lnTo>
                  <a:pt x="1523" y="23968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object 24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205743" y="7832989"/>
            <a:ext cx="220386" cy="235112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675460" y="7636978"/>
            <a:ext cx="221909" cy="228511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44670" y="7463816"/>
            <a:ext cx="222924" cy="217847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613878" y="7320109"/>
            <a:ext cx="224449" cy="204136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2083622" y="7209407"/>
            <a:ext cx="225437" cy="187379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2552806" y="7140854"/>
            <a:ext cx="226987" cy="167067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3022016" y="7118511"/>
            <a:ext cx="228511" cy="143200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3491734" y="7118003"/>
            <a:ext cx="229526" cy="142692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3960943" y="7117495"/>
            <a:ext cx="231049" cy="145231"/>
          </a:xfrm>
          <a:prstGeom prst="rect">
            <a:avLst/>
          </a:prstGeom>
        </p:spPr>
      </p:pic>
      <p:sp>
        <p:nvSpPr>
          <p:cNvPr id="33" name="object 33" descr=""/>
          <p:cNvSpPr/>
          <p:nvPr/>
        </p:nvSpPr>
        <p:spPr>
          <a:xfrm>
            <a:off x="14430153" y="7118003"/>
            <a:ext cx="233045" cy="146050"/>
          </a:xfrm>
          <a:custGeom>
            <a:avLst/>
            <a:gdLst/>
            <a:ahLst/>
            <a:cxnLst/>
            <a:rect l="l" t="t" r="r" b="b"/>
            <a:pathLst>
              <a:path w="233044" h="146050">
                <a:moveTo>
                  <a:pt x="232573" y="145739"/>
                </a:moveTo>
                <a:lnTo>
                  <a:pt x="15233" y="145739"/>
                </a:lnTo>
                <a:lnTo>
                  <a:pt x="0" y="507"/>
                </a:lnTo>
                <a:lnTo>
                  <a:pt x="506" y="0"/>
                </a:lnTo>
                <a:lnTo>
                  <a:pt x="216831" y="0"/>
                </a:lnTo>
                <a:lnTo>
                  <a:pt x="232573" y="14573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14899360" y="7117495"/>
            <a:ext cx="233679" cy="146050"/>
          </a:xfrm>
          <a:custGeom>
            <a:avLst/>
            <a:gdLst/>
            <a:ahLst/>
            <a:cxnLst/>
            <a:rect l="l" t="t" r="r" b="b"/>
            <a:pathLst>
              <a:path w="233680" h="146050">
                <a:moveTo>
                  <a:pt x="233589" y="145739"/>
                </a:moveTo>
                <a:lnTo>
                  <a:pt x="16250" y="145739"/>
                </a:lnTo>
                <a:lnTo>
                  <a:pt x="0" y="0"/>
                </a:lnTo>
                <a:lnTo>
                  <a:pt x="508" y="507"/>
                </a:lnTo>
                <a:lnTo>
                  <a:pt x="216832" y="507"/>
                </a:lnTo>
                <a:lnTo>
                  <a:pt x="233589" y="14573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15368570" y="7118003"/>
            <a:ext cx="235585" cy="144780"/>
          </a:xfrm>
          <a:custGeom>
            <a:avLst/>
            <a:gdLst/>
            <a:ahLst/>
            <a:cxnLst/>
            <a:rect l="l" t="t" r="r" b="b"/>
            <a:pathLst>
              <a:path w="235584" h="144779">
                <a:moveTo>
                  <a:pt x="17773" y="144723"/>
                </a:moveTo>
                <a:lnTo>
                  <a:pt x="0" y="0"/>
                </a:lnTo>
                <a:lnTo>
                  <a:pt x="508" y="0"/>
                </a:lnTo>
                <a:lnTo>
                  <a:pt x="216832" y="0"/>
                </a:lnTo>
                <a:lnTo>
                  <a:pt x="235113" y="144215"/>
                </a:lnTo>
                <a:lnTo>
                  <a:pt x="17773" y="14472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6" name="object 36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5838797" y="7118003"/>
            <a:ext cx="236127" cy="143200"/>
          </a:xfrm>
          <a:prstGeom prst="rect">
            <a:avLst/>
          </a:prstGeom>
        </p:spPr>
      </p:pic>
      <p:sp>
        <p:nvSpPr>
          <p:cNvPr id="37" name="object 37" descr=""/>
          <p:cNvSpPr/>
          <p:nvPr/>
        </p:nvSpPr>
        <p:spPr>
          <a:xfrm>
            <a:off x="16307499" y="7117495"/>
            <a:ext cx="238125" cy="140970"/>
          </a:xfrm>
          <a:custGeom>
            <a:avLst/>
            <a:gdLst/>
            <a:ahLst/>
            <a:cxnLst/>
            <a:rect l="l" t="t" r="r" b="b"/>
            <a:pathLst>
              <a:path w="238125" h="140970">
                <a:moveTo>
                  <a:pt x="20311" y="140661"/>
                </a:moveTo>
                <a:lnTo>
                  <a:pt x="0" y="0"/>
                </a:lnTo>
                <a:lnTo>
                  <a:pt x="506" y="507"/>
                </a:lnTo>
                <a:lnTo>
                  <a:pt x="216830" y="507"/>
                </a:lnTo>
                <a:lnTo>
                  <a:pt x="237651" y="139645"/>
                </a:lnTo>
                <a:lnTo>
                  <a:pt x="20311" y="14066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16776707" y="7118003"/>
            <a:ext cx="239395" cy="138430"/>
          </a:xfrm>
          <a:custGeom>
            <a:avLst/>
            <a:gdLst/>
            <a:ahLst/>
            <a:cxnLst/>
            <a:rect l="l" t="t" r="r" b="b"/>
            <a:pathLst>
              <a:path w="239394" h="138429">
                <a:moveTo>
                  <a:pt x="21835" y="138122"/>
                </a:moveTo>
                <a:lnTo>
                  <a:pt x="0" y="507"/>
                </a:lnTo>
                <a:lnTo>
                  <a:pt x="506" y="0"/>
                </a:lnTo>
                <a:lnTo>
                  <a:pt x="216830" y="0"/>
                </a:lnTo>
                <a:lnTo>
                  <a:pt x="239174" y="136598"/>
                </a:lnTo>
                <a:lnTo>
                  <a:pt x="21835" y="13812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17245914" y="7118003"/>
            <a:ext cx="240665" cy="135255"/>
          </a:xfrm>
          <a:custGeom>
            <a:avLst/>
            <a:gdLst/>
            <a:ahLst/>
            <a:cxnLst/>
            <a:rect l="l" t="t" r="r" b="b"/>
            <a:pathLst>
              <a:path w="240665" h="135254">
                <a:moveTo>
                  <a:pt x="22851" y="135075"/>
                </a:moveTo>
                <a:lnTo>
                  <a:pt x="0" y="507"/>
                </a:lnTo>
                <a:lnTo>
                  <a:pt x="508" y="0"/>
                </a:lnTo>
                <a:lnTo>
                  <a:pt x="216832" y="0"/>
                </a:lnTo>
                <a:lnTo>
                  <a:pt x="240191" y="133551"/>
                </a:lnTo>
                <a:lnTo>
                  <a:pt x="22851" y="13507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17715633" y="7118003"/>
            <a:ext cx="241935" cy="132080"/>
          </a:xfrm>
          <a:custGeom>
            <a:avLst/>
            <a:gdLst/>
            <a:ahLst/>
            <a:cxnLst/>
            <a:rect l="l" t="t" r="r" b="b"/>
            <a:pathLst>
              <a:path w="241934" h="132079">
                <a:moveTo>
                  <a:pt x="24375" y="132028"/>
                </a:moveTo>
                <a:lnTo>
                  <a:pt x="0" y="507"/>
                </a:lnTo>
                <a:lnTo>
                  <a:pt x="508" y="0"/>
                </a:lnTo>
                <a:lnTo>
                  <a:pt x="216832" y="0"/>
                </a:lnTo>
                <a:lnTo>
                  <a:pt x="241714" y="130505"/>
                </a:lnTo>
                <a:lnTo>
                  <a:pt x="24375" y="13202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1" name="object 41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8185643" y="7119018"/>
            <a:ext cx="102354" cy="126443"/>
          </a:xfrm>
          <a:prstGeom prst="rect">
            <a:avLst/>
          </a:prstGeom>
        </p:spPr>
      </p:pic>
      <p:sp>
        <p:nvSpPr>
          <p:cNvPr id="42" name="object 42" descr=""/>
          <p:cNvSpPr/>
          <p:nvPr/>
        </p:nvSpPr>
        <p:spPr>
          <a:xfrm>
            <a:off x="0" y="8259229"/>
            <a:ext cx="41910" cy="140970"/>
          </a:xfrm>
          <a:custGeom>
            <a:avLst/>
            <a:gdLst/>
            <a:ahLst/>
            <a:cxnLst/>
            <a:rect l="l" t="t" r="r" b="b"/>
            <a:pathLst>
              <a:path w="41910" h="140970">
                <a:moveTo>
                  <a:pt x="15669" y="140468"/>
                </a:moveTo>
                <a:lnTo>
                  <a:pt x="0" y="133629"/>
                </a:lnTo>
                <a:lnTo>
                  <a:pt x="0" y="0"/>
                </a:lnTo>
                <a:lnTo>
                  <a:pt x="41567" y="18595"/>
                </a:lnTo>
                <a:lnTo>
                  <a:pt x="15669" y="14046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3" name="object 43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71093" y="8393095"/>
            <a:ext cx="242729" cy="218863"/>
          </a:xfrm>
          <a:prstGeom prst="rect">
            <a:avLst/>
          </a:prstGeom>
        </p:spPr>
      </p:pic>
      <p:sp>
        <p:nvSpPr>
          <p:cNvPr id="44" name="object 44" descr=""/>
          <p:cNvSpPr/>
          <p:nvPr/>
        </p:nvSpPr>
        <p:spPr>
          <a:xfrm>
            <a:off x="744365" y="8612974"/>
            <a:ext cx="241935" cy="218440"/>
          </a:xfrm>
          <a:custGeom>
            <a:avLst/>
            <a:gdLst/>
            <a:ahLst/>
            <a:cxnLst/>
            <a:rect l="l" t="t" r="r" b="b"/>
            <a:pathLst>
              <a:path w="241934" h="218440">
                <a:moveTo>
                  <a:pt x="218355" y="217847"/>
                </a:moveTo>
                <a:lnTo>
                  <a:pt x="0" y="116794"/>
                </a:lnTo>
                <a:lnTo>
                  <a:pt x="23866" y="0"/>
                </a:lnTo>
                <a:lnTo>
                  <a:pt x="241714" y="102576"/>
                </a:lnTo>
                <a:lnTo>
                  <a:pt x="224790" y="187411"/>
                </a:lnTo>
                <a:lnTo>
                  <a:pt x="218355" y="21784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1218145" y="8835391"/>
            <a:ext cx="240665" cy="214629"/>
          </a:xfrm>
          <a:custGeom>
            <a:avLst/>
            <a:gdLst/>
            <a:ahLst/>
            <a:cxnLst/>
            <a:rect l="l" t="t" r="r" b="b"/>
            <a:pathLst>
              <a:path w="240665" h="214629">
                <a:moveTo>
                  <a:pt x="218355" y="214292"/>
                </a:moveTo>
                <a:lnTo>
                  <a:pt x="0" y="113748"/>
                </a:lnTo>
                <a:lnTo>
                  <a:pt x="16495" y="31198"/>
                </a:lnTo>
                <a:lnTo>
                  <a:pt x="22343" y="0"/>
                </a:lnTo>
                <a:lnTo>
                  <a:pt x="240190" y="102068"/>
                </a:lnTo>
                <a:lnTo>
                  <a:pt x="218355" y="21429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object 46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691417" y="9054762"/>
            <a:ext cx="239175" cy="208199"/>
          </a:xfrm>
          <a:prstGeom prst="rect">
            <a:avLst/>
          </a:prstGeom>
        </p:spPr>
      </p:pic>
      <p:pic>
        <p:nvPicPr>
          <p:cNvPr id="47" name="object 47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165197" y="9266008"/>
            <a:ext cx="237651" cy="200581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638976" y="9462020"/>
            <a:ext cx="236128" cy="189917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112248" y="9638227"/>
            <a:ext cx="235112" cy="178238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586028" y="9788028"/>
            <a:ext cx="233589" cy="165035"/>
          </a:xfrm>
          <a:prstGeom prst="rect">
            <a:avLst/>
          </a:prstGeom>
        </p:spPr>
      </p:pic>
      <p:pic>
        <p:nvPicPr>
          <p:cNvPr id="51" name="object 51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059808" y="9905838"/>
            <a:ext cx="232066" cy="149294"/>
          </a:xfrm>
          <a:prstGeom prst="rect">
            <a:avLst/>
          </a:prstGeom>
        </p:spPr>
      </p:pic>
      <p:pic>
        <p:nvPicPr>
          <p:cNvPr id="52" name="object 52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4533079" y="9985056"/>
            <a:ext cx="231050" cy="132028"/>
          </a:xfrm>
          <a:prstGeom prst="rect">
            <a:avLst/>
          </a:prstGeom>
        </p:spPr>
      </p:pic>
      <p:pic>
        <p:nvPicPr>
          <p:cNvPr id="53" name="object 53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006859" y="10017555"/>
            <a:ext cx="229526" cy="117072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5480639" y="9969822"/>
            <a:ext cx="228003" cy="139138"/>
          </a:xfrm>
          <a:prstGeom prst="rect">
            <a:avLst/>
          </a:prstGeom>
        </p:spPr>
      </p:pic>
      <p:pic>
        <p:nvPicPr>
          <p:cNvPr id="55" name="object 55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5953911" y="9880448"/>
            <a:ext cx="226987" cy="157926"/>
          </a:xfrm>
          <a:prstGeom prst="rect">
            <a:avLst/>
          </a:prstGeom>
        </p:spPr>
      </p:pic>
      <p:pic>
        <p:nvPicPr>
          <p:cNvPr id="56" name="object 56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427691" y="9754006"/>
            <a:ext cx="225464" cy="174684"/>
          </a:xfrm>
          <a:prstGeom prst="rect">
            <a:avLst/>
          </a:prstGeom>
        </p:spPr>
      </p:pic>
      <p:pic>
        <p:nvPicPr>
          <p:cNvPr id="57" name="object 57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6901470" y="9597603"/>
            <a:ext cx="223941" cy="188902"/>
          </a:xfrm>
          <a:prstGeom prst="rect">
            <a:avLst/>
          </a:prstGeom>
        </p:spPr>
      </p:pic>
      <p:pic>
        <p:nvPicPr>
          <p:cNvPr id="58" name="object 58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7374742" y="9415809"/>
            <a:ext cx="222925" cy="201596"/>
          </a:xfrm>
          <a:prstGeom prst="rect">
            <a:avLst/>
          </a:prstGeom>
        </p:spPr>
      </p:pic>
      <p:pic>
        <p:nvPicPr>
          <p:cNvPr id="59" name="object 59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7848522" y="9215735"/>
            <a:ext cx="221401" cy="212261"/>
          </a:xfrm>
          <a:prstGeom prst="rect">
            <a:avLst/>
          </a:prstGeom>
        </p:spPr>
      </p:pic>
      <p:sp>
        <p:nvSpPr>
          <p:cNvPr id="60" name="object 60" descr=""/>
          <p:cNvSpPr/>
          <p:nvPr/>
        </p:nvSpPr>
        <p:spPr>
          <a:xfrm>
            <a:off x="8322302" y="9002458"/>
            <a:ext cx="220345" cy="220979"/>
          </a:xfrm>
          <a:custGeom>
            <a:avLst/>
            <a:gdLst/>
            <a:ahLst/>
            <a:cxnLst/>
            <a:rect l="l" t="t" r="r" b="b"/>
            <a:pathLst>
              <a:path w="220345" h="220979">
                <a:moveTo>
                  <a:pt x="0" y="220386"/>
                </a:moveTo>
                <a:lnTo>
                  <a:pt x="2539" y="99528"/>
                </a:lnTo>
                <a:lnTo>
                  <a:pt x="2031" y="99529"/>
                </a:lnTo>
                <a:lnTo>
                  <a:pt x="219878" y="0"/>
                </a:lnTo>
                <a:lnTo>
                  <a:pt x="218355" y="121872"/>
                </a:lnTo>
                <a:lnTo>
                  <a:pt x="0" y="22038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1" name="object 61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8796082" y="8781056"/>
            <a:ext cx="218355" cy="225972"/>
          </a:xfrm>
          <a:prstGeom prst="rect">
            <a:avLst/>
          </a:prstGeom>
        </p:spPr>
      </p:pic>
      <p:pic>
        <p:nvPicPr>
          <p:cNvPr id="62" name="object 62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9268338" y="8558638"/>
            <a:ext cx="218862" cy="229019"/>
          </a:xfrm>
          <a:prstGeom prst="rect">
            <a:avLst/>
          </a:prstGeom>
        </p:spPr>
      </p:pic>
      <p:pic>
        <p:nvPicPr>
          <p:cNvPr id="63" name="object 63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9740594" y="8340791"/>
            <a:ext cx="220385" cy="229526"/>
          </a:xfrm>
          <a:prstGeom prst="rect">
            <a:avLst/>
          </a:prstGeom>
        </p:spPr>
      </p:pic>
      <p:sp>
        <p:nvSpPr>
          <p:cNvPr id="64" name="object 64" descr=""/>
          <p:cNvSpPr/>
          <p:nvPr/>
        </p:nvSpPr>
        <p:spPr>
          <a:xfrm>
            <a:off x="10212851" y="8132085"/>
            <a:ext cx="221615" cy="227329"/>
          </a:xfrm>
          <a:custGeom>
            <a:avLst/>
            <a:gdLst/>
            <a:ahLst/>
            <a:cxnLst/>
            <a:rect l="l" t="t" r="r" b="b"/>
            <a:pathLst>
              <a:path w="221615" h="227329">
                <a:moveTo>
                  <a:pt x="3047" y="226987"/>
                </a:moveTo>
                <a:lnTo>
                  <a:pt x="0" y="94451"/>
                </a:lnTo>
                <a:lnTo>
                  <a:pt x="128587" y="38146"/>
                </a:lnTo>
                <a:lnTo>
                  <a:pt x="217847" y="0"/>
                </a:lnTo>
                <a:lnTo>
                  <a:pt x="221402" y="134059"/>
                </a:lnTo>
                <a:lnTo>
                  <a:pt x="3047" y="22698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5" name="object 65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0685107" y="7940135"/>
            <a:ext cx="222926" cy="221401"/>
          </a:xfrm>
          <a:prstGeom prst="rect">
            <a:avLst/>
          </a:prstGeom>
        </p:spPr>
      </p:pic>
      <p:pic>
        <p:nvPicPr>
          <p:cNvPr id="66" name="object 66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1157364" y="7769006"/>
            <a:ext cx="224449" cy="212769"/>
          </a:xfrm>
          <a:prstGeom prst="rect">
            <a:avLst/>
          </a:prstGeom>
        </p:spPr>
      </p:pic>
      <p:pic>
        <p:nvPicPr>
          <p:cNvPr id="67" name="object 67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1629620" y="7625805"/>
            <a:ext cx="225464" cy="201597"/>
          </a:xfrm>
          <a:prstGeom prst="rect">
            <a:avLst/>
          </a:prstGeom>
        </p:spPr>
      </p:pic>
      <p:pic>
        <p:nvPicPr>
          <p:cNvPr id="68" name="object 68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2101876" y="7515612"/>
            <a:ext cx="226987" cy="186871"/>
          </a:xfrm>
          <a:prstGeom prst="rect">
            <a:avLst/>
          </a:prstGeom>
        </p:spPr>
      </p:pic>
      <p:pic>
        <p:nvPicPr>
          <p:cNvPr id="69" name="object 69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2574134" y="7445028"/>
            <a:ext cx="228511" cy="168082"/>
          </a:xfrm>
          <a:prstGeom prst="rect">
            <a:avLst/>
          </a:prstGeom>
        </p:spPr>
      </p:pic>
      <p:pic>
        <p:nvPicPr>
          <p:cNvPr id="70" name="object 70" descr="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3046389" y="7419575"/>
            <a:ext cx="229527" cy="145295"/>
          </a:xfrm>
          <a:prstGeom prst="rect">
            <a:avLst/>
          </a:prstGeom>
        </p:spPr>
      </p:pic>
      <p:sp>
        <p:nvSpPr>
          <p:cNvPr id="71" name="object 71" descr=""/>
          <p:cNvSpPr/>
          <p:nvPr/>
        </p:nvSpPr>
        <p:spPr>
          <a:xfrm>
            <a:off x="13518647" y="7424208"/>
            <a:ext cx="231140" cy="146050"/>
          </a:xfrm>
          <a:custGeom>
            <a:avLst/>
            <a:gdLst/>
            <a:ahLst/>
            <a:cxnLst/>
            <a:rect l="l" t="t" r="r" b="b"/>
            <a:pathLst>
              <a:path w="231140" h="146050">
                <a:moveTo>
                  <a:pt x="231049" y="145739"/>
                </a:moveTo>
                <a:lnTo>
                  <a:pt x="12695" y="142184"/>
                </a:lnTo>
                <a:lnTo>
                  <a:pt x="272" y="3047"/>
                </a:lnTo>
                <a:lnTo>
                  <a:pt x="210" y="2356"/>
                </a:lnTo>
                <a:lnTo>
                  <a:pt x="87" y="976"/>
                </a:lnTo>
                <a:lnTo>
                  <a:pt x="0" y="0"/>
                </a:lnTo>
                <a:lnTo>
                  <a:pt x="217846" y="3047"/>
                </a:lnTo>
                <a:lnTo>
                  <a:pt x="221266" y="41552"/>
                </a:lnTo>
                <a:lnTo>
                  <a:pt x="224257" y="74583"/>
                </a:lnTo>
                <a:lnTo>
                  <a:pt x="227343" y="107519"/>
                </a:lnTo>
                <a:lnTo>
                  <a:pt x="230895" y="144152"/>
                </a:lnTo>
                <a:lnTo>
                  <a:pt x="230975" y="144969"/>
                </a:lnTo>
                <a:lnTo>
                  <a:pt x="231049" y="14573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2" name="object 72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3990902" y="7429793"/>
            <a:ext cx="232055" cy="144628"/>
          </a:xfrm>
          <a:prstGeom prst="rect">
            <a:avLst/>
          </a:prstGeom>
        </p:spPr>
      </p:pic>
      <p:sp>
        <p:nvSpPr>
          <p:cNvPr id="73" name="object 73" descr=""/>
          <p:cNvSpPr/>
          <p:nvPr/>
        </p:nvSpPr>
        <p:spPr>
          <a:xfrm>
            <a:off x="14463157" y="7431825"/>
            <a:ext cx="233679" cy="142875"/>
          </a:xfrm>
          <a:custGeom>
            <a:avLst/>
            <a:gdLst/>
            <a:ahLst/>
            <a:cxnLst/>
            <a:rect l="l" t="t" r="r" b="b"/>
            <a:pathLst>
              <a:path w="233680" h="142875">
                <a:moveTo>
                  <a:pt x="15235" y="142692"/>
                </a:moveTo>
                <a:lnTo>
                  <a:pt x="0" y="0"/>
                </a:lnTo>
                <a:lnTo>
                  <a:pt x="217847" y="0"/>
                </a:lnTo>
                <a:lnTo>
                  <a:pt x="233589" y="142184"/>
                </a:lnTo>
                <a:lnTo>
                  <a:pt x="15235" y="14269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14935415" y="7430302"/>
            <a:ext cx="235585" cy="142240"/>
          </a:xfrm>
          <a:custGeom>
            <a:avLst/>
            <a:gdLst/>
            <a:ahLst/>
            <a:cxnLst/>
            <a:rect l="l" t="t" r="r" b="b"/>
            <a:pathLst>
              <a:path w="235584" h="142240">
                <a:moveTo>
                  <a:pt x="16757" y="142184"/>
                </a:moveTo>
                <a:lnTo>
                  <a:pt x="0" y="1015"/>
                </a:lnTo>
                <a:lnTo>
                  <a:pt x="217847" y="0"/>
                </a:lnTo>
                <a:lnTo>
                  <a:pt x="235112" y="139645"/>
                </a:lnTo>
                <a:lnTo>
                  <a:pt x="16757" y="14218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15407670" y="7426239"/>
            <a:ext cx="236220" cy="140335"/>
          </a:xfrm>
          <a:custGeom>
            <a:avLst/>
            <a:gdLst/>
            <a:ahLst/>
            <a:cxnLst/>
            <a:rect l="l" t="t" r="r" b="b"/>
            <a:pathLst>
              <a:path w="236219" h="140334">
                <a:moveTo>
                  <a:pt x="17773" y="140153"/>
                </a:moveTo>
                <a:lnTo>
                  <a:pt x="0" y="2031"/>
                </a:lnTo>
                <a:lnTo>
                  <a:pt x="217847" y="0"/>
                </a:lnTo>
                <a:lnTo>
                  <a:pt x="236128" y="136599"/>
                </a:lnTo>
                <a:lnTo>
                  <a:pt x="17773" y="14015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6" name="object 76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5879962" y="7420653"/>
            <a:ext cx="237618" cy="137106"/>
          </a:xfrm>
          <a:prstGeom prst="rect">
            <a:avLst/>
          </a:prstGeom>
        </p:spPr>
      </p:pic>
      <p:sp>
        <p:nvSpPr>
          <p:cNvPr id="77" name="object 77" descr=""/>
          <p:cNvSpPr/>
          <p:nvPr/>
        </p:nvSpPr>
        <p:spPr>
          <a:xfrm>
            <a:off x="16352184" y="7414052"/>
            <a:ext cx="239395" cy="133985"/>
          </a:xfrm>
          <a:custGeom>
            <a:avLst/>
            <a:gdLst/>
            <a:ahLst/>
            <a:cxnLst/>
            <a:rect l="l" t="t" r="r" b="b"/>
            <a:pathLst>
              <a:path w="239394" h="133984">
                <a:moveTo>
                  <a:pt x="20821" y="133551"/>
                </a:moveTo>
                <a:lnTo>
                  <a:pt x="0" y="3046"/>
                </a:lnTo>
                <a:lnTo>
                  <a:pt x="217847" y="0"/>
                </a:lnTo>
                <a:lnTo>
                  <a:pt x="239176" y="127966"/>
                </a:lnTo>
                <a:lnTo>
                  <a:pt x="20821" y="13355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16824439" y="7405927"/>
            <a:ext cx="240665" cy="129539"/>
          </a:xfrm>
          <a:custGeom>
            <a:avLst/>
            <a:gdLst/>
            <a:ahLst/>
            <a:cxnLst/>
            <a:rect l="l" t="t" r="r" b="b"/>
            <a:pathLst>
              <a:path w="240665" h="129540">
                <a:moveTo>
                  <a:pt x="21836" y="128981"/>
                </a:moveTo>
                <a:lnTo>
                  <a:pt x="0" y="3554"/>
                </a:lnTo>
                <a:lnTo>
                  <a:pt x="217847" y="0"/>
                </a:lnTo>
                <a:lnTo>
                  <a:pt x="240191" y="123396"/>
                </a:lnTo>
                <a:lnTo>
                  <a:pt x="21836" y="12898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9" name="object 79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7296795" y="7398310"/>
            <a:ext cx="241615" cy="123903"/>
          </a:xfrm>
          <a:prstGeom prst="rect">
            <a:avLst/>
          </a:prstGeom>
        </p:spPr>
      </p:pic>
      <p:sp>
        <p:nvSpPr>
          <p:cNvPr id="80" name="object 80" descr=""/>
          <p:cNvSpPr/>
          <p:nvPr/>
        </p:nvSpPr>
        <p:spPr>
          <a:xfrm>
            <a:off x="17768952" y="7390693"/>
            <a:ext cx="243840" cy="119380"/>
          </a:xfrm>
          <a:custGeom>
            <a:avLst/>
            <a:gdLst/>
            <a:ahLst/>
            <a:cxnLst/>
            <a:rect l="l" t="t" r="r" b="b"/>
            <a:pathLst>
              <a:path w="243840" h="119379">
                <a:moveTo>
                  <a:pt x="24883" y="119333"/>
                </a:moveTo>
                <a:lnTo>
                  <a:pt x="508" y="3554"/>
                </a:lnTo>
                <a:lnTo>
                  <a:pt x="0" y="3554"/>
                </a:lnTo>
                <a:lnTo>
                  <a:pt x="217847" y="0"/>
                </a:lnTo>
                <a:lnTo>
                  <a:pt x="243237" y="113747"/>
                </a:lnTo>
                <a:lnTo>
                  <a:pt x="24883" y="11933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18241209" y="7386530"/>
            <a:ext cx="46990" cy="112395"/>
          </a:xfrm>
          <a:custGeom>
            <a:avLst/>
            <a:gdLst/>
            <a:ahLst/>
            <a:cxnLst/>
            <a:rect l="l" t="t" r="r" b="b"/>
            <a:pathLst>
              <a:path w="46990" h="112395">
                <a:moveTo>
                  <a:pt x="25898" y="111816"/>
                </a:moveTo>
                <a:lnTo>
                  <a:pt x="12949" y="57545"/>
                </a:lnTo>
                <a:lnTo>
                  <a:pt x="6903" y="31481"/>
                </a:lnTo>
                <a:lnTo>
                  <a:pt x="0" y="608"/>
                </a:lnTo>
                <a:lnTo>
                  <a:pt x="46789" y="0"/>
                </a:lnTo>
                <a:lnTo>
                  <a:pt x="46789" y="111331"/>
                </a:lnTo>
                <a:lnTo>
                  <a:pt x="25898" y="11181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215743" y="8649536"/>
            <a:ext cx="245110" cy="209550"/>
          </a:xfrm>
          <a:custGeom>
            <a:avLst/>
            <a:gdLst/>
            <a:ahLst/>
            <a:cxnLst/>
            <a:rect l="l" t="t" r="r" b="b"/>
            <a:pathLst>
              <a:path w="245109" h="209550">
                <a:moveTo>
                  <a:pt x="219878" y="209215"/>
                </a:moveTo>
                <a:lnTo>
                  <a:pt x="0" y="114256"/>
                </a:lnTo>
                <a:lnTo>
                  <a:pt x="25390" y="0"/>
                </a:lnTo>
                <a:lnTo>
                  <a:pt x="244760" y="96990"/>
                </a:lnTo>
                <a:lnTo>
                  <a:pt x="219878" y="20921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3" name="object 83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692569" y="8861288"/>
            <a:ext cx="243237" cy="206676"/>
          </a:xfrm>
          <a:prstGeom prst="rect">
            <a:avLst/>
          </a:prstGeom>
        </p:spPr>
      </p:pic>
      <p:sp>
        <p:nvSpPr>
          <p:cNvPr id="84" name="object 84" descr=""/>
          <p:cNvSpPr/>
          <p:nvPr/>
        </p:nvSpPr>
        <p:spPr>
          <a:xfrm>
            <a:off x="1168888" y="9076597"/>
            <a:ext cx="242570" cy="202565"/>
          </a:xfrm>
          <a:custGeom>
            <a:avLst/>
            <a:gdLst/>
            <a:ahLst/>
            <a:cxnLst/>
            <a:rect l="l" t="t" r="r" b="b"/>
            <a:pathLst>
              <a:path w="242569" h="202565">
                <a:moveTo>
                  <a:pt x="219878" y="202105"/>
                </a:moveTo>
                <a:lnTo>
                  <a:pt x="0" y="105114"/>
                </a:lnTo>
                <a:lnTo>
                  <a:pt x="22851" y="0"/>
                </a:lnTo>
                <a:lnTo>
                  <a:pt x="242222" y="99021"/>
                </a:lnTo>
                <a:lnTo>
                  <a:pt x="226011" y="175001"/>
                </a:lnTo>
                <a:lnTo>
                  <a:pt x="219878" y="20210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/>
          <p:nvPr/>
        </p:nvSpPr>
        <p:spPr>
          <a:xfrm>
            <a:off x="1645207" y="9289367"/>
            <a:ext cx="241300" cy="195580"/>
          </a:xfrm>
          <a:custGeom>
            <a:avLst/>
            <a:gdLst/>
            <a:ahLst/>
            <a:cxnLst/>
            <a:rect l="l" t="t" r="r" b="b"/>
            <a:pathLst>
              <a:path w="241300" h="195579">
                <a:moveTo>
                  <a:pt x="219878" y="195504"/>
                </a:moveTo>
                <a:lnTo>
                  <a:pt x="0" y="101053"/>
                </a:lnTo>
                <a:lnTo>
                  <a:pt x="21328" y="0"/>
                </a:lnTo>
                <a:lnTo>
                  <a:pt x="240698" y="95974"/>
                </a:lnTo>
                <a:lnTo>
                  <a:pt x="219878" y="19550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6" name="object 86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2122034" y="9494518"/>
            <a:ext cx="239174" cy="186363"/>
          </a:xfrm>
          <a:prstGeom prst="rect">
            <a:avLst/>
          </a:prstGeom>
        </p:spPr>
      </p:pic>
      <p:pic>
        <p:nvPicPr>
          <p:cNvPr id="87" name="object 87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2598352" y="9686468"/>
            <a:ext cx="238159" cy="175699"/>
          </a:xfrm>
          <a:prstGeom prst="rect">
            <a:avLst/>
          </a:prstGeom>
        </p:spPr>
      </p:pic>
      <p:pic>
        <p:nvPicPr>
          <p:cNvPr id="88" name="object 88" descr="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3075179" y="9859121"/>
            <a:ext cx="236636" cy="163512"/>
          </a:xfrm>
          <a:prstGeom prst="rect">
            <a:avLst/>
          </a:prstGeom>
        </p:spPr>
      </p:pic>
      <p:pic>
        <p:nvPicPr>
          <p:cNvPr id="89" name="object 89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3551497" y="10007907"/>
            <a:ext cx="235112" cy="149294"/>
          </a:xfrm>
          <a:prstGeom prst="rect">
            <a:avLst/>
          </a:prstGeom>
        </p:spPr>
      </p:pic>
      <p:pic>
        <p:nvPicPr>
          <p:cNvPr id="90" name="object 90" descr="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4027816" y="10126226"/>
            <a:ext cx="234097" cy="133044"/>
          </a:xfrm>
          <a:prstGeom prst="rect">
            <a:avLst/>
          </a:prstGeom>
        </p:spPr>
      </p:pic>
      <p:pic>
        <p:nvPicPr>
          <p:cNvPr id="91" name="object 91" descr="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4506566" y="10209505"/>
            <a:ext cx="230650" cy="77494"/>
          </a:xfrm>
          <a:prstGeom prst="rect">
            <a:avLst/>
          </a:prstGeom>
        </p:spPr>
      </p:pic>
      <p:sp>
        <p:nvSpPr>
          <p:cNvPr id="92" name="object 92" descr=""/>
          <p:cNvSpPr/>
          <p:nvPr/>
        </p:nvSpPr>
        <p:spPr>
          <a:xfrm>
            <a:off x="4988377" y="10248606"/>
            <a:ext cx="224154" cy="38735"/>
          </a:xfrm>
          <a:custGeom>
            <a:avLst/>
            <a:gdLst/>
            <a:ahLst/>
            <a:cxnLst/>
            <a:rect l="l" t="t" r="r" b="b"/>
            <a:pathLst>
              <a:path w="224154" h="38734">
                <a:moveTo>
                  <a:pt x="219157" y="38393"/>
                </a:moveTo>
                <a:lnTo>
                  <a:pt x="0" y="38393"/>
                </a:lnTo>
                <a:lnTo>
                  <a:pt x="4264" y="3046"/>
                </a:lnTo>
                <a:lnTo>
                  <a:pt x="63248" y="4713"/>
                </a:lnTo>
                <a:lnTo>
                  <a:pt x="113949" y="4570"/>
                </a:lnTo>
                <a:lnTo>
                  <a:pt x="164650" y="2903"/>
                </a:lnTo>
                <a:lnTo>
                  <a:pt x="223635" y="0"/>
                </a:lnTo>
                <a:lnTo>
                  <a:pt x="219157" y="3839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3" name="object 93" descr="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5461162" y="10200364"/>
            <a:ext cx="226153" cy="86634"/>
          </a:xfrm>
          <a:prstGeom prst="rect">
            <a:avLst/>
          </a:prstGeom>
        </p:spPr>
      </p:pic>
      <p:pic>
        <p:nvPicPr>
          <p:cNvPr id="94" name="object 94" descr="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5934107" y="10112007"/>
            <a:ext cx="228511" cy="140154"/>
          </a:xfrm>
          <a:prstGeom prst="rect">
            <a:avLst/>
          </a:prstGeom>
        </p:spPr>
      </p:pic>
      <p:pic>
        <p:nvPicPr>
          <p:cNvPr id="95" name="object 95" descr="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6410934" y="9988611"/>
            <a:ext cx="226987" cy="156910"/>
          </a:xfrm>
          <a:prstGeom prst="rect">
            <a:avLst/>
          </a:prstGeom>
        </p:spPr>
      </p:pic>
      <p:pic>
        <p:nvPicPr>
          <p:cNvPr id="96" name="object 96" descr="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6887253" y="9836778"/>
            <a:ext cx="225464" cy="172652"/>
          </a:xfrm>
          <a:prstGeom prst="rect">
            <a:avLst/>
          </a:prstGeom>
        </p:spPr>
      </p:pic>
      <p:pic>
        <p:nvPicPr>
          <p:cNvPr id="97" name="object 97" descr="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7363572" y="9661078"/>
            <a:ext cx="224448" cy="186363"/>
          </a:xfrm>
          <a:prstGeom prst="rect">
            <a:avLst/>
          </a:prstGeom>
        </p:spPr>
      </p:pic>
      <p:pic>
        <p:nvPicPr>
          <p:cNvPr id="98" name="object 98" descr="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7840398" y="9467097"/>
            <a:ext cx="222925" cy="197026"/>
          </a:xfrm>
          <a:prstGeom prst="rect">
            <a:avLst/>
          </a:prstGeom>
        </p:spPr>
      </p:pic>
      <p:sp>
        <p:nvSpPr>
          <p:cNvPr id="99" name="object 99" descr=""/>
          <p:cNvSpPr/>
          <p:nvPr/>
        </p:nvSpPr>
        <p:spPr>
          <a:xfrm>
            <a:off x="8317224" y="9260422"/>
            <a:ext cx="221615" cy="206375"/>
          </a:xfrm>
          <a:custGeom>
            <a:avLst/>
            <a:gdLst/>
            <a:ahLst/>
            <a:cxnLst/>
            <a:rect l="l" t="t" r="r" b="b"/>
            <a:pathLst>
              <a:path w="221615" h="206375">
                <a:moveTo>
                  <a:pt x="0" y="206167"/>
                </a:moveTo>
                <a:lnTo>
                  <a:pt x="2539" y="96482"/>
                </a:lnTo>
                <a:lnTo>
                  <a:pt x="2031" y="96482"/>
                </a:lnTo>
                <a:lnTo>
                  <a:pt x="221401" y="0"/>
                </a:lnTo>
                <a:lnTo>
                  <a:pt x="219878" y="111716"/>
                </a:lnTo>
                <a:lnTo>
                  <a:pt x="0" y="20616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/>
          <p:nvPr/>
        </p:nvSpPr>
        <p:spPr>
          <a:xfrm>
            <a:off x="8793543" y="9046637"/>
            <a:ext cx="220345" cy="213360"/>
          </a:xfrm>
          <a:custGeom>
            <a:avLst/>
            <a:gdLst/>
            <a:ahLst/>
            <a:cxnLst/>
            <a:rect l="l" t="t" r="r" b="b"/>
            <a:pathLst>
              <a:path w="220345" h="213359">
                <a:moveTo>
                  <a:pt x="0" y="213276"/>
                </a:moveTo>
                <a:lnTo>
                  <a:pt x="1015" y="99021"/>
                </a:lnTo>
                <a:lnTo>
                  <a:pt x="507" y="99021"/>
                </a:lnTo>
                <a:lnTo>
                  <a:pt x="219878" y="0"/>
                </a:lnTo>
                <a:lnTo>
                  <a:pt x="219878" y="116286"/>
                </a:lnTo>
                <a:lnTo>
                  <a:pt x="0" y="21327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 descr=""/>
          <p:cNvSpPr/>
          <p:nvPr/>
        </p:nvSpPr>
        <p:spPr>
          <a:xfrm>
            <a:off x="9269354" y="8831836"/>
            <a:ext cx="220979" cy="217804"/>
          </a:xfrm>
          <a:custGeom>
            <a:avLst/>
            <a:gdLst/>
            <a:ahLst/>
            <a:cxnLst/>
            <a:rect l="l" t="t" r="r" b="b"/>
            <a:pathLst>
              <a:path w="220979" h="217804">
                <a:moveTo>
                  <a:pt x="506" y="217339"/>
                </a:moveTo>
                <a:lnTo>
                  <a:pt x="506" y="99021"/>
                </a:lnTo>
                <a:lnTo>
                  <a:pt x="0" y="99021"/>
                </a:lnTo>
                <a:lnTo>
                  <a:pt x="219370" y="0"/>
                </a:lnTo>
                <a:lnTo>
                  <a:pt x="220385" y="120348"/>
                </a:lnTo>
                <a:lnTo>
                  <a:pt x="506" y="21733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2" name="object 102" descr="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9744657" y="8620591"/>
            <a:ext cx="221909" cy="219370"/>
          </a:xfrm>
          <a:prstGeom prst="rect">
            <a:avLst/>
          </a:prstGeom>
        </p:spPr>
      </p:pic>
      <p:sp>
        <p:nvSpPr>
          <p:cNvPr id="103" name="object 103" descr=""/>
          <p:cNvSpPr/>
          <p:nvPr/>
        </p:nvSpPr>
        <p:spPr>
          <a:xfrm>
            <a:off x="10219453" y="8419500"/>
            <a:ext cx="223520" cy="218440"/>
          </a:xfrm>
          <a:custGeom>
            <a:avLst/>
            <a:gdLst/>
            <a:ahLst/>
            <a:cxnLst/>
            <a:rect l="l" t="t" r="r" b="b"/>
            <a:pathLst>
              <a:path w="223520" h="218440">
                <a:moveTo>
                  <a:pt x="3048" y="218355"/>
                </a:moveTo>
                <a:lnTo>
                  <a:pt x="0" y="91404"/>
                </a:lnTo>
                <a:lnTo>
                  <a:pt x="171255" y="19792"/>
                </a:lnTo>
                <a:lnTo>
                  <a:pt x="219371" y="0"/>
                </a:lnTo>
                <a:lnTo>
                  <a:pt x="222926" y="128981"/>
                </a:lnTo>
                <a:lnTo>
                  <a:pt x="3048" y="21835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4" name="object 104" descr="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10694756" y="8233137"/>
            <a:ext cx="224449" cy="214800"/>
          </a:xfrm>
          <a:prstGeom prst="rect">
            <a:avLst/>
          </a:prstGeom>
        </p:spPr>
      </p:pic>
      <p:pic>
        <p:nvPicPr>
          <p:cNvPr id="105" name="object 105" descr="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11170060" y="8067086"/>
            <a:ext cx="225972" cy="207691"/>
          </a:xfrm>
          <a:prstGeom prst="rect">
            <a:avLst/>
          </a:prstGeom>
        </p:spPr>
      </p:pic>
      <p:pic>
        <p:nvPicPr>
          <p:cNvPr id="106" name="object 106" descr="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11645388" y="7927440"/>
            <a:ext cx="226961" cy="197535"/>
          </a:xfrm>
          <a:prstGeom prst="rect">
            <a:avLst/>
          </a:prstGeom>
        </p:spPr>
      </p:pic>
      <p:pic>
        <p:nvPicPr>
          <p:cNvPr id="107" name="object 107" descr="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12120157" y="7820294"/>
            <a:ext cx="228511" cy="184840"/>
          </a:xfrm>
          <a:prstGeom prst="rect">
            <a:avLst/>
          </a:prstGeom>
        </p:spPr>
      </p:pic>
      <p:pic>
        <p:nvPicPr>
          <p:cNvPr id="108" name="object 108" descr="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12595460" y="7749709"/>
            <a:ext cx="230034" cy="168082"/>
          </a:xfrm>
          <a:prstGeom prst="rect">
            <a:avLst/>
          </a:prstGeom>
        </p:spPr>
      </p:pic>
      <p:pic>
        <p:nvPicPr>
          <p:cNvPr id="109" name="object 109" descr="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13070764" y="7724899"/>
            <a:ext cx="231051" cy="146176"/>
          </a:xfrm>
          <a:prstGeom prst="rect">
            <a:avLst/>
          </a:prstGeom>
        </p:spPr>
      </p:pic>
      <p:sp>
        <p:nvSpPr>
          <p:cNvPr id="110" name="object 110" descr=""/>
          <p:cNvSpPr/>
          <p:nvPr/>
        </p:nvSpPr>
        <p:spPr>
          <a:xfrm>
            <a:off x="13546067" y="7732444"/>
            <a:ext cx="233045" cy="147320"/>
          </a:xfrm>
          <a:custGeom>
            <a:avLst/>
            <a:gdLst/>
            <a:ahLst/>
            <a:cxnLst/>
            <a:rect l="l" t="t" r="r" b="b"/>
            <a:pathLst>
              <a:path w="233044" h="147320">
                <a:moveTo>
                  <a:pt x="232573" y="146754"/>
                </a:moveTo>
                <a:lnTo>
                  <a:pt x="12695" y="142692"/>
                </a:lnTo>
                <a:lnTo>
                  <a:pt x="197" y="2221"/>
                </a:lnTo>
                <a:lnTo>
                  <a:pt x="113" y="1277"/>
                </a:lnTo>
                <a:lnTo>
                  <a:pt x="0" y="0"/>
                </a:lnTo>
                <a:lnTo>
                  <a:pt x="219369" y="4062"/>
                </a:lnTo>
                <a:lnTo>
                  <a:pt x="222860" y="42568"/>
                </a:lnTo>
                <a:lnTo>
                  <a:pt x="229081" y="108534"/>
                </a:lnTo>
                <a:lnTo>
                  <a:pt x="232201" y="142692"/>
                </a:lnTo>
                <a:lnTo>
                  <a:pt x="232325" y="144041"/>
                </a:lnTo>
                <a:lnTo>
                  <a:pt x="232422" y="145104"/>
                </a:lnTo>
                <a:lnTo>
                  <a:pt x="232502" y="145977"/>
                </a:lnTo>
                <a:lnTo>
                  <a:pt x="232573" y="14675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1" name="object 111" descr="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14020863" y="7739553"/>
            <a:ext cx="234095" cy="142184"/>
          </a:xfrm>
          <a:prstGeom prst="rect">
            <a:avLst/>
          </a:prstGeom>
        </p:spPr>
      </p:pic>
      <p:sp>
        <p:nvSpPr>
          <p:cNvPr id="112" name="object 112" descr=""/>
          <p:cNvSpPr/>
          <p:nvPr/>
        </p:nvSpPr>
        <p:spPr>
          <a:xfrm>
            <a:off x="14496166" y="7737522"/>
            <a:ext cx="236220" cy="142240"/>
          </a:xfrm>
          <a:custGeom>
            <a:avLst/>
            <a:gdLst/>
            <a:ahLst/>
            <a:cxnLst/>
            <a:rect l="l" t="t" r="r" b="b"/>
            <a:pathLst>
              <a:path w="236219" h="142240">
                <a:moveTo>
                  <a:pt x="15743" y="142184"/>
                </a:moveTo>
                <a:lnTo>
                  <a:pt x="509" y="2031"/>
                </a:lnTo>
                <a:lnTo>
                  <a:pt x="0" y="2031"/>
                </a:lnTo>
                <a:lnTo>
                  <a:pt x="219371" y="0"/>
                </a:lnTo>
                <a:lnTo>
                  <a:pt x="235621" y="138630"/>
                </a:lnTo>
                <a:lnTo>
                  <a:pt x="15743" y="14218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 descr=""/>
          <p:cNvSpPr/>
          <p:nvPr/>
        </p:nvSpPr>
        <p:spPr>
          <a:xfrm>
            <a:off x="14971469" y="7729905"/>
            <a:ext cx="236854" cy="140970"/>
          </a:xfrm>
          <a:custGeom>
            <a:avLst/>
            <a:gdLst/>
            <a:ahLst/>
            <a:cxnLst/>
            <a:rect l="l" t="t" r="r" b="b"/>
            <a:pathLst>
              <a:path w="236855" h="140970">
                <a:moveTo>
                  <a:pt x="16757" y="140661"/>
                </a:moveTo>
                <a:lnTo>
                  <a:pt x="0" y="4062"/>
                </a:lnTo>
                <a:lnTo>
                  <a:pt x="219370" y="0"/>
                </a:lnTo>
                <a:lnTo>
                  <a:pt x="236635" y="134567"/>
                </a:lnTo>
                <a:lnTo>
                  <a:pt x="16757" y="14066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 descr=""/>
          <p:cNvSpPr/>
          <p:nvPr/>
        </p:nvSpPr>
        <p:spPr>
          <a:xfrm>
            <a:off x="15446264" y="7717718"/>
            <a:ext cx="238760" cy="138430"/>
          </a:xfrm>
          <a:custGeom>
            <a:avLst/>
            <a:gdLst/>
            <a:ahLst/>
            <a:cxnLst/>
            <a:rect l="l" t="t" r="r" b="b"/>
            <a:pathLst>
              <a:path w="238759" h="138429">
                <a:moveTo>
                  <a:pt x="18281" y="138122"/>
                </a:moveTo>
                <a:lnTo>
                  <a:pt x="0" y="6093"/>
                </a:lnTo>
                <a:lnTo>
                  <a:pt x="219371" y="0"/>
                </a:lnTo>
                <a:lnTo>
                  <a:pt x="238159" y="129489"/>
                </a:lnTo>
                <a:lnTo>
                  <a:pt x="18281" y="13812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 descr=""/>
          <p:cNvSpPr/>
          <p:nvPr/>
        </p:nvSpPr>
        <p:spPr>
          <a:xfrm>
            <a:off x="15921567" y="7702484"/>
            <a:ext cx="240029" cy="134620"/>
          </a:xfrm>
          <a:custGeom>
            <a:avLst/>
            <a:gdLst/>
            <a:ahLst/>
            <a:cxnLst/>
            <a:rect l="l" t="t" r="r" b="b"/>
            <a:pathLst>
              <a:path w="240030" h="134620">
                <a:moveTo>
                  <a:pt x="19804" y="134059"/>
                </a:moveTo>
                <a:lnTo>
                  <a:pt x="508" y="7617"/>
                </a:lnTo>
                <a:lnTo>
                  <a:pt x="0" y="7617"/>
                </a:lnTo>
                <a:lnTo>
                  <a:pt x="219371" y="0"/>
                </a:lnTo>
                <a:lnTo>
                  <a:pt x="239682" y="123903"/>
                </a:lnTo>
                <a:lnTo>
                  <a:pt x="19804" y="13405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 descr=""/>
          <p:cNvSpPr/>
          <p:nvPr/>
        </p:nvSpPr>
        <p:spPr>
          <a:xfrm>
            <a:off x="16396870" y="7685218"/>
            <a:ext cx="241300" cy="129539"/>
          </a:xfrm>
          <a:custGeom>
            <a:avLst/>
            <a:gdLst/>
            <a:ahLst/>
            <a:cxnLst/>
            <a:rect l="l" t="t" r="r" b="b"/>
            <a:pathLst>
              <a:path w="241300" h="129540">
                <a:moveTo>
                  <a:pt x="20821" y="128981"/>
                </a:moveTo>
                <a:lnTo>
                  <a:pt x="0" y="8125"/>
                </a:lnTo>
                <a:lnTo>
                  <a:pt x="219371" y="0"/>
                </a:lnTo>
                <a:lnTo>
                  <a:pt x="240699" y="117810"/>
                </a:lnTo>
                <a:lnTo>
                  <a:pt x="20821" y="12898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 descr=""/>
          <p:cNvSpPr/>
          <p:nvPr/>
        </p:nvSpPr>
        <p:spPr>
          <a:xfrm>
            <a:off x="16872173" y="7666430"/>
            <a:ext cx="242570" cy="123189"/>
          </a:xfrm>
          <a:custGeom>
            <a:avLst/>
            <a:gdLst/>
            <a:ahLst/>
            <a:cxnLst/>
            <a:rect l="l" t="t" r="r" b="b"/>
            <a:pathLst>
              <a:path w="242569" h="123190">
                <a:moveTo>
                  <a:pt x="22344" y="122888"/>
                </a:moveTo>
                <a:lnTo>
                  <a:pt x="0" y="8632"/>
                </a:lnTo>
                <a:lnTo>
                  <a:pt x="219371" y="0"/>
                </a:lnTo>
                <a:lnTo>
                  <a:pt x="242222" y="111208"/>
                </a:lnTo>
                <a:lnTo>
                  <a:pt x="22344" y="12288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8" name="object 118" descr="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17346993" y="7646625"/>
            <a:ext cx="243720" cy="116286"/>
          </a:xfrm>
          <a:prstGeom prst="rect">
            <a:avLst/>
          </a:prstGeom>
        </p:spPr>
      </p:pic>
      <p:pic>
        <p:nvPicPr>
          <p:cNvPr id="119" name="object 119" descr="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17822395" y="7627836"/>
            <a:ext cx="244638" cy="109177"/>
          </a:xfrm>
          <a:prstGeom prst="rect">
            <a:avLst/>
          </a:prstGeom>
        </p:spPr>
      </p:pic>
      <p:sp>
        <p:nvSpPr>
          <p:cNvPr id="120" name="object 120" descr=""/>
          <p:cNvSpPr/>
          <p:nvPr/>
        </p:nvSpPr>
        <p:spPr>
          <a:xfrm>
            <a:off x="159377" y="8894296"/>
            <a:ext cx="247015" cy="199390"/>
          </a:xfrm>
          <a:custGeom>
            <a:avLst/>
            <a:gdLst/>
            <a:ahLst/>
            <a:cxnLst/>
            <a:rect l="l" t="t" r="r" b="b"/>
            <a:pathLst>
              <a:path w="247015" h="199390">
                <a:moveTo>
                  <a:pt x="221401" y="199058"/>
                </a:moveTo>
                <a:lnTo>
                  <a:pt x="0" y="109685"/>
                </a:lnTo>
                <a:lnTo>
                  <a:pt x="25898" y="0"/>
                </a:lnTo>
                <a:lnTo>
                  <a:pt x="26405" y="0"/>
                </a:lnTo>
                <a:lnTo>
                  <a:pt x="246792" y="91912"/>
                </a:lnTo>
                <a:lnTo>
                  <a:pt x="221401" y="19905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 descr=""/>
          <p:cNvSpPr/>
          <p:nvPr/>
        </p:nvSpPr>
        <p:spPr>
          <a:xfrm>
            <a:off x="638742" y="9095386"/>
            <a:ext cx="245745" cy="196215"/>
          </a:xfrm>
          <a:custGeom>
            <a:avLst/>
            <a:gdLst/>
            <a:ahLst/>
            <a:cxnLst/>
            <a:rect l="l" t="t" r="r" b="b"/>
            <a:pathLst>
              <a:path w="245744" h="196215">
                <a:moveTo>
                  <a:pt x="221401" y="196011"/>
                </a:moveTo>
                <a:lnTo>
                  <a:pt x="0" y="104099"/>
                </a:lnTo>
                <a:lnTo>
                  <a:pt x="24374" y="0"/>
                </a:lnTo>
                <a:lnTo>
                  <a:pt x="24882" y="0"/>
                </a:lnTo>
                <a:lnTo>
                  <a:pt x="245268" y="94451"/>
                </a:lnTo>
                <a:lnTo>
                  <a:pt x="221401" y="19601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 descr=""/>
          <p:cNvSpPr/>
          <p:nvPr/>
        </p:nvSpPr>
        <p:spPr>
          <a:xfrm>
            <a:off x="1118616" y="9300538"/>
            <a:ext cx="243840" cy="190500"/>
          </a:xfrm>
          <a:custGeom>
            <a:avLst/>
            <a:gdLst/>
            <a:ahLst/>
            <a:cxnLst/>
            <a:rect l="l" t="t" r="r" b="b"/>
            <a:pathLst>
              <a:path w="243840" h="190500">
                <a:moveTo>
                  <a:pt x="221401" y="190425"/>
                </a:moveTo>
                <a:lnTo>
                  <a:pt x="0" y="98513"/>
                </a:lnTo>
                <a:lnTo>
                  <a:pt x="23359" y="0"/>
                </a:lnTo>
                <a:lnTo>
                  <a:pt x="243745" y="94451"/>
                </a:lnTo>
                <a:lnTo>
                  <a:pt x="221401" y="19042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 descr=""/>
          <p:cNvSpPr/>
          <p:nvPr/>
        </p:nvSpPr>
        <p:spPr>
          <a:xfrm>
            <a:off x="1597474" y="9503659"/>
            <a:ext cx="243204" cy="182880"/>
          </a:xfrm>
          <a:custGeom>
            <a:avLst/>
            <a:gdLst/>
            <a:ahLst/>
            <a:cxnLst/>
            <a:rect l="l" t="t" r="r" b="b"/>
            <a:pathLst>
              <a:path w="243205" h="182879">
                <a:moveTo>
                  <a:pt x="221401" y="182808"/>
                </a:moveTo>
                <a:lnTo>
                  <a:pt x="0" y="93435"/>
                </a:lnTo>
                <a:lnTo>
                  <a:pt x="21835" y="0"/>
                </a:lnTo>
                <a:lnTo>
                  <a:pt x="22343" y="0"/>
                </a:lnTo>
                <a:lnTo>
                  <a:pt x="242729" y="91912"/>
                </a:lnTo>
                <a:lnTo>
                  <a:pt x="221401" y="18280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 descr=""/>
          <p:cNvSpPr/>
          <p:nvPr/>
        </p:nvSpPr>
        <p:spPr>
          <a:xfrm>
            <a:off x="2077347" y="9700179"/>
            <a:ext cx="241300" cy="173355"/>
          </a:xfrm>
          <a:custGeom>
            <a:avLst/>
            <a:gdLst/>
            <a:ahLst/>
            <a:cxnLst/>
            <a:rect l="l" t="t" r="r" b="b"/>
            <a:pathLst>
              <a:path w="241300" h="173354">
                <a:moveTo>
                  <a:pt x="221401" y="173160"/>
                </a:moveTo>
                <a:lnTo>
                  <a:pt x="0" y="88357"/>
                </a:lnTo>
                <a:lnTo>
                  <a:pt x="20312" y="0"/>
                </a:lnTo>
                <a:lnTo>
                  <a:pt x="20820" y="0"/>
                </a:lnTo>
                <a:lnTo>
                  <a:pt x="193034" y="68151"/>
                </a:lnTo>
                <a:lnTo>
                  <a:pt x="241206" y="86834"/>
                </a:lnTo>
                <a:lnTo>
                  <a:pt x="221401" y="17316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 descr=""/>
          <p:cNvSpPr/>
          <p:nvPr/>
        </p:nvSpPr>
        <p:spPr>
          <a:xfrm>
            <a:off x="2557220" y="9885019"/>
            <a:ext cx="240029" cy="162560"/>
          </a:xfrm>
          <a:custGeom>
            <a:avLst/>
            <a:gdLst/>
            <a:ahLst/>
            <a:cxnLst/>
            <a:rect l="l" t="t" r="r" b="b"/>
            <a:pathLst>
              <a:path w="240030" h="162559">
                <a:moveTo>
                  <a:pt x="221401" y="161989"/>
                </a:moveTo>
                <a:lnTo>
                  <a:pt x="48667" y="101735"/>
                </a:lnTo>
                <a:lnTo>
                  <a:pt x="0" y="84295"/>
                </a:lnTo>
                <a:lnTo>
                  <a:pt x="18788" y="0"/>
                </a:lnTo>
                <a:lnTo>
                  <a:pt x="19296" y="0"/>
                </a:lnTo>
                <a:lnTo>
                  <a:pt x="191510" y="62659"/>
                </a:lnTo>
                <a:lnTo>
                  <a:pt x="239682" y="79725"/>
                </a:lnTo>
                <a:lnTo>
                  <a:pt x="221401" y="16198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6" name="object 126" descr="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3036586" y="10051577"/>
            <a:ext cx="238159" cy="149294"/>
          </a:xfrm>
          <a:prstGeom prst="rect">
            <a:avLst/>
          </a:prstGeom>
        </p:spPr>
      </p:pic>
      <p:pic>
        <p:nvPicPr>
          <p:cNvPr id="127" name="object 127" descr="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3515952" y="10196301"/>
            <a:ext cx="237143" cy="90697"/>
          </a:xfrm>
          <a:prstGeom prst="rect">
            <a:avLst/>
          </a:prstGeom>
        </p:spPr>
      </p:pic>
      <p:pic>
        <p:nvPicPr>
          <p:cNvPr id="128" name="object 128" descr="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6397573" y="10192239"/>
            <a:ext cx="224098" cy="94759"/>
          </a:xfrm>
          <a:prstGeom prst="rect">
            <a:avLst/>
          </a:prstGeom>
        </p:spPr>
      </p:pic>
      <p:pic>
        <p:nvPicPr>
          <p:cNvPr id="129" name="object 129" descr="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6872527" y="10047007"/>
            <a:ext cx="227495" cy="156403"/>
          </a:xfrm>
          <a:prstGeom prst="rect">
            <a:avLst/>
          </a:prstGeom>
        </p:spPr>
      </p:pic>
      <p:pic>
        <p:nvPicPr>
          <p:cNvPr id="130" name="object 130" descr="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7351891" y="9879432"/>
            <a:ext cx="225972" cy="170621"/>
          </a:xfrm>
          <a:prstGeom prst="rect">
            <a:avLst/>
          </a:prstGeom>
        </p:spPr>
      </p:pic>
      <p:pic>
        <p:nvPicPr>
          <p:cNvPr id="131" name="object 131" descr="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7831765" y="9694085"/>
            <a:ext cx="224448" cy="182300"/>
          </a:xfrm>
          <a:prstGeom prst="rect">
            <a:avLst/>
          </a:prstGeom>
        </p:spPr>
      </p:pic>
      <p:sp>
        <p:nvSpPr>
          <p:cNvPr id="132" name="object 132" descr=""/>
          <p:cNvSpPr/>
          <p:nvPr/>
        </p:nvSpPr>
        <p:spPr>
          <a:xfrm>
            <a:off x="8311130" y="9497566"/>
            <a:ext cx="223520" cy="193040"/>
          </a:xfrm>
          <a:custGeom>
            <a:avLst/>
            <a:gdLst/>
            <a:ahLst/>
            <a:cxnLst/>
            <a:rect l="l" t="t" r="r" b="b"/>
            <a:pathLst>
              <a:path w="223520" h="193040">
                <a:moveTo>
                  <a:pt x="0" y="192456"/>
                </a:moveTo>
                <a:lnTo>
                  <a:pt x="2539" y="91912"/>
                </a:lnTo>
                <a:lnTo>
                  <a:pt x="222925" y="0"/>
                </a:lnTo>
                <a:lnTo>
                  <a:pt x="221401" y="103083"/>
                </a:lnTo>
                <a:lnTo>
                  <a:pt x="0" y="19245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 descr=""/>
          <p:cNvSpPr/>
          <p:nvPr/>
        </p:nvSpPr>
        <p:spPr>
          <a:xfrm>
            <a:off x="8791003" y="9293937"/>
            <a:ext cx="221615" cy="200660"/>
          </a:xfrm>
          <a:custGeom>
            <a:avLst/>
            <a:gdLst/>
            <a:ahLst/>
            <a:cxnLst/>
            <a:rect l="l" t="t" r="r" b="b"/>
            <a:pathLst>
              <a:path w="221615" h="200659">
                <a:moveTo>
                  <a:pt x="0" y="200581"/>
                </a:moveTo>
                <a:lnTo>
                  <a:pt x="1016" y="94451"/>
                </a:lnTo>
                <a:lnTo>
                  <a:pt x="221401" y="0"/>
                </a:lnTo>
                <a:lnTo>
                  <a:pt x="221401" y="108669"/>
                </a:lnTo>
                <a:lnTo>
                  <a:pt x="0" y="20058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 descr=""/>
          <p:cNvSpPr/>
          <p:nvPr/>
        </p:nvSpPr>
        <p:spPr>
          <a:xfrm>
            <a:off x="9270369" y="9088784"/>
            <a:ext cx="221615" cy="205740"/>
          </a:xfrm>
          <a:custGeom>
            <a:avLst/>
            <a:gdLst/>
            <a:ahLst/>
            <a:cxnLst/>
            <a:rect l="l" t="t" r="r" b="b"/>
            <a:pathLst>
              <a:path w="221615" h="205740">
                <a:moveTo>
                  <a:pt x="0" y="205660"/>
                </a:moveTo>
                <a:lnTo>
                  <a:pt x="0" y="94451"/>
                </a:lnTo>
                <a:lnTo>
                  <a:pt x="220386" y="0"/>
                </a:lnTo>
                <a:lnTo>
                  <a:pt x="221401" y="113748"/>
                </a:lnTo>
                <a:lnTo>
                  <a:pt x="0" y="20566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 descr=""/>
          <p:cNvSpPr/>
          <p:nvPr/>
        </p:nvSpPr>
        <p:spPr>
          <a:xfrm>
            <a:off x="9748212" y="8887695"/>
            <a:ext cx="223520" cy="208915"/>
          </a:xfrm>
          <a:custGeom>
            <a:avLst/>
            <a:gdLst/>
            <a:ahLst/>
            <a:cxnLst/>
            <a:rect l="l" t="t" r="r" b="b"/>
            <a:pathLst>
              <a:path w="223520" h="208915">
                <a:moveTo>
                  <a:pt x="1523" y="208706"/>
                </a:moveTo>
                <a:lnTo>
                  <a:pt x="0" y="91912"/>
                </a:lnTo>
                <a:lnTo>
                  <a:pt x="220386" y="0"/>
                </a:lnTo>
                <a:lnTo>
                  <a:pt x="222924" y="119333"/>
                </a:lnTo>
                <a:lnTo>
                  <a:pt x="1523" y="20870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 descr=""/>
          <p:cNvSpPr/>
          <p:nvPr/>
        </p:nvSpPr>
        <p:spPr>
          <a:xfrm>
            <a:off x="10226055" y="8695745"/>
            <a:ext cx="224790" cy="209550"/>
          </a:xfrm>
          <a:custGeom>
            <a:avLst/>
            <a:gdLst/>
            <a:ahLst/>
            <a:cxnLst/>
            <a:rect l="l" t="t" r="r" b="b"/>
            <a:pathLst>
              <a:path w="224790" h="209550">
                <a:moveTo>
                  <a:pt x="3046" y="209214"/>
                </a:moveTo>
                <a:lnTo>
                  <a:pt x="0" y="86833"/>
                </a:lnTo>
                <a:lnTo>
                  <a:pt x="506" y="87342"/>
                </a:lnTo>
                <a:lnTo>
                  <a:pt x="220892" y="0"/>
                </a:lnTo>
                <a:lnTo>
                  <a:pt x="224447" y="124411"/>
                </a:lnTo>
                <a:lnTo>
                  <a:pt x="3046" y="20921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7" name="object 137" descr="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10703897" y="8518522"/>
            <a:ext cx="225971" cy="207183"/>
          </a:xfrm>
          <a:prstGeom prst="rect">
            <a:avLst/>
          </a:prstGeom>
        </p:spPr>
      </p:pic>
      <p:pic>
        <p:nvPicPr>
          <p:cNvPr id="138" name="object 138" descr="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11182248" y="8360088"/>
            <a:ext cx="227494" cy="201597"/>
          </a:xfrm>
          <a:prstGeom prst="rect">
            <a:avLst/>
          </a:prstGeom>
        </p:spPr>
      </p:pic>
      <p:pic>
        <p:nvPicPr>
          <p:cNvPr id="139" name="object 139" descr="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11660596" y="8227044"/>
            <a:ext cx="228511" cy="193472"/>
          </a:xfrm>
          <a:prstGeom prst="rect">
            <a:avLst/>
          </a:prstGeom>
        </p:spPr>
      </p:pic>
      <p:pic>
        <p:nvPicPr>
          <p:cNvPr id="140" name="object 140" descr="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12138438" y="8124467"/>
            <a:ext cx="230034" cy="182301"/>
          </a:xfrm>
          <a:prstGeom prst="rect">
            <a:avLst/>
          </a:prstGeom>
        </p:spPr>
      </p:pic>
      <p:pic>
        <p:nvPicPr>
          <p:cNvPr id="141" name="object 141" descr="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12616788" y="8056422"/>
            <a:ext cx="231557" cy="167574"/>
          </a:xfrm>
          <a:prstGeom prst="rect">
            <a:avLst/>
          </a:prstGeom>
        </p:spPr>
      </p:pic>
      <p:pic>
        <p:nvPicPr>
          <p:cNvPr id="142" name="object 142" descr=""/>
          <p:cNvPicPr/>
          <p:nvPr/>
        </p:nvPicPr>
        <p:blipFill>
          <a:blip r:embed="rId87" cstate="print"/>
          <a:stretch>
            <a:fillRect/>
          </a:stretch>
        </p:blipFill>
        <p:spPr>
          <a:xfrm>
            <a:off x="13095138" y="8033254"/>
            <a:ext cx="232572" cy="146564"/>
          </a:xfrm>
          <a:prstGeom prst="rect">
            <a:avLst/>
          </a:prstGeom>
        </p:spPr>
      </p:pic>
      <p:pic>
        <p:nvPicPr>
          <p:cNvPr id="143" name="object 143" descr=""/>
          <p:cNvPicPr/>
          <p:nvPr/>
        </p:nvPicPr>
        <p:blipFill>
          <a:blip r:embed="rId88" cstate="print"/>
          <a:stretch>
            <a:fillRect/>
          </a:stretch>
        </p:blipFill>
        <p:spPr>
          <a:xfrm>
            <a:off x="13572982" y="8042711"/>
            <a:ext cx="234095" cy="146247"/>
          </a:xfrm>
          <a:prstGeom prst="rect">
            <a:avLst/>
          </a:prstGeom>
        </p:spPr>
      </p:pic>
      <p:pic>
        <p:nvPicPr>
          <p:cNvPr id="144" name="object 144" descr="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14050824" y="8045758"/>
            <a:ext cx="235619" cy="142692"/>
          </a:xfrm>
          <a:prstGeom prst="rect">
            <a:avLst/>
          </a:prstGeom>
        </p:spPr>
      </p:pic>
      <p:pic>
        <p:nvPicPr>
          <p:cNvPr id="145" name="object 145" descr="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14529173" y="8036110"/>
            <a:ext cx="237142" cy="143200"/>
          </a:xfrm>
          <a:prstGeom prst="rect">
            <a:avLst/>
          </a:prstGeom>
        </p:spPr>
      </p:pic>
      <p:pic>
        <p:nvPicPr>
          <p:cNvPr id="146" name="object 146" descr="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15007586" y="8018336"/>
            <a:ext cx="238095" cy="141169"/>
          </a:xfrm>
          <a:prstGeom prst="rect">
            <a:avLst/>
          </a:prstGeom>
        </p:spPr>
      </p:pic>
      <p:sp>
        <p:nvSpPr>
          <p:cNvPr id="147" name="object 147" descr=""/>
          <p:cNvSpPr/>
          <p:nvPr/>
        </p:nvSpPr>
        <p:spPr>
          <a:xfrm>
            <a:off x="15485366" y="7994977"/>
            <a:ext cx="240029" cy="137795"/>
          </a:xfrm>
          <a:custGeom>
            <a:avLst/>
            <a:gdLst/>
            <a:ahLst/>
            <a:cxnLst/>
            <a:rect l="l" t="t" r="r" b="b"/>
            <a:pathLst>
              <a:path w="240030" h="137795">
                <a:moveTo>
                  <a:pt x="18280" y="137614"/>
                </a:moveTo>
                <a:lnTo>
                  <a:pt x="0" y="11171"/>
                </a:lnTo>
                <a:lnTo>
                  <a:pt x="506" y="11679"/>
                </a:lnTo>
                <a:lnTo>
                  <a:pt x="220893" y="0"/>
                </a:lnTo>
                <a:lnTo>
                  <a:pt x="239681" y="122888"/>
                </a:lnTo>
                <a:lnTo>
                  <a:pt x="18280" y="13761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 descr=""/>
          <p:cNvSpPr/>
          <p:nvPr/>
        </p:nvSpPr>
        <p:spPr>
          <a:xfrm>
            <a:off x="15963713" y="7966541"/>
            <a:ext cx="241300" cy="133350"/>
          </a:xfrm>
          <a:custGeom>
            <a:avLst/>
            <a:gdLst/>
            <a:ahLst/>
            <a:cxnLst/>
            <a:rect l="l" t="t" r="r" b="b"/>
            <a:pathLst>
              <a:path w="241300" h="133350">
                <a:moveTo>
                  <a:pt x="19804" y="133044"/>
                </a:moveTo>
                <a:lnTo>
                  <a:pt x="0" y="13710"/>
                </a:lnTo>
                <a:lnTo>
                  <a:pt x="508" y="13710"/>
                </a:lnTo>
                <a:lnTo>
                  <a:pt x="220894" y="0"/>
                </a:lnTo>
                <a:lnTo>
                  <a:pt x="241206" y="115778"/>
                </a:lnTo>
                <a:lnTo>
                  <a:pt x="19804" y="13304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 descr=""/>
          <p:cNvSpPr/>
          <p:nvPr/>
        </p:nvSpPr>
        <p:spPr>
          <a:xfrm>
            <a:off x="16441556" y="7934042"/>
            <a:ext cx="243204" cy="127000"/>
          </a:xfrm>
          <a:custGeom>
            <a:avLst/>
            <a:gdLst/>
            <a:ahLst/>
            <a:cxnLst/>
            <a:rect l="l" t="t" r="r" b="b"/>
            <a:pathLst>
              <a:path w="243205" h="127000">
                <a:moveTo>
                  <a:pt x="21328" y="126443"/>
                </a:moveTo>
                <a:lnTo>
                  <a:pt x="0" y="14726"/>
                </a:lnTo>
                <a:lnTo>
                  <a:pt x="508" y="15234"/>
                </a:lnTo>
                <a:lnTo>
                  <a:pt x="220894" y="0"/>
                </a:lnTo>
                <a:lnTo>
                  <a:pt x="242729" y="107654"/>
                </a:lnTo>
                <a:lnTo>
                  <a:pt x="21328" y="12644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0" name="object 150" descr="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16920415" y="7900019"/>
            <a:ext cx="243744" cy="119333"/>
          </a:xfrm>
          <a:prstGeom prst="rect">
            <a:avLst/>
          </a:prstGeom>
        </p:spPr>
      </p:pic>
      <p:sp>
        <p:nvSpPr>
          <p:cNvPr id="151" name="object 151" descr=""/>
          <p:cNvSpPr/>
          <p:nvPr/>
        </p:nvSpPr>
        <p:spPr>
          <a:xfrm>
            <a:off x="17397750" y="7865996"/>
            <a:ext cx="245745" cy="111760"/>
          </a:xfrm>
          <a:custGeom>
            <a:avLst/>
            <a:gdLst/>
            <a:ahLst/>
            <a:cxnLst/>
            <a:rect l="l" t="t" r="r" b="b"/>
            <a:pathLst>
              <a:path w="245744" h="111759">
                <a:moveTo>
                  <a:pt x="23866" y="111208"/>
                </a:moveTo>
                <a:lnTo>
                  <a:pt x="0" y="15742"/>
                </a:lnTo>
                <a:lnTo>
                  <a:pt x="506" y="15741"/>
                </a:lnTo>
                <a:lnTo>
                  <a:pt x="220892" y="0"/>
                </a:lnTo>
                <a:lnTo>
                  <a:pt x="245267" y="91404"/>
                </a:lnTo>
                <a:lnTo>
                  <a:pt x="23866" y="11120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 descr=""/>
          <p:cNvSpPr/>
          <p:nvPr/>
        </p:nvSpPr>
        <p:spPr>
          <a:xfrm>
            <a:off x="17876099" y="7831973"/>
            <a:ext cx="247015" cy="102870"/>
          </a:xfrm>
          <a:custGeom>
            <a:avLst/>
            <a:gdLst/>
            <a:ahLst/>
            <a:cxnLst/>
            <a:rect l="l" t="t" r="r" b="b"/>
            <a:pathLst>
              <a:path w="247015" h="102870">
                <a:moveTo>
                  <a:pt x="25390" y="102576"/>
                </a:moveTo>
                <a:lnTo>
                  <a:pt x="0" y="15234"/>
                </a:lnTo>
                <a:lnTo>
                  <a:pt x="506" y="15234"/>
                </a:lnTo>
                <a:lnTo>
                  <a:pt x="220893" y="0"/>
                </a:lnTo>
                <a:lnTo>
                  <a:pt x="246791" y="83787"/>
                </a:lnTo>
                <a:lnTo>
                  <a:pt x="25390" y="10257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3" name="object 153" descr="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103519" y="9129915"/>
            <a:ext cx="247807" cy="189410"/>
          </a:xfrm>
          <a:prstGeom prst="rect">
            <a:avLst/>
          </a:prstGeom>
        </p:spPr>
      </p:pic>
      <p:sp>
        <p:nvSpPr>
          <p:cNvPr id="154" name="object 154" descr=""/>
          <p:cNvSpPr/>
          <p:nvPr/>
        </p:nvSpPr>
        <p:spPr>
          <a:xfrm>
            <a:off x="585423" y="9318311"/>
            <a:ext cx="247015" cy="185420"/>
          </a:xfrm>
          <a:custGeom>
            <a:avLst/>
            <a:gdLst/>
            <a:ahLst/>
            <a:cxnLst/>
            <a:rect l="l" t="t" r="r" b="b"/>
            <a:pathLst>
              <a:path w="247015" h="185420">
                <a:moveTo>
                  <a:pt x="222417" y="185348"/>
                </a:moveTo>
                <a:lnTo>
                  <a:pt x="0" y="100037"/>
                </a:lnTo>
                <a:lnTo>
                  <a:pt x="24882" y="0"/>
                </a:lnTo>
                <a:lnTo>
                  <a:pt x="246792" y="88357"/>
                </a:lnTo>
                <a:lnTo>
                  <a:pt x="222417" y="18534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5" name="object 155" descr="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1068344" y="9510768"/>
            <a:ext cx="245268" cy="179254"/>
          </a:xfrm>
          <a:prstGeom prst="rect">
            <a:avLst/>
          </a:prstGeom>
        </p:spPr>
      </p:pic>
      <p:sp>
        <p:nvSpPr>
          <p:cNvPr id="156" name="object 156" descr=""/>
          <p:cNvSpPr/>
          <p:nvPr/>
        </p:nvSpPr>
        <p:spPr>
          <a:xfrm>
            <a:off x="1550756" y="9701703"/>
            <a:ext cx="243840" cy="171450"/>
          </a:xfrm>
          <a:custGeom>
            <a:avLst/>
            <a:gdLst/>
            <a:ahLst/>
            <a:cxnLst/>
            <a:rect l="l" t="t" r="r" b="b"/>
            <a:pathLst>
              <a:path w="243839" h="171450">
                <a:moveTo>
                  <a:pt x="222417" y="171129"/>
                </a:moveTo>
                <a:lnTo>
                  <a:pt x="0" y="87342"/>
                </a:lnTo>
                <a:lnTo>
                  <a:pt x="21835" y="0"/>
                </a:lnTo>
                <a:lnTo>
                  <a:pt x="21835" y="507"/>
                </a:lnTo>
                <a:lnTo>
                  <a:pt x="243745" y="86833"/>
                </a:lnTo>
                <a:lnTo>
                  <a:pt x="222417" y="17112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 descr=""/>
          <p:cNvSpPr/>
          <p:nvPr/>
        </p:nvSpPr>
        <p:spPr>
          <a:xfrm>
            <a:off x="2033676" y="9887557"/>
            <a:ext cx="242570" cy="161290"/>
          </a:xfrm>
          <a:custGeom>
            <a:avLst/>
            <a:gdLst/>
            <a:ahLst/>
            <a:cxnLst/>
            <a:rect l="l" t="t" r="r" b="b"/>
            <a:pathLst>
              <a:path w="242569" h="161290">
                <a:moveTo>
                  <a:pt x="20774" y="174"/>
                </a:moveTo>
                <a:lnTo>
                  <a:pt x="20309" y="0"/>
                </a:lnTo>
                <a:lnTo>
                  <a:pt x="20820" y="0"/>
                </a:lnTo>
                <a:lnTo>
                  <a:pt x="20774" y="174"/>
                </a:lnTo>
                <a:close/>
              </a:path>
              <a:path w="242569" h="161290">
                <a:moveTo>
                  <a:pt x="222417" y="160974"/>
                </a:moveTo>
                <a:lnTo>
                  <a:pt x="0" y="81248"/>
                </a:lnTo>
                <a:lnTo>
                  <a:pt x="10219" y="41005"/>
                </a:lnTo>
                <a:lnTo>
                  <a:pt x="15067" y="22121"/>
                </a:lnTo>
                <a:lnTo>
                  <a:pt x="20774" y="174"/>
                </a:lnTo>
                <a:lnTo>
                  <a:pt x="242221" y="82264"/>
                </a:lnTo>
                <a:lnTo>
                  <a:pt x="232129" y="122000"/>
                </a:lnTo>
                <a:lnTo>
                  <a:pt x="227582" y="140106"/>
                </a:lnTo>
                <a:lnTo>
                  <a:pt x="222417" y="16097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 descr=""/>
          <p:cNvSpPr/>
          <p:nvPr/>
        </p:nvSpPr>
        <p:spPr>
          <a:xfrm>
            <a:off x="2515581" y="10062242"/>
            <a:ext cx="241300" cy="149860"/>
          </a:xfrm>
          <a:custGeom>
            <a:avLst/>
            <a:gdLst/>
            <a:ahLst/>
            <a:cxnLst/>
            <a:rect l="l" t="t" r="r" b="b"/>
            <a:pathLst>
              <a:path w="241300" h="149859">
                <a:moveTo>
                  <a:pt x="222417" y="149294"/>
                </a:moveTo>
                <a:lnTo>
                  <a:pt x="91087" y="106662"/>
                </a:lnTo>
                <a:lnTo>
                  <a:pt x="0" y="76170"/>
                </a:lnTo>
                <a:lnTo>
                  <a:pt x="19296" y="0"/>
                </a:lnTo>
                <a:lnTo>
                  <a:pt x="150297" y="45227"/>
                </a:lnTo>
                <a:lnTo>
                  <a:pt x="241206" y="75662"/>
                </a:lnTo>
                <a:lnTo>
                  <a:pt x="222417" y="14929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 descr=""/>
          <p:cNvSpPr/>
          <p:nvPr/>
        </p:nvSpPr>
        <p:spPr>
          <a:xfrm>
            <a:off x="2999730" y="10220676"/>
            <a:ext cx="238125" cy="66675"/>
          </a:xfrm>
          <a:custGeom>
            <a:avLst/>
            <a:gdLst/>
            <a:ahLst/>
            <a:cxnLst/>
            <a:rect l="l" t="t" r="r" b="b"/>
            <a:pathLst>
              <a:path w="238125" h="66675">
                <a:moveTo>
                  <a:pt x="237771" y="66322"/>
                </a:moveTo>
                <a:lnTo>
                  <a:pt x="0" y="66322"/>
                </a:lnTo>
                <a:lnTo>
                  <a:pt x="16544" y="0"/>
                </a:lnTo>
                <a:lnTo>
                  <a:pt x="147544" y="39815"/>
                </a:lnTo>
                <a:lnTo>
                  <a:pt x="237771" y="6632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 descr=""/>
          <p:cNvSpPr/>
          <p:nvPr/>
        </p:nvSpPr>
        <p:spPr>
          <a:xfrm>
            <a:off x="6901472" y="10231848"/>
            <a:ext cx="186055" cy="55244"/>
          </a:xfrm>
          <a:custGeom>
            <a:avLst/>
            <a:gdLst/>
            <a:ahLst/>
            <a:cxnLst/>
            <a:rect l="l" t="t" r="r" b="b"/>
            <a:pathLst>
              <a:path w="186054" h="55245">
                <a:moveTo>
                  <a:pt x="181601" y="55150"/>
                </a:moveTo>
                <a:lnTo>
                  <a:pt x="0" y="55150"/>
                </a:lnTo>
                <a:lnTo>
                  <a:pt x="94945" y="27372"/>
                </a:lnTo>
                <a:lnTo>
                  <a:pt x="185853" y="0"/>
                </a:lnTo>
                <a:lnTo>
                  <a:pt x="181601" y="5515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1" name="object 161" descr=""/>
          <p:cNvPicPr/>
          <p:nvPr/>
        </p:nvPicPr>
        <p:blipFill>
          <a:blip r:embed="rId95" cstate="print"/>
          <a:stretch>
            <a:fillRect/>
          </a:stretch>
        </p:blipFill>
        <p:spPr>
          <a:xfrm>
            <a:off x="7341227" y="10074936"/>
            <a:ext cx="226987" cy="155387"/>
          </a:xfrm>
          <a:prstGeom prst="rect">
            <a:avLst/>
          </a:prstGeom>
        </p:spPr>
      </p:pic>
      <p:sp>
        <p:nvSpPr>
          <p:cNvPr id="162" name="object 162" descr=""/>
          <p:cNvSpPr/>
          <p:nvPr/>
        </p:nvSpPr>
        <p:spPr>
          <a:xfrm>
            <a:off x="7824148" y="9901269"/>
            <a:ext cx="226060" cy="168275"/>
          </a:xfrm>
          <a:custGeom>
            <a:avLst/>
            <a:gdLst/>
            <a:ahLst/>
            <a:cxnLst/>
            <a:rect l="l" t="t" r="r" b="b"/>
            <a:pathLst>
              <a:path w="226059" h="168275">
                <a:moveTo>
                  <a:pt x="0" y="168082"/>
                </a:moveTo>
                <a:lnTo>
                  <a:pt x="4062" y="81756"/>
                </a:lnTo>
                <a:lnTo>
                  <a:pt x="3554" y="81756"/>
                </a:lnTo>
                <a:lnTo>
                  <a:pt x="225464" y="0"/>
                </a:lnTo>
                <a:lnTo>
                  <a:pt x="222417" y="89372"/>
                </a:lnTo>
                <a:lnTo>
                  <a:pt x="0" y="16808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 descr=""/>
          <p:cNvSpPr/>
          <p:nvPr/>
        </p:nvSpPr>
        <p:spPr>
          <a:xfrm>
            <a:off x="8306053" y="9716428"/>
            <a:ext cx="224790" cy="179070"/>
          </a:xfrm>
          <a:custGeom>
            <a:avLst/>
            <a:gdLst/>
            <a:ahLst/>
            <a:cxnLst/>
            <a:rect l="l" t="t" r="r" b="b"/>
            <a:pathLst>
              <a:path w="224790" h="179070">
                <a:moveTo>
                  <a:pt x="0" y="178746"/>
                </a:moveTo>
                <a:lnTo>
                  <a:pt x="2539" y="85818"/>
                </a:lnTo>
                <a:lnTo>
                  <a:pt x="2539" y="86326"/>
                </a:lnTo>
                <a:lnTo>
                  <a:pt x="224448" y="0"/>
                </a:lnTo>
                <a:lnTo>
                  <a:pt x="222418" y="95467"/>
                </a:lnTo>
                <a:lnTo>
                  <a:pt x="0" y="17874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 descr=""/>
          <p:cNvSpPr/>
          <p:nvPr/>
        </p:nvSpPr>
        <p:spPr>
          <a:xfrm>
            <a:off x="8789480" y="9524986"/>
            <a:ext cx="222885" cy="187960"/>
          </a:xfrm>
          <a:custGeom>
            <a:avLst/>
            <a:gdLst/>
            <a:ahLst/>
            <a:cxnLst/>
            <a:rect l="l" t="t" r="r" b="b"/>
            <a:pathLst>
              <a:path w="222884" h="187959">
                <a:moveTo>
                  <a:pt x="0" y="187886"/>
                </a:moveTo>
                <a:lnTo>
                  <a:pt x="1016" y="88865"/>
                </a:lnTo>
                <a:lnTo>
                  <a:pt x="508" y="88865"/>
                </a:lnTo>
                <a:lnTo>
                  <a:pt x="222418" y="0"/>
                </a:lnTo>
                <a:lnTo>
                  <a:pt x="222418" y="102068"/>
                </a:lnTo>
                <a:lnTo>
                  <a:pt x="0" y="18788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 descr=""/>
          <p:cNvSpPr/>
          <p:nvPr/>
        </p:nvSpPr>
        <p:spPr>
          <a:xfrm>
            <a:off x="9270878" y="9332530"/>
            <a:ext cx="223520" cy="194945"/>
          </a:xfrm>
          <a:custGeom>
            <a:avLst/>
            <a:gdLst/>
            <a:ahLst/>
            <a:cxnLst/>
            <a:rect l="l" t="t" r="r" b="b"/>
            <a:pathLst>
              <a:path w="223520" h="194945">
                <a:moveTo>
                  <a:pt x="507" y="194488"/>
                </a:moveTo>
                <a:lnTo>
                  <a:pt x="507" y="88865"/>
                </a:lnTo>
                <a:lnTo>
                  <a:pt x="0" y="88865"/>
                </a:lnTo>
                <a:lnTo>
                  <a:pt x="221910" y="0"/>
                </a:lnTo>
                <a:lnTo>
                  <a:pt x="222925" y="108669"/>
                </a:lnTo>
                <a:lnTo>
                  <a:pt x="507" y="19448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 descr=""/>
          <p:cNvSpPr/>
          <p:nvPr/>
        </p:nvSpPr>
        <p:spPr>
          <a:xfrm>
            <a:off x="9752274" y="9144135"/>
            <a:ext cx="224790" cy="198755"/>
          </a:xfrm>
          <a:custGeom>
            <a:avLst/>
            <a:gdLst/>
            <a:ahLst/>
            <a:cxnLst/>
            <a:rect l="l" t="t" r="r" b="b"/>
            <a:pathLst>
              <a:path w="224790" h="198754">
                <a:moveTo>
                  <a:pt x="2030" y="198550"/>
                </a:moveTo>
                <a:lnTo>
                  <a:pt x="0" y="86326"/>
                </a:lnTo>
                <a:lnTo>
                  <a:pt x="173237" y="18678"/>
                </a:lnTo>
                <a:lnTo>
                  <a:pt x="221909" y="0"/>
                </a:lnTo>
                <a:lnTo>
                  <a:pt x="224447" y="115271"/>
                </a:lnTo>
                <a:lnTo>
                  <a:pt x="2030" y="19855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7" name="object 167" descr=""/>
          <p:cNvPicPr/>
          <p:nvPr/>
        </p:nvPicPr>
        <p:blipFill>
          <a:blip r:embed="rId96" cstate="print"/>
          <a:stretch>
            <a:fillRect/>
          </a:stretch>
        </p:blipFill>
        <p:spPr>
          <a:xfrm>
            <a:off x="10233163" y="8963866"/>
            <a:ext cx="225971" cy="200074"/>
          </a:xfrm>
          <a:prstGeom prst="rect">
            <a:avLst/>
          </a:prstGeom>
        </p:spPr>
      </p:pic>
      <p:pic>
        <p:nvPicPr>
          <p:cNvPr id="168" name="object 168" descr=""/>
          <p:cNvPicPr/>
          <p:nvPr/>
        </p:nvPicPr>
        <p:blipFill>
          <a:blip r:embed="rId97" cstate="print"/>
          <a:stretch>
            <a:fillRect/>
          </a:stretch>
        </p:blipFill>
        <p:spPr>
          <a:xfrm>
            <a:off x="10714560" y="8797306"/>
            <a:ext cx="226987" cy="199058"/>
          </a:xfrm>
          <a:prstGeom prst="rect">
            <a:avLst/>
          </a:prstGeom>
        </p:spPr>
      </p:pic>
      <p:pic>
        <p:nvPicPr>
          <p:cNvPr id="169" name="object 169" descr="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11195449" y="8649027"/>
            <a:ext cx="228511" cy="196011"/>
          </a:xfrm>
          <a:prstGeom prst="rect">
            <a:avLst/>
          </a:prstGeom>
        </p:spPr>
      </p:pic>
      <p:pic>
        <p:nvPicPr>
          <p:cNvPr id="170" name="object 170" descr=""/>
          <p:cNvPicPr/>
          <p:nvPr/>
        </p:nvPicPr>
        <p:blipFill>
          <a:blip r:embed="rId99" cstate="print"/>
          <a:stretch>
            <a:fillRect/>
          </a:stretch>
        </p:blipFill>
        <p:spPr>
          <a:xfrm>
            <a:off x="11676846" y="8524108"/>
            <a:ext cx="230032" cy="189410"/>
          </a:xfrm>
          <a:prstGeom prst="rect">
            <a:avLst/>
          </a:prstGeom>
        </p:spPr>
      </p:pic>
      <p:pic>
        <p:nvPicPr>
          <p:cNvPr id="171" name="object 171" descr="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12157839" y="8428133"/>
            <a:ext cx="231453" cy="179254"/>
          </a:xfrm>
          <a:prstGeom prst="rect">
            <a:avLst/>
          </a:prstGeom>
        </p:spPr>
      </p:pic>
      <p:pic>
        <p:nvPicPr>
          <p:cNvPr id="172" name="object 172" descr="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13120020" y="8345234"/>
            <a:ext cx="234095" cy="148405"/>
          </a:xfrm>
          <a:prstGeom prst="rect">
            <a:avLst/>
          </a:prstGeom>
        </p:spPr>
      </p:pic>
      <p:pic>
        <p:nvPicPr>
          <p:cNvPr id="173" name="object 173" descr=""/>
          <p:cNvPicPr/>
          <p:nvPr/>
        </p:nvPicPr>
        <p:blipFill>
          <a:blip r:embed="rId102" cstate="print"/>
          <a:stretch>
            <a:fillRect/>
          </a:stretch>
        </p:blipFill>
        <p:spPr>
          <a:xfrm>
            <a:off x="12639132" y="8365673"/>
            <a:ext cx="232573" cy="167067"/>
          </a:xfrm>
          <a:prstGeom prst="rect">
            <a:avLst/>
          </a:prstGeom>
        </p:spPr>
      </p:pic>
      <p:pic>
        <p:nvPicPr>
          <p:cNvPr id="174" name="object 174" descr=""/>
          <p:cNvPicPr/>
          <p:nvPr/>
        </p:nvPicPr>
        <p:blipFill>
          <a:blip r:embed="rId103" cstate="print"/>
          <a:stretch>
            <a:fillRect/>
          </a:stretch>
        </p:blipFill>
        <p:spPr>
          <a:xfrm>
            <a:off x="13601417" y="8354502"/>
            <a:ext cx="235619" cy="144977"/>
          </a:xfrm>
          <a:prstGeom prst="rect">
            <a:avLst/>
          </a:prstGeom>
        </p:spPr>
      </p:pic>
      <p:pic>
        <p:nvPicPr>
          <p:cNvPr id="175" name="object 175" descr=""/>
          <p:cNvPicPr/>
          <p:nvPr/>
        </p:nvPicPr>
        <p:blipFill>
          <a:blip r:embed="rId104" cstate="print"/>
          <a:stretch>
            <a:fillRect/>
          </a:stretch>
        </p:blipFill>
        <p:spPr>
          <a:xfrm>
            <a:off x="14082306" y="8347901"/>
            <a:ext cx="237142" cy="145739"/>
          </a:xfrm>
          <a:prstGeom prst="rect">
            <a:avLst/>
          </a:prstGeom>
        </p:spPr>
      </p:pic>
      <p:sp>
        <p:nvSpPr>
          <p:cNvPr id="176" name="object 176" descr=""/>
          <p:cNvSpPr/>
          <p:nvPr/>
        </p:nvSpPr>
        <p:spPr>
          <a:xfrm>
            <a:off x="14563703" y="8328097"/>
            <a:ext cx="238760" cy="146685"/>
          </a:xfrm>
          <a:custGeom>
            <a:avLst/>
            <a:gdLst/>
            <a:ahLst/>
            <a:cxnLst/>
            <a:rect l="l" t="t" r="r" b="b"/>
            <a:pathLst>
              <a:path w="238759" h="146684">
                <a:moveTo>
                  <a:pt x="15741" y="146246"/>
                </a:moveTo>
                <a:lnTo>
                  <a:pt x="0" y="10663"/>
                </a:lnTo>
                <a:lnTo>
                  <a:pt x="221909" y="0"/>
                </a:lnTo>
                <a:lnTo>
                  <a:pt x="238159" y="132536"/>
                </a:lnTo>
                <a:lnTo>
                  <a:pt x="75488" y="142819"/>
                </a:lnTo>
                <a:lnTo>
                  <a:pt x="15741" y="14624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7" name="object 177" descr=""/>
          <p:cNvPicPr/>
          <p:nvPr/>
        </p:nvPicPr>
        <p:blipFill>
          <a:blip r:embed="rId105" cstate="print"/>
          <a:stretch>
            <a:fillRect/>
          </a:stretch>
        </p:blipFill>
        <p:spPr>
          <a:xfrm>
            <a:off x="15044593" y="8297120"/>
            <a:ext cx="239682" cy="144216"/>
          </a:xfrm>
          <a:prstGeom prst="rect">
            <a:avLst/>
          </a:prstGeom>
        </p:spPr>
      </p:pic>
      <p:sp>
        <p:nvSpPr>
          <p:cNvPr id="178" name="object 178" descr=""/>
          <p:cNvSpPr/>
          <p:nvPr/>
        </p:nvSpPr>
        <p:spPr>
          <a:xfrm>
            <a:off x="15525990" y="8258527"/>
            <a:ext cx="241300" cy="140335"/>
          </a:xfrm>
          <a:custGeom>
            <a:avLst/>
            <a:gdLst/>
            <a:ahLst/>
            <a:cxnLst/>
            <a:rect l="l" t="t" r="r" b="b"/>
            <a:pathLst>
              <a:path w="241300" h="140334">
                <a:moveTo>
                  <a:pt x="18788" y="140153"/>
                </a:moveTo>
                <a:lnTo>
                  <a:pt x="0" y="18788"/>
                </a:lnTo>
                <a:lnTo>
                  <a:pt x="221909" y="0"/>
                </a:lnTo>
                <a:lnTo>
                  <a:pt x="241206" y="117302"/>
                </a:lnTo>
                <a:lnTo>
                  <a:pt x="78534" y="134297"/>
                </a:lnTo>
                <a:lnTo>
                  <a:pt x="18788" y="14015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9" name="object 179" descr=""/>
          <p:cNvPicPr/>
          <p:nvPr/>
        </p:nvPicPr>
        <p:blipFill>
          <a:blip r:embed="rId106" cstate="print"/>
          <a:stretch>
            <a:fillRect/>
          </a:stretch>
        </p:blipFill>
        <p:spPr>
          <a:xfrm>
            <a:off x="16006934" y="8212318"/>
            <a:ext cx="242673" cy="134059"/>
          </a:xfrm>
          <a:prstGeom prst="rect">
            <a:avLst/>
          </a:prstGeom>
        </p:spPr>
      </p:pic>
      <p:sp>
        <p:nvSpPr>
          <p:cNvPr id="180" name="object 180" descr=""/>
          <p:cNvSpPr/>
          <p:nvPr/>
        </p:nvSpPr>
        <p:spPr>
          <a:xfrm>
            <a:off x="16487767" y="8162552"/>
            <a:ext cx="243840" cy="127000"/>
          </a:xfrm>
          <a:custGeom>
            <a:avLst/>
            <a:gdLst/>
            <a:ahLst/>
            <a:cxnLst/>
            <a:rect l="l" t="t" r="r" b="b"/>
            <a:pathLst>
              <a:path w="243840" h="127000">
                <a:moveTo>
                  <a:pt x="21327" y="126950"/>
                </a:moveTo>
                <a:lnTo>
                  <a:pt x="0" y="23358"/>
                </a:lnTo>
                <a:lnTo>
                  <a:pt x="221909" y="0"/>
                </a:lnTo>
                <a:lnTo>
                  <a:pt x="243744" y="99021"/>
                </a:lnTo>
                <a:lnTo>
                  <a:pt x="21327" y="12695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 descr=""/>
          <p:cNvSpPr/>
          <p:nvPr/>
        </p:nvSpPr>
        <p:spPr>
          <a:xfrm>
            <a:off x="16969164" y="8110249"/>
            <a:ext cx="245745" cy="118745"/>
          </a:xfrm>
          <a:custGeom>
            <a:avLst/>
            <a:gdLst/>
            <a:ahLst/>
            <a:cxnLst/>
            <a:rect l="l" t="t" r="r" b="b"/>
            <a:pathLst>
              <a:path w="245744" h="118745">
                <a:moveTo>
                  <a:pt x="22850" y="118318"/>
                </a:moveTo>
                <a:lnTo>
                  <a:pt x="0" y="24374"/>
                </a:lnTo>
                <a:lnTo>
                  <a:pt x="221909" y="0"/>
                </a:lnTo>
                <a:lnTo>
                  <a:pt x="245268" y="89373"/>
                </a:lnTo>
                <a:lnTo>
                  <a:pt x="22850" y="11831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 descr=""/>
          <p:cNvSpPr/>
          <p:nvPr/>
        </p:nvSpPr>
        <p:spPr>
          <a:xfrm>
            <a:off x="17450052" y="8057438"/>
            <a:ext cx="247015" cy="109220"/>
          </a:xfrm>
          <a:custGeom>
            <a:avLst/>
            <a:gdLst/>
            <a:ahLst/>
            <a:cxnLst/>
            <a:rect l="l" t="t" r="r" b="b"/>
            <a:pathLst>
              <a:path w="247015" h="109220">
                <a:moveTo>
                  <a:pt x="24373" y="108669"/>
                </a:moveTo>
                <a:lnTo>
                  <a:pt x="0" y="24374"/>
                </a:lnTo>
                <a:lnTo>
                  <a:pt x="221909" y="0"/>
                </a:lnTo>
                <a:lnTo>
                  <a:pt x="246791" y="80232"/>
                </a:lnTo>
                <a:lnTo>
                  <a:pt x="24373" y="10866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 descr=""/>
          <p:cNvSpPr/>
          <p:nvPr/>
        </p:nvSpPr>
        <p:spPr>
          <a:xfrm>
            <a:off x="17931449" y="8006150"/>
            <a:ext cx="248920" cy="99060"/>
          </a:xfrm>
          <a:custGeom>
            <a:avLst/>
            <a:gdLst/>
            <a:ahLst/>
            <a:cxnLst/>
            <a:rect l="l" t="t" r="r" b="b"/>
            <a:pathLst>
              <a:path w="248919" h="99059">
                <a:moveTo>
                  <a:pt x="25896" y="98513"/>
                </a:moveTo>
                <a:lnTo>
                  <a:pt x="506" y="23358"/>
                </a:lnTo>
                <a:lnTo>
                  <a:pt x="0" y="23358"/>
                </a:lnTo>
                <a:lnTo>
                  <a:pt x="221909" y="0"/>
                </a:lnTo>
                <a:lnTo>
                  <a:pt x="248314" y="71092"/>
                </a:lnTo>
                <a:lnTo>
                  <a:pt x="25896" y="9851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 descr=""/>
          <p:cNvSpPr/>
          <p:nvPr/>
        </p:nvSpPr>
        <p:spPr>
          <a:xfrm>
            <a:off x="46137" y="9360459"/>
            <a:ext cx="250190" cy="180975"/>
          </a:xfrm>
          <a:custGeom>
            <a:avLst/>
            <a:gdLst/>
            <a:ahLst/>
            <a:cxnLst/>
            <a:rect l="l" t="t" r="r" b="b"/>
            <a:pathLst>
              <a:path w="250190" h="180975">
                <a:moveTo>
                  <a:pt x="223941" y="180777"/>
                </a:moveTo>
                <a:lnTo>
                  <a:pt x="0" y="105114"/>
                </a:lnTo>
                <a:lnTo>
                  <a:pt x="26405" y="0"/>
                </a:lnTo>
                <a:lnTo>
                  <a:pt x="249839" y="79217"/>
                </a:lnTo>
                <a:lnTo>
                  <a:pt x="223941" y="18077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 descr=""/>
          <p:cNvSpPr/>
          <p:nvPr/>
        </p:nvSpPr>
        <p:spPr>
          <a:xfrm>
            <a:off x="531596" y="9533620"/>
            <a:ext cx="248920" cy="175895"/>
          </a:xfrm>
          <a:custGeom>
            <a:avLst/>
            <a:gdLst/>
            <a:ahLst/>
            <a:cxnLst/>
            <a:rect l="l" t="t" r="r" b="b"/>
            <a:pathLst>
              <a:path w="248920" h="175895">
                <a:moveTo>
                  <a:pt x="223941" y="175700"/>
                </a:moveTo>
                <a:lnTo>
                  <a:pt x="0" y="97498"/>
                </a:lnTo>
                <a:lnTo>
                  <a:pt x="24882" y="0"/>
                </a:lnTo>
                <a:lnTo>
                  <a:pt x="248315" y="81756"/>
                </a:lnTo>
                <a:lnTo>
                  <a:pt x="223941" y="17570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6" name="object 186" descr=""/>
          <p:cNvPicPr/>
          <p:nvPr/>
        </p:nvPicPr>
        <p:blipFill>
          <a:blip r:embed="rId107" cstate="print"/>
          <a:stretch>
            <a:fillRect/>
          </a:stretch>
        </p:blipFill>
        <p:spPr>
          <a:xfrm>
            <a:off x="1017563" y="9710843"/>
            <a:ext cx="246792" cy="169098"/>
          </a:xfrm>
          <a:prstGeom prst="rect">
            <a:avLst/>
          </a:prstGeom>
        </p:spPr>
      </p:pic>
      <p:sp>
        <p:nvSpPr>
          <p:cNvPr id="187" name="object 187" descr=""/>
          <p:cNvSpPr/>
          <p:nvPr/>
        </p:nvSpPr>
        <p:spPr>
          <a:xfrm>
            <a:off x="1502515" y="9888066"/>
            <a:ext cx="246379" cy="160020"/>
          </a:xfrm>
          <a:custGeom>
            <a:avLst/>
            <a:gdLst/>
            <a:ahLst/>
            <a:cxnLst/>
            <a:rect l="l" t="t" r="r" b="b"/>
            <a:pathLst>
              <a:path w="246380" h="160020">
                <a:moveTo>
                  <a:pt x="223940" y="159958"/>
                </a:moveTo>
                <a:lnTo>
                  <a:pt x="0" y="82772"/>
                </a:lnTo>
                <a:lnTo>
                  <a:pt x="6061" y="60627"/>
                </a:lnTo>
                <a:lnTo>
                  <a:pt x="16281" y="22430"/>
                </a:lnTo>
                <a:lnTo>
                  <a:pt x="22343" y="0"/>
                </a:lnTo>
                <a:lnTo>
                  <a:pt x="245776" y="80232"/>
                </a:lnTo>
                <a:lnTo>
                  <a:pt x="239936" y="101973"/>
                </a:lnTo>
                <a:lnTo>
                  <a:pt x="234858" y="120476"/>
                </a:lnTo>
                <a:lnTo>
                  <a:pt x="229780" y="138788"/>
                </a:lnTo>
                <a:lnTo>
                  <a:pt x="223940" y="15995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 descr=""/>
          <p:cNvSpPr/>
          <p:nvPr/>
        </p:nvSpPr>
        <p:spPr>
          <a:xfrm>
            <a:off x="1988481" y="10060211"/>
            <a:ext cx="244475" cy="149860"/>
          </a:xfrm>
          <a:custGeom>
            <a:avLst/>
            <a:gdLst/>
            <a:ahLst/>
            <a:cxnLst/>
            <a:rect l="l" t="t" r="r" b="b"/>
            <a:pathLst>
              <a:path w="244475" h="149859">
                <a:moveTo>
                  <a:pt x="223941" y="149294"/>
                </a:moveTo>
                <a:lnTo>
                  <a:pt x="0" y="76170"/>
                </a:lnTo>
                <a:lnTo>
                  <a:pt x="20820" y="0"/>
                </a:lnTo>
                <a:lnTo>
                  <a:pt x="244253" y="76170"/>
                </a:lnTo>
                <a:lnTo>
                  <a:pt x="223941" y="14929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 descr=""/>
          <p:cNvSpPr/>
          <p:nvPr/>
        </p:nvSpPr>
        <p:spPr>
          <a:xfrm>
            <a:off x="2475417" y="10222708"/>
            <a:ext cx="222885" cy="64769"/>
          </a:xfrm>
          <a:custGeom>
            <a:avLst/>
            <a:gdLst/>
            <a:ahLst/>
            <a:cxnLst/>
            <a:rect l="l" t="t" r="r" b="b"/>
            <a:pathLst>
              <a:path w="222885" h="64770">
                <a:moveTo>
                  <a:pt x="222413" y="64290"/>
                </a:moveTo>
                <a:lnTo>
                  <a:pt x="0" y="64290"/>
                </a:lnTo>
                <a:lnTo>
                  <a:pt x="17820" y="0"/>
                </a:lnTo>
                <a:lnTo>
                  <a:pt x="149735" y="41899"/>
                </a:lnTo>
                <a:lnTo>
                  <a:pt x="222413" y="6429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 descr=""/>
          <p:cNvSpPr/>
          <p:nvPr/>
        </p:nvSpPr>
        <p:spPr>
          <a:xfrm>
            <a:off x="7442693" y="10250637"/>
            <a:ext cx="116205" cy="36830"/>
          </a:xfrm>
          <a:custGeom>
            <a:avLst/>
            <a:gdLst/>
            <a:ahLst/>
            <a:cxnLst/>
            <a:rect l="l" t="t" r="r" b="b"/>
            <a:pathLst>
              <a:path w="116204" h="36829">
                <a:moveTo>
                  <a:pt x="113703" y="36362"/>
                </a:moveTo>
                <a:lnTo>
                  <a:pt x="0" y="36362"/>
                </a:lnTo>
                <a:lnTo>
                  <a:pt x="66896" y="15518"/>
                </a:lnTo>
                <a:lnTo>
                  <a:pt x="115873" y="0"/>
                </a:lnTo>
                <a:lnTo>
                  <a:pt x="113703" y="3636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 descr=""/>
          <p:cNvSpPr/>
          <p:nvPr/>
        </p:nvSpPr>
        <p:spPr>
          <a:xfrm>
            <a:off x="7815515" y="10090680"/>
            <a:ext cx="227329" cy="154940"/>
          </a:xfrm>
          <a:custGeom>
            <a:avLst/>
            <a:gdLst/>
            <a:ahLst/>
            <a:cxnLst/>
            <a:rect l="l" t="t" r="r" b="b"/>
            <a:pathLst>
              <a:path w="227329" h="154940">
                <a:moveTo>
                  <a:pt x="0" y="154879"/>
                </a:moveTo>
                <a:lnTo>
                  <a:pt x="4062" y="75662"/>
                </a:lnTo>
                <a:lnTo>
                  <a:pt x="3555" y="75154"/>
                </a:lnTo>
                <a:lnTo>
                  <a:pt x="226987" y="0"/>
                </a:lnTo>
                <a:lnTo>
                  <a:pt x="223940" y="82772"/>
                </a:lnTo>
                <a:lnTo>
                  <a:pt x="0" y="15487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 descr=""/>
          <p:cNvSpPr/>
          <p:nvPr/>
        </p:nvSpPr>
        <p:spPr>
          <a:xfrm>
            <a:off x="8300975" y="9920057"/>
            <a:ext cx="226060" cy="166370"/>
          </a:xfrm>
          <a:custGeom>
            <a:avLst/>
            <a:gdLst/>
            <a:ahLst/>
            <a:cxnLst/>
            <a:rect l="l" t="t" r="r" b="b"/>
            <a:pathLst>
              <a:path w="226059" h="166370">
                <a:moveTo>
                  <a:pt x="0" y="166051"/>
                </a:moveTo>
                <a:lnTo>
                  <a:pt x="2539" y="79725"/>
                </a:lnTo>
                <a:lnTo>
                  <a:pt x="225971" y="0"/>
                </a:lnTo>
                <a:lnTo>
                  <a:pt x="223940" y="89881"/>
                </a:lnTo>
                <a:lnTo>
                  <a:pt x="0" y="16605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3" name="object 193" descr=""/>
          <p:cNvPicPr/>
          <p:nvPr/>
        </p:nvPicPr>
        <p:blipFill>
          <a:blip r:embed="rId108" cstate="print"/>
          <a:stretch>
            <a:fillRect/>
          </a:stretch>
        </p:blipFill>
        <p:spPr>
          <a:xfrm>
            <a:off x="8786941" y="9743342"/>
            <a:ext cx="223940" cy="175191"/>
          </a:xfrm>
          <a:prstGeom prst="rect">
            <a:avLst/>
          </a:prstGeom>
        </p:spPr>
      </p:pic>
      <p:sp>
        <p:nvSpPr>
          <p:cNvPr id="194" name="object 194" descr=""/>
          <p:cNvSpPr/>
          <p:nvPr/>
        </p:nvSpPr>
        <p:spPr>
          <a:xfrm>
            <a:off x="9271893" y="9565611"/>
            <a:ext cx="224790" cy="182880"/>
          </a:xfrm>
          <a:custGeom>
            <a:avLst/>
            <a:gdLst/>
            <a:ahLst/>
            <a:cxnLst/>
            <a:rect l="l" t="t" r="r" b="b"/>
            <a:pathLst>
              <a:path w="224790" h="182879">
                <a:moveTo>
                  <a:pt x="506" y="182808"/>
                </a:moveTo>
                <a:lnTo>
                  <a:pt x="506" y="81755"/>
                </a:lnTo>
                <a:lnTo>
                  <a:pt x="0" y="81756"/>
                </a:lnTo>
                <a:lnTo>
                  <a:pt x="223432" y="0"/>
                </a:lnTo>
                <a:lnTo>
                  <a:pt x="224447" y="104607"/>
                </a:lnTo>
                <a:lnTo>
                  <a:pt x="506" y="18280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5" name="object 195" descr=""/>
          <p:cNvPicPr/>
          <p:nvPr/>
        </p:nvPicPr>
        <p:blipFill>
          <a:blip r:embed="rId109" cstate="print"/>
          <a:stretch>
            <a:fillRect/>
          </a:stretch>
        </p:blipFill>
        <p:spPr>
          <a:xfrm>
            <a:off x="9755839" y="9391434"/>
            <a:ext cx="225961" cy="187886"/>
          </a:xfrm>
          <a:prstGeom prst="rect">
            <a:avLst/>
          </a:prstGeom>
        </p:spPr>
      </p:pic>
      <p:pic>
        <p:nvPicPr>
          <p:cNvPr id="196" name="object 196" descr=""/>
          <p:cNvPicPr/>
          <p:nvPr/>
        </p:nvPicPr>
        <p:blipFill>
          <a:blip r:embed="rId110" cstate="print"/>
          <a:stretch>
            <a:fillRect/>
          </a:stretch>
        </p:blipFill>
        <p:spPr>
          <a:xfrm>
            <a:off x="10240273" y="9225384"/>
            <a:ext cx="227495" cy="190933"/>
          </a:xfrm>
          <a:prstGeom prst="rect">
            <a:avLst/>
          </a:prstGeom>
        </p:spPr>
      </p:pic>
      <p:pic>
        <p:nvPicPr>
          <p:cNvPr id="197" name="object 197" descr=""/>
          <p:cNvPicPr/>
          <p:nvPr/>
        </p:nvPicPr>
        <p:blipFill>
          <a:blip r:embed="rId111" cstate="print"/>
          <a:stretch>
            <a:fillRect/>
          </a:stretch>
        </p:blipFill>
        <p:spPr>
          <a:xfrm>
            <a:off x="10724208" y="9071519"/>
            <a:ext cx="228511" cy="191441"/>
          </a:xfrm>
          <a:prstGeom prst="rect">
            <a:avLst/>
          </a:prstGeom>
        </p:spPr>
      </p:pic>
      <p:pic>
        <p:nvPicPr>
          <p:cNvPr id="198" name="object 198" descr=""/>
          <p:cNvPicPr/>
          <p:nvPr/>
        </p:nvPicPr>
        <p:blipFill>
          <a:blip r:embed="rId112" cstate="print"/>
          <a:stretch>
            <a:fillRect/>
          </a:stretch>
        </p:blipFill>
        <p:spPr>
          <a:xfrm>
            <a:off x="11208675" y="8935428"/>
            <a:ext cx="230010" cy="188902"/>
          </a:xfrm>
          <a:prstGeom prst="rect">
            <a:avLst/>
          </a:prstGeom>
        </p:spPr>
      </p:pic>
      <p:pic>
        <p:nvPicPr>
          <p:cNvPr id="199" name="object 199" descr=""/>
          <p:cNvPicPr/>
          <p:nvPr/>
        </p:nvPicPr>
        <p:blipFill>
          <a:blip r:embed="rId113" cstate="print"/>
          <a:stretch>
            <a:fillRect/>
          </a:stretch>
        </p:blipFill>
        <p:spPr>
          <a:xfrm>
            <a:off x="11692587" y="8821173"/>
            <a:ext cx="231557" cy="184331"/>
          </a:xfrm>
          <a:prstGeom prst="rect">
            <a:avLst/>
          </a:prstGeom>
        </p:spPr>
      </p:pic>
      <p:pic>
        <p:nvPicPr>
          <p:cNvPr id="200" name="object 200" descr=""/>
          <p:cNvPicPr/>
          <p:nvPr/>
        </p:nvPicPr>
        <p:blipFill>
          <a:blip r:embed="rId114" cstate="print"/>
          <a:stretch>
            <a:fillRect/>
          </a:stretch>
        </p:blipFill>
        <p:spPr>
          <a:xfrm>
            <a:off x="12177031" y="8733831"/>
            <a:ext cx="233081" cy="176206"/>
          </a:xfrm>
          <a:prstGeom prst="rect">
            <a:avLst/>
          </a:prstGeom>
        </p:spPr>
      </p:pic>
      <p:pic>
        <p:nvPicPr>
          <p:cNvPr id="201" name="object 201" descr=""/>
          <p:cNvPicPr/>
          <p:nvPr/>
        </p:nvPicPr>
        <p:blipFill>
          <a:blip r:embed="rId115" cstate="print"/>
          <a:stretch>
            <a:fillRect/>
          </a:stretch>
        </p:blipFill>
        <p:spPr>
          <a:xfrm>
            <a:off x="12660967" y="8677972"/>
            <a:ext cx="234604" cy="165543"/>
          </a:xfrm>
          <a:prstGeom prst="rect">
            <a:avLst/>
          </a:prstGeom>
        </p:spPr>
      </p:pic>
      <p:pic>
        <p:nvPicPr>
          <p:cNvPr id="202" name="object 202" descr=""/>
          <p:cNvPicPr/>
          <p:nvPr/>
        </p:nvPicPr>
        <p:blipFill>
          <a:blip r:embed="rId116" cstate="print"/>
          <a:stretch>
            <a:fillRect/>
          </a:stretch>
        </p:blipFill>
        <p:spPr>
          <a:xfrm>
            <a:off x="13145448" y="8660762"/>
            <a:ext cx="235581" cy="150254"/>
          </a:xfrm>
          <a:prstGeom prst="rect">
            <a:avLst/>
          </a:prstGeom>
        </p:spPr>
      </p:pic>
      <p:pic>
        <p:nvPicPr>
          <p:cNvPr id="203" name="object 203" descr=""/>
          <p:cNvPicPr/>
          <p:nvPr/>
        </p:nvPicPr>
        <p:blipFill>
          <a:blip r:embed="rId117" cstate="print"/>
          <a:stretch>
            <a:fillRect/>
          </a:stretch>
        </p:blipFill>
        <p:spPr>
          <a:xfrm>
            <a:off x="13629346" y="8665278"/>
            <a:ext cx="237143" cy="146754"/>
          </a:xfrm>
          <a:prstGeom prst="rect">
            <a:avLst/>
          </a:prstGeom>
        </p:spPr>
      </p:pic>
      <p:pic>
        <p:nvPicPr>
          <p:cNvPr id="204" name="object 204" descr=""/>
          <p:cNvPicPr/>
          <p:nvPr/>
        </p:nvPicPr>
        <p:blipFill>
          <a:blip r:embed="rId118" cstate="print"/>
          <a:stretch>
            <a:fillRect/>
          </a:stretch>
        </p:blipFill>
        <p:spPr>
          <a:xfrm>
            <a:off x="14113791" y="8647504"/>
            <a:ext cx="238666" cy="150309"/>
          </a:xfrm>
          <a:prstGeom prst="rect">
            <a:avLst/>
          </a:prstGeom>
        </p:spPr>
      </p:pic>
      <p:pic>
        <p:nvPicPr>
          <p:cNvPr id="205" name="object 205" descr=""/>
          <p:cNvPicPr/>
          <p:nvPr/>
        </p:nvPicPr>
        <p:blipFill>
          <a:blip r:embed="rId119" cstate="print"/>
          <a:stretch>
            <a:fillRect/>
          </a:stretch>
        </p:blipFill>
        <p:spPr>
          <a:xfrm>
            <a:off x="14597727" y="8613481"/>
            <a:ext cx="240189" cy="150817"/>
          </a:xfrm>
          <a:prstGeom prst="rect">
            <a:avLst/>
          </a:prstGeom>
        </p:spPr>
      </p:pic>
      <p:pic>
        <p:nvPicPr>
          <p:cNvPr id="206" name="object 206" descr=""/>
          <p:cNvPicPr/>
          <p:nvPr/>
        </p:nvPicPr>
        <p:blipFill>
          <a:blip r:embed="rId120" cstate="print"/>
          <a:stretch>
            <a:fillRect/>
          </a:stretch>
        </p:blipFill>
        <p:spPr>
          <a:xfrm>
            <a:off x="15082169" y="8566764"/>
            <a:ext cx="241712" cy="148278"/>
          </a:xfrm>
          <a:prstGeom prst="rect">
            <a:avLst/>
          </a:prstGeom>
        </p:spPr>
      </p:pic>
      <p:pic>
        <p:nvPicPr>
          <p:cNvPr id="207" name="object 207" descr=""/>
          <p:cNvPicPr/>
          <p:nvPr/>
        </p:nvPicPr>
        <p:blipFill>
          <a:blip r:embed="rId121" cstate="print"/>
          <a:stretch>
            <a:fillRect/>
          </a:stretch>
        </p:blipFill>
        <p:spPr>
          <a:xfrm>
            <a:off x="15566107" y="8509382"/>
            <a:ext cx="242726" cy="144215"/>
          </a:xfrm>
          <a:prstGeom prst="rect">
            <a:avLst/>
          </a:prstGeom>
        </p:spPr>
      </p:pic>
      <p:sp>
        <p:nvSpPr>
          <p:cNvPr id="208" name="object 208" descr=""/>
          <p:cNvSpPr/>
          <p:nvPr/>
        </p:nvSpPr>
        <p:spPr>
          <a:xfrm>
            <a:off x="16050548" y="8443876"/>
            <a:ext cx="244475" cy="137795"/>
          </a:xfrm>
          <a:custGeom>
            <a:avLst/>
            <a:gdLst/>
            <a:ahLst/>
            <a:cxnLst/>
            <a:rect l="l" t="t" r="r" b="b"/>
            <a:pathLst>
              <a:path w="244475" h="137795">
                <a:moveTo>
                  <a:pt x="20311" y="137614"/>
                </a:moveTo>
                <a:lnTo>
                  <a:pt x="0" y="30976"/>
                </a:lnTo>
                <a:lnTo>
                  <a:pt x="223432" y="0"/>
                </a:lnTo>
                <a:lnTo>
                  <a:pt x="244253" y="102068"/>
                </a:lnTo>
                <a:lnTo>
                  <a:pt x="80438" y="128347"/>
                </a:lnTo>
                <a:lnTo>
                  <a:pt x="20311" y="13761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 descr=""/>
          <p:cNvSpPr/>
          <p:nvPr/>
        </p:nvSpPr>
        <p:spPr>
          <a:xfrm>
            <a:off x="16534485" y="8373291"/>
            <a:ext cx="246379" cy="129539"/>
          </a:xfrm>
          <a:custGeom>
            <a:avLst/>
            <a:gdLst/>
            <a:ahLst/>
            <a:cxnLst/>
            <a:rect l="l" t="t" r="r" b="b"/>
            <a:pathLst>
              <a:path w="246380" h="129540">
                <a:moveTo>
                  <a:pt x="21835" y="129489"/>
                </a:moveTo>
                <a:lnTo>
                  <a:pt x="0" y="33007"/>
                </a:lnTo>
                <a:lnTo>
                  <a:pt x="223432" y="0"/>
                </a:lnTo>
                <a:lnTo>
                  <a:pt x="245775" y="91404"/>
                </a:lnTo>
                <a:lnTo>
                  <a:pt x="21835" y="12948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 descr=""/>
          <p:cNvSpPr/>
          <p:nvPr/>
        </p:nvSpPr>
        <p:spPr>
          <a:xfrm>
            <a:off x="17018421" y="8299152"/>
            <a:ext cx="247650" cy="120014"/>
          </a:xfrm>
          <a:custGeom>
            <a:avLst/>
            <a:gdLst/>
            <a:ahLst/>
            <a:cxnLst/>
            <a:rect l="l" t="t" r="r" b="b"/>
            <a:pathLst>
              <a:path w="247650" h="120015">
                <a:moveTo>
                  <a:pt x="23358" y="119841"/>
                </a:moveTo>
                <a:lnTo>
                  <a:pt x="506" y="34022"/>
                </a:lnTo>
                <a:lnTo>
                  <a:pt x="0" y="34022"/>
                </a:lnTo>
                <a:lnTo>
                  <a:pt x="223432" y="0"/>
                </a:lnTo>
                <a:lnTo>
                  <a:pt x="247299" y="80740"/>
                </a:lnTo>
                <a:lnTo>
                  <a:pt x="23358" y="11984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1" name="object 211" descr=""/>
          <p:cNvPicPr/>
          <p:nvPr/>
        </p:nvPicPr>
        <p:blipFill>
          <a:blip r:embed="rId122" cstate="print"/>
          <a:stretch>
            <a:fillRect/>
          </a:stretch>
        </p:blipFill>
        <p:spPr>
          <a:xfrm>
            <a:off x="17502861" y="8225012"/>
            <a:ext cx="248316" cy="108669"/>
          </a:xfrm>
          <a:prstGeom prst="rect">
            <a:avLst/>
          </a:prstGeom>
        </p:spPr>
      </p:pic>
      <p:sp>
        <p:nvSpPr>
          <p:cNvPr id="212" name="object 212" descr=""/>
          <p:cNvSpPr/>
          <p:nvPr/>
        </p:nvSpPr>
        <p:spPr>
          <a:xfrm>
            <a:off x="17986799" y="8153920"/>
            <a:ext cx="250190" cy="97155"/>
          </a:xfrm>
          <a:custGeom>
            <a:avLst/>
            <a:gdLst/>
            <a:ahLst/>
            <a:cxnLst/>
            <a:rect l="l" t="t" r="r" b="b"/>
            <a:pathLst>
              <a:path w="250190" h="97154">
                <a:moveTo>
                  <a:pt x="25896" y="96990"/>
                </a:moveTo>
                <a:lnTo>
                  <a:pt x="0" y="32499"/>
                </a:lnTo>
                <a:lnTo>
                  <a:pt x="223433" y="0"/>
                </a:lnTo>
                <a:lnTo>
                  <a:pt x="242713" y="44416"/>
                </a:lnTo>
                <a:lnTo>
                  <a:pt x="249838" y="59920"/>
                </a:lnTo>
                <a:lnTo>
                  <a:pt x="25896" y="9699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 descr=""/>
          <p:cNvSpPr/>
          <p:nvPr/>
        </p:nvSpPr>
        <p:spPr>
          <a:xfrm>
            <a:off x="0" y="9588461"/>
            <a:ext cx="240029" cy="172720"/>
          </a:xfrm>
          <a:custGeom>
            <a:avLst/>
            <a:gdLst/>
            <a:ahLst/>
            <a:cxnLst/>
            <a:rect l="l" t="t" r="r" b="b"/>
            <a:pathLst>
              <a:path w="240029" h="172720">
                <a:moveTo>
                  <a:pt x="213204" y="172653"/>
                </a:moveTo>
                <a:lnTo>
                  <a:pt x="0" y="108764"/>
                </a:lnTo>
                <a:lnTo>
                  <a:pt x="0" y="57205"/>
                </a:lnTo>
                <a:lnTo>
                  <a:pt x="14653" y="0"/>
                </a:lnTo>
                <a:lnTo>
                  <a:pt x="239609" y="71092"/>
                </a:lnTo>
                <a:lnTo>
                  <a:pt x="213204" y="17265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 descr=""/>
          <p:cNvSpPr/>
          <p:nvPr/>
        </p:nvSpPr>
        <p:spPr>
          <a:xfrm>
            <a:off x="476754" y="9744357"/>
            <a:ext cx="250825" cy="167640"/>
          </a:xfrm>
          <a:custGeom>
            <a:avLst/>
            <a:gdLst/>
            <a:ahLst/>
            <a:cxnLst/>
            <a:rect l="l" t="t" r="r" b="b"/>
            <a:pathLst>
              <a:path w="250825" h="167640">
                <a:moveTo>
                  <a:pt x="225464" y="167067"/>
                </a:moveTo>
                <a:lnTo>
                  <a:pt x="0" y="96990"/>
                </a:lnTo>
                <a:lnTo>
                  <a:pt x="25390" y="0"/>
                </a:lnTo>
                <a:lnTo>
                  <a:pt x="25390" y="508"/>
                </a:lnTo>
                <a:lnTo>
                  <a:pt x="250346" y="74139"/>
                </a:lnTo>
                <a:lnTo>
                  <a:pt x="225464" y="16706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 descr=""/>
          <p:cNvSpPr/>
          <p:nvPr/>
        </p:nvSpPr>
        <p:spPr>
          <a:xfrm>
            <a:off x="965259" y="9905331"/>
            <a:ext cx="248920" cy="160020"/>
          </a:xfrm>
          <a:custGeom>
            <a:avLst/>
            <a:gdLst/>
            <a:ahLst/>
            <a:cxnLst/>
            <a:rect l="l" t="t" r="r" b="b"/>
            <a:pathLst>
              <a:path w="248919" h="160020">
                <a:moveTo>
                  <a:pt x="225464" y="159449"/>
                </a:moveTo>
                <a:lnTo>
                  <a:pt x="0" y="88865"/>
                </a:lnTo>
                <a:lnTo>
                  <a:pt x="23866" y="0"/>
                </a:lnTo>
                <a:lnTo>
                  <a:pt x="248823" y="74647"/>
                </a:lnTo>
                <a:lnTo>
                  <a:pt x="225464" y="15944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216" descr=""/>
          <p:cNvSpPr/>
          <p:nvPr/>
        </p:nvSpPr>
        <p:spPr>
          <a:xfrm>
            <a:off x="1454273" y="10066304"/>
            <a:ext cx="247650" cy="150495"/>
          </a:xfrm>
          <a:custGeom>
            <a:avLst/>
            <a:gdLst/>
            <a:ahLst/>
            <a:cxnLst/>
            <a:rect l="l" t="t" r="r" b="b"/>
            <a:pathLst>
              <a:path w="247650" h="150495">
                <a:moveTo>
                  <a:pt x="225464" y="150309"/>
                </a:moveTo>
                <a:lnTo>
                  <a:pt x="0" y="80741"/>
                </a:lnTo>
                <a:lnTo>
                  <a:pt x="22343" y="0"/>
                </a:lnTo>
                <a:lnTo>
                  <a:pt x="247299" y="73123"/>
                </a:lnTo>
                <a:lnTo>
                  <a:pt x="225464" y="15030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object 217" descr=""/>
          <p:cNvSpPr/>
          <p:nvPr/>
        </p:nvSpPr>
        <p:spPr>
          <a:xfrm>
            <a:off x="1945388" y="10222707"/>
            <a:ext cx="226060" cy="64769"/>
          </a:xfrm>
          <a:custGeom>
            <a:avLst/>
            <a:gdLst/>
            <a:ahLst/>
            <a:cxnLst/>
            <a:rect l="l" t="t" r="r" b="b"/>
            <a:pathLst>
              <a:path w="226060" h="64770">
                <a:moveTo>
                  <a:pt x="18675" y="147"/>
                </a:moveTo>
                <a:lnTo>
                  <a:pt x="18208" y="0"/>
                </a:lnTo>
                <a:lnTo>
                  <a:pt x="18718" y="0"/>
                </a:lnTo>
                <a:lnTo>
                  <a:pt x="18675" y="147"/>
                </a:lnTo>
                <a:close/>
              </a:path>
              <a:path w="226060" h="64770">
                <a:moveTo>
                  <a:pt x="225870" y="64292"/>
                </a:moveTo>
                <a:lnTo>
                  <a:pt x="0" y="64292"/>
                </a:lnTo>
                <a:lnTo>
                  <a:pt x="3150" y="53628"/>
                </a:lnTo>
                <a:lnTo>
                  <a:pt x="8054" y="36752"/>
                </a:lnTo>
                <a:lnTo>
                  <a:pt x="12957" y="19780"/>
                </a:lnTo>
                <a:lnTo>
                  <a:pt x="18675" y="147"/>
                </a:lnTo>
                <a:lnTo>
                  <a:pt x="225870" y="6429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 descr=""/>
          <p:cNvSpPr/>
          <p:nvPr/>
        </p:nvSpPr>
        <p:spPr>
          <a:xfrm>
            <a:off x="7969877" y="10266887"/>
            <a:ext cx="66040" cy="20320"/>
          </a:xfrm>
          <a:custGeom>
            <a:avLst/>
            <a:gdLst/>
            <a:ahLst/>
            <a:cxnLst/>
            <a:rect l="l" t="t" r="r" b="b"/>
            <a:pathLst>
              <a:path w="66040" h="20320">
                <a:moveTo>
                  <a:pt x="65095" y="20112"/>
                </a:moveTo>
                <a:lnTo>
                  <a:pt x="0" y="20112"/>
                </a:lnTo>
                <a:lnTo>
                  <a:pt x="66024" y="0"/>
                </a:lnTo>
                <a:lnTo>
                  <a:pt x="65095" y="2011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 descr=""/>
          <p:cNvSpPr/>
          <p:nvPr/>
        </p:nvSpPr>
        <p:spPr>
          <a:xfrm>
            <a:off x="8295389" y="10112007"/>
            <a:ext cx="227965" cy="154940"/>
          </a:xfrm>
          <a:custGeom>
            <a:avLst/>
            <a:gdLst/>
            <a:ahLst/>
            <a:cxnLst/>
            <a:rect l="l" t="t" r="r" b="b"/>
            <a:pathLst>
              <a:path w="227965" h="154940">
                <a:moveTo>
                  <a:pt x="0" y="154372"/>
                </a:moveTo>
                <a:lnTo>
                  <a:pt x="2539" y="72107"/>
                </a:lnTo>
                <a:lnTo>
                  <a:pt x="227495" y="0"/>
                </a:lnTo>
                <a:lnTo>
                  <a:pt x="225464" y="85818"/>
                </a:lnTo>
                <a:lnTo>
                  <a:pt x="0" y="15437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 descr=""/>
          <p:cNvSpPr/>
          <p:nvPr/>
        </p:nvSpPr>
        <p:spPr>
          <a:xfrm>
            <a:off x="8784911" y="9952049"/>
            <a:ext cx="226060" cy="165100"/>
          </a:xfrm>
          <a:custGeom>
            <a:avLst/>
            <a:gdLst/>
            <a:ahLst/>
            <a:cxnLst/>
            <a:rect l="l" t="t" r="r" b="b"/>
            <a:pathLst>
              <a:path w="226059" h="165100">
                <a:moveTo>
                  <a:pt x="0" y="164528"/>
                </a:moveTo>
                <a:lnTo>
                  <a:pt x="1015" y="74647"/>
                </a:lnTo>
                <a:lnTo>
                  <a:pt x="508" y="74139"/>
                </a:lnTo>
                <a:lnTo>
                  <a:pt x="225464" y="0"/>
                </a:lnTo>
                <a:lnTo>
                  <a:pt x="225464" y="93943"/>
                </a:lnTo>
                <a:lnTo>
                  <a:pt x="0" y="16452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 descr=""/>
          <p:cNvSpPr/>
          <p:nvPr/>
        </p:nvSpPr>
        <p:spPr>
          <a:xfrm>
            <a:off x="9272401" y="9791076"/>
            <a:ext cx="226060" cy="172720"/>
          </a:xfrm>
          <a:custGeom>
            <a:avLst/>
            <a:gdLst/>
            <a:ahLst/>
            <a:cxnLst/>
            <a:rect l="l" t="t" r="r" b="b"/>
            <a:pathLst>
              <a:path w="226059" h="172720">
                <a:moveTo>
                  <a:pt x="507" y="172652"/>
                </a:moveTo>
                <a:lnTo>
                  <a:pt x="507" y="74647"/>
                </a:lnTo>
                <a:lnTo>
                  <a:pt x="0" y="74139"/>
                </a:lnTo>
                <a:lnTo>
                  <a:pt x="224957" y="0"/>
                </a:lnTo>
                <a:lnTo>
                  <a:pt x="225972" y="102068"/>
                </a:lnTo>
                <a:lnTo>
                  <a:pt x="507" y="17265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object 222" descr=""/>
          <p:cNvSpPr/>
          <p:nvPr/>
        </p:nvSpPr>
        <p:spPr>
          <a:xfrm>
            <a:off x="9759891" y="9632641"/>
            <a:ext cx="227965" cy="179070"/>
          </a:xfrm>
          <a:custGeom>
            <a:avLst/>
            <a:gdLst/>
            <a:ahLst/>
            <a:cxnLst/>
            <a:rect l="l" t="t" r="r" b="b"/>
            <a:pathLst>
              <a:path w="227965" h="179070">
                <a:moveTo>
                  <a:pt x="2030" y="178746"/>
                </a:moveTo>
                <a:lnTo>
                  <a:pt x="0" y="72107"/>
                </a:lnTo>
                <a:lnTo>
                  <a:pt x="224956" y="0"/>
                </a:lnTo>
                <a:lnTo>
                  <a:pt x="227494" y="110193"/>
                </a:lnTo>
                <a:lnTo>
                  <a:pt x="2030" y="17874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3" name="object 223" descr=""/>
          <p:cNvPicPr/>
          <p:nvPr/>
        </p:nvPicPr>
        <p:blipFill>
          <a:blip r:embed="rId123" cstate="print"/>
          <a:stretch>
            <a:fillRect/>
          </a:stretch>
        </p:blipFill>
        <p:spPr>
          <a:xfrm>
            <a:off x="10247382" y="9482332"/>
            <a:ext cx="229017" cy="182301"/>
          </a:xfrm>
          <a:prstGeom prst="rect">
            <a:avLst/>
          </a:prstGeom>
        </p:spPr>
      </p:pic>
      <p:pic>
        <p:nvPicPr>
          <p:cNvPr id="224" name="object 224" descr=""/>
          <p:cNvPicPr/>
          <p:nvPr/>
        </p:nvPicPr>
        <p:blipFill>
          <a:blip r:embed="rId124" cstate="print"/>
          <a:stretch>
            <a:fillRect/>
          </a:stretch>
        </p:blipFill>
        <p:spPr>
          <a:xfrm>
            <a:off x="10734364" y="9343194"/>
            <a:ext cx="230540" cy="183825"/>
          </a:xfrm>
          <a:prstGeom prst="rect">
            <a:avLst/>
          </a:prstGeom>
        </p:spPr>
      </p:pic>
      <p:pic>
        <p:nvPicPr>
          <p:cNvPr id="225" name="object 225" descr=""/>
          <p:cNvPicPr/>
          <p:nvPr/>
        </p:nvPicPr>
        <p:blipFill>
          <a:blip r:embed="rId125" cstate="print"/>
          <a:stretch>
            <a:fillRect/>
          </a:stretch>
        </p:blipFill>
        <p:spPr>
          <a:xfrm>
            <a:off x="11221855" y="9220813"/>
            <a:ext cx="231557" cy="183316"/>
          </a:xfrm>
          <a:prstGeom prst="rect">
            <a:avLst/>
          </a:prstGeom>
        </p:spPr>
      </p:pic>
      <p:pic>
        <p:nvPicPr>
          <p:cNvPr id="226" name="object 226" descr=""/>
          <p:cNvPicPr/>
          <p:nvPr/>
        </p:nvPicPr>
        <p:blipFill>
          <a:blip r:embed="rId126" cstate="print"/>
          <a:stretch>
            <a:fillRect/>
          </a:stretch>
        </p:blipFill>
        <p:spPr>
          <a:xfrm>
            <a:off x="11708838" y="9118745"/>
            <a:ext cx="233080" cy="179255"/>
          </a:xfrm>
          <a:prstGeom prst="rect">
            <a:avLst/>
          </a:prstGeom>
        </p:spPr>
      </p:pic>
      <p:pic>
        <p:nvPicPr>
          <p:cNvPr id="227" name="object 227" descr=""/>
          <p:cNvPicPr/>
          <p:nvPr/>
        </p:nvPicPr>
        <p:blipFill>
          <a:blip r:embed="rId127" cstate="print"/>
          <a:stretch>
            <a:fillRect/>
          </a:stretch>
        </p:blipFill>
        <p:spPr>
          <a:xfrm>
            <a:off x="12196360" y="9041559"/>
            <a:ext cx="234572" cy="172652"/>
          </a:xfrm>
          <a:prstGeom prst="rect">
            <a:avLst/>
          </a:prstGeom>
        </p:spPr>
      </p:pic>
      <p:pic>
        <p:nvPicPr>
          <p:cNvPr id="228" name="object 228" descr=""/>
          <p:cNvPicPr/>
          <p:nvPr/>
        </p:nvPicPr>
        <p:blipFill>
          <a:blip r:embed="rId128" cstate="print"/>
          <a:stretch>
            <a:fillRect/>
          </a:stretch>
        </p:blipFill>
        <p:spPr>
          <a:xfrm>
            <a:off x="12683311" y="8993826"/>
            <a:ext cx="236127" cy="163512"/>
          </a:xfrm>
          <a:prstGeom prst="rect">
            <a:avLst/>
          </a:prstGeom>
        </p:spPr>
      </p:pic>
      <p:pic>
        <p:nvPicPr>
          <p:cNvPr id="229" name="object 229" descr=""/>
          <p:cNvPicPr/>
          <p:nvPr/>
        </p:nvPicPr>
        <p:blipFill>
          <a:blip r:embed="rId129" cstate="print"/>
          <a:stretch>
            <a:fillRect/>
          </a:stretch>
        </p:blipFill>
        <p:spPr>
          <a:xfrm>
            <a:off x="13170802" y="8980306"/>
            <a:ext cx="237651" cy="151134"/>
          </a:xfrm>
          <a:prstGeom prst="rect">
            <a:avLst/>
          </a:prstGeom>
        </p:spPr>
      </p:pic>
      <p:pic>
        <p:nvPicPr>
          <p:cNvPr id="230" name="object 230" descr=""/>
          <p:cNvPicPr/>
          <p:nvPr/>
        </p:nvPicPr>
        <p:blipFill>
          <a:blip r:embed="rId130" cstate="print"/>
          <a:stretch>
            <a:fillRect/>
          </a:stretch>
        </p:blipFill>
        <p:spPr>
          <a:xfrm>
            <a:off x="13657783" y="8974528"/>
            <a:ext cx="238666" cy="152849"/>
          </a:xfrm>
          <a:prstGeom prst="rect">
            <a:avLst/>
          </a:prstGeom>
        </p:spPr>
      </p:pic>
      <p:pic>
        <p:nvPicPr>
          <p:cNvPr id="231" name="object 231" descr=""/>
          <p:cNvPicPr/>
          <p:nvPr/>
        </p:nvPicPr>
        <p:blipFill>
          <a:blip r:embed="rId131" cstate="print"/>
          <a:stretch>
            <a:fillRect/>
          </a:stretch>
        </p:blipFill>
        <p:spPr>
          <a:xfrm>
            <a:off x="14632317" y="8893788"/>
            <a:ext cx="241652" cy="156911"/>
          </a:xfrm>
          <a:prstGeom prst="rect">
            <a:avLst/>
          </a:prstGeom>
        </p:spPr>
      </p:pic>
      <p:pic>
        <p:nvPicPr>
          <p:cNvPr id="232" name="object 232" descr=""/>
          <p:cNvPicPr/>
          <p:nvPr/>
        </p:nvPicPr>
        <p:blipFill>
          <a:blip r:embed="rId132" cstate="print"/>
          <a:stretch>
            <a:fillRect/>
          </a:stretch>
        </p:blipFill>
        <p:spPr>
          <a:xfrm>
            <a:off x="14145274" y="8944061"/>
            <a:ext cx="240189" cy="156910"/>
          </a:xfrm>
          <a:prstGeom prst="rect">
            <a:avLst/>
          </a:prstGeom>
        </p:spPr>
      </p:pic>
      <p:pic>
        <p:nvPicPr>
          <p:cNvPr id="233" name="object 233" descr=""/>
          <p:cNvPicPr/>
          <p:nvPr/>
        </p:nvPicPr>
        <p:blipFill>
          <a:blip r:embed="rId133" cstate="print"/>
          <a:stretch>
            <a:fillRect/>
          </a:stretch>
        </p:blipFill>
        <p:spPr>
          <a:xfrm>
            <a:off x="15119748" y="8828790"/>
            <a:ext cx="243236" cy="155387"/>
          </a:xfrm>
          <a:prstGeom prst="rect">
            <a:avLst/>
          </a:prstGeom>
        </p:spPr>
      </p:pic>
      <p:sp>
        <p:nvSpPr>
          <p:cNvPr id="234" name="object 234" descr=""/>
          <p:cNvSpPr/>
          <p:nvPr/>
        </p:nvSpPr>
        <p:spPr>
          <a:xfrm>
            <a:off x="15607238" y="8750080"/>
            <a:ext cx="245110" cy="151130"/>
          </a:xfrm>
          <a:custGeom>
            <a:avLst/>
            <a:gdLst/>
            <a:ahLst/>
            <a:cxnLst/>
            <a:rect l="l" t="t" r="r" b="b"/>
            <a:pathLst>
              <a:path w="245109" h="151129">
                <a:moveTo>
                  <a:pt x="19296" y="150817"/>
                </a:moveTo>
                <a:lnTo>
                  <a:pt x="508" y="37577"/>
                </a:lnTo>
                <a:lnTo>
                  <a:pt x="0" y="37577"/>
                </a:lnTo>
                <a:lnTo>
                  <a:pt x="224956" y="0"/>
                </a:lnTo>
                <a:lnTo>
                  <a:pt x="244760" y="108162"/>
                </a:lnTo>
                <a:lnTo>
                  <a:pt x="19296" y="15081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object 235" descr=""/>
          <p:cNvSpPr/>
          <p:nvPr/>
        </p:nvSpPr>
        <p:spPr>
          <a:xfrm>
            <a:off x="16094220" y="8661723"/>
            <a:ext cx="246379" cy="144145"/>
          </a:xfrm>
          <a:custGeom>
            <a:avLst/>
            <a:gdLst/>
            <a:ahLst/>
            <a:cxnLst/>
            <a:rect l="l" t="t" r="r" b="b"/>
            <a:pathLst>
              <a:path w="246380" h="144145">
                <a:moveTo>
                  <a:pt x="20820" y="143707"/>
                </a:moveTo>
                <a:lnTo>
                  <a:pt x="508" y="41639"/>
                </a:lnTo>
                <a:lnTo>
                  <a:pt x="0" y="41639"/>
                </a:lnTo>
                <a:lnTo>
                  <a:pt x="224956" y="0"/>
                </a:lnTo>
                <a:lnTo>
                  <a:pt x="246284" y="96990"/>
                </a:lnTo>
                <a:lnTo>
                  <a:pt x="20820" y="14370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6" name="object 236" descr=""/>
          <p:cNvPicPr/>
          <p:nvPr/>
        </p:nvPicPr>
        <p:blipFill>
          <a:blip r:embed="rId134" cstate="print"/>
          <a:stretch>
            <a:fillRect/>
          </a:stretch>
        </p:blipFill>
        <p:spPr>
          <a:xfrm>
            <a:off x="16581823" y="8567271"/>
            <a:ext cx="247185" cy="134567"/>
          </a:xfrm>
          <a:prstGeom prst="rect">
            <a:avLst/>
          </a:prstGeom>
        </p:spPr>
      </p:pic>
      <p:sp>
        <p:nvSpPr>
          <p:cNvPr id="237" name="object 237" descr=""/>
          <p:cNvSpPr/>
          <p:nvPr/>
        </p:nvSpPr>
        <p:spPr>
          <a:xfrm>
            <a:off x="17068693" y="8469773"/>
            <a:ext cx="248920" cy="124460"/>
          </a:xfrm>
          <a:custGeom>
            <a:avLst/>
            <a:gdLst/>
            <a:ahLst/>
            <a:cxnLst/>
            <a:rect l="l" t="t" r="r" b="b"/>
            <a:pathLst>
              <a:path w="248919" h="124459">
                <a:moveTo>
                  <a:pt x="23358" y="124411"/>
                </a:moveTo>
                <a:lnTo>
                  <a:pt x="0" y="45194"/>
                </a:lnTo>
                <a:lnTo>
                  <a:pt x="224956" y="0"/>
                </a:lnTo>
                <a:lnTo>
                  <a:pt x="248822" y="73631"/>
                </a:lnTo>
                <a:lnTo>
                  <a:pt x="23358" y="12441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object 238" descr=""/>
          <p:cNvSpPr/>
          <p:nvPr/>
        </p:nvSpPr>
        <p:spPr>
          <a:xfrm>
            <a:off x="17556182" y="8372783"/>
            <a:ext cx="250825" cy="112395"/>
          </a:xfrm>
          <a:custGeom>
            <a:avLst/>
            <a:gdLst/>
            <a:ahLst/>
            <a:cxnLst/>
            <a:rect l="l" t="t" r="r" b="b"/>
            <a:pathLst>
              <a:path w="250825" h="112395">
                <a:moveTo>
                  <a:pt x="24881" y="112224"/>
                </a:moveTo>
                <a:lnTo>
                  <a:pt x="0" y="44686"/>
                </a:lnTo>
                <a:lnTo>
                  <a:pt x="224956" y="0"/>
                </a:lnTo>
                <a:lnTo>
                  <a:pt x="250346" y="62459"/>
                </a:lnTo>
                <a:lnTo>
                  <a:pt x="24881" y="11222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 descr=""/>
          <p:cNvSpPr/>
          <p:nvPr/>
        </p:nvSpPr>
        <p:spPr>
          <a:xfrm>
            <a:off x="18043165" y="8278332"/>
            <a:ext cx="245110" cy="99060"/>
          </a:xfrm>
          <a:custGeom>
            <a:avLst/>
            <a:gdLst/>
            <a:ahLst/>
            <a:cxnLst/>
            <a:rect l="l" t="t" r="r" b="b"/>
            <a:pathLst>
              <a:path w="245109" h="99059">
                <a:moveTo>
                  <a:pt x="26405" y="99021"/>
                </a:moveTo>
                <a:lnTo>
                  <a:pt x="0" y="42655"/>
                </a:lnTo>
                <a:lnTo>
                  <a:pt x="224956" y="0"/>
                </a:lnTo>
                <a:lnTo>
                  <a:pt x="244833" y="38231"/>
                </a:lnTo>
                <a:lnTo>
                  <a:pt x="244833" y="52756"/>
                </a:lnTo>
                <a:lnTo>
                  <a:pt x="26405" y="9902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 descr=""/>
          <p:cNvSpPr/>
          <p:nvPr/>
        </p:nvSpPr>
        <p:spPr>
          <a:xfrm>
            <a:off x="0" y="9829041"/>
            <a:ext cx="182245" cy="153670"/>
          </a:xfrm>
          <a:custGeom>
            <a:avLst/>
            <a:gdLst/>
            <a:ahLst/>
            <a:cxnLst/>
            <a:rect l="l" t="t" r="r" b="b"/>
            <a:pathLst>
              <a:path w="182245" h="153670">
                <a:moveTo>
                  <a:pt x="155822" y="153475"/>
                </a:moveTo>
                <a:lnTo>
                  <a:pt x="0" y="112891"/>
                </a:lnTo>
                <a:lnTo>
                  <a:pt x="0" y="0"/>
                </a:lnTo>
                <a:lnTo>
                  <a:pt x="182228" y="50898"/>
                </a:lnTo>
                <a:lnTo>
                  <a:pt x="155822" y="15347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 descr=""/>
          <p:cNvSpPr/>
          <p:nvPr/>
        </p:nvSpPr>
        <p:spPr>
          <a:xfrm>
            <a:off x="420895" y="9955096"/>
            <a:ext cx="252095" cy="160020"/>
          </a:xfrm>
          <a:custGeom>
            <a:avLst/>
            <a:gdLst/>
            <a:ahLst/>
            <a:cxnLst/>
            <a:rect l="l" t="t" r="r" b="b"/>
            <a:pathLst>
              <a:path w="252095" h="160020">
                <a:moveTo>
                  <a:pt x="226987" y="159449"/>
                </a:moveTo>
                <a:lnTo>
                  <a:pt x="0" y="98005"/>
                </a:lnTo>
                <a:lnTo>
                  <a:pt x="25898" y="0"/>
                </a:lnTo>
                <a:lnTo>
                  <a:pt x="251869" y="65506"/>
                </a:lnTo>
                <a:lnTo>
                  <a:pt x="226987" y="15944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object 242" descr=""/>
          <p:cNvSpPr/>
          <p:nvPr/>
        </p:nvSpPr>
        <p:spPr>
          <a:xfrm>
            <a:off x="911940" y="10097789"/>
            <a:ext cx="251460" cy="151130"/>
          </a:xfrm>
          <a:custGeom>
            <a:avLst/>
            <a:gdLst/>
            <a:ahLst/>
            <a:cxnLst/>
            <a:rect l="l" t="t" r="r" b="b"/>
            <a:pathLst>
              <a:path w="251459" h="151129">
                <a:moveTo>
                  <a:pt x="226987" y="150817"/>
                </a:moveTo>
                <a:lnTo>
                  <a:pt x="0" y="88865"/>
                </a:lnTo>
                <a:lnTo>
                  <a:pt x="24374" y="0"/>
                </a:lnTo>
                <a:lnTo>
                  <a:pt x="24882" y="0"/>
                </a:lnTo>
                <a:lnTo>
                  <a:pt x="250854" y="66014"/>
                </a:lnTo>
                <a:lnTo>
                  <a:pt x="226987" y="15081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object 243" descr=""/>
          <p:cNvSpPr/>
          <p:nvPr/>
        </p:nvSpPr>
        <p:spPr>
          <a:xfrm>
            <a:off x="1413750" y="10240481"/>
            <a:ext cx="175260" cy="46990"/>
          </a:xfrm>
          <a:custGeom>
            <a:avLst/>
            <a:gdLst/>
            <a:ahLst/>
            <a:cxnLst/>
            <a:rect l="l" t="t" r="r" b="b"/>
            <a:pathLst>
              <a:path w="175259" h="46990">
                <a:moveTo>
                  <a:pt x="174960" y="46518"/>
                </a:moveTo>
                <a:lnTo>
                  <a:pt x="0" y="46518"/>
                </a:lnTo>
                <a:lnTo>
                  <a:pt x="13101" y="507"/>
                </a:lnTo>
                <a:lnTo>
                  <a:pt x="13609" y="0"/>
                </a:lnTo>
                <a:lnTo>
                  <a:pt x="174960" y="4651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4" name="object 244" descr=""/>
          <p:cNvSpPr/>
          <p:nvPr/>
        </p:nvSpPr>
        <p:spPr>
          <a:xfrm>
            <a:off x="8781943" y="10154153"/>
            <a:ext cx="227329" cy="133350"/>
          </a:xfrm>
          <a:custGeom>
            <a:avLst/>
            <a:gdLst/>
            <a:ahLst/>
            <a:cxnLst/>
            <a:rect l="l" t="t" r="r" b="b"/>
            <a:pathLst>
              <a:path w="227329" h="133350">
                <a:moveTo>
                  <a:pt x="78742" y="132845"/>
                </a:moveTo>
                <a:lnTo>
                  <a:pt x="0" y="132845"/>
                </a:lnTo>
                <a:lnTo>
                  <a:pt x="936" y="66014"/>
                </a:lnTo>
                <a:lnTo>
                  <a:pt x="226908" y="0"/>
                </a:lnTo>
                <a:lnTo>
                  <a:pt x="226908" y="92420"/>
                </a:lnTo>
                <a:lnTo>
                  <a:pt x="78742" y="13284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5" name="object 245" descr=""/>
          <p:cNvSpPr/>
          <p:nvPr/>
        </p:nvSpPr>
        <p:spPr>
          <a:xfrm>
            <a:off x="9273417" y="10010954"/>
            <a:ext cx="227329" cy="163195"/>
          </a:xfrm>
          <a:custGeom>
            <a:avLst/>
            <a:gdLst/>
            <a:ahLst/>
            <a:cxnLst/>
            <a:rect l="l" t="t" r="r" b="b"/>
            <a:pathLst>
              <a:path w="227329" h="163195">
                <a:moveTo>
                  <a:pt x="0" y="163004"/>
                </a:moveTo>
                <a:lnTo>
                  <a:pt x="0" y="66014"/>
                </a:lnTo>
                <a:lnTo>
                  <a:pt x="225972" y="0"/>
                </a:lnTo>
                <a:lnTo>
                  <a:pt x="226987" y="101052"/>
                </a:lnTo>
                <a:lnTo>
                  <a:pt x="0" y="16300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6" name="object 246" descr=""/>
          <p:cNvSpPr/>
          <p:nvPr/>
        </p:nvSpPr>
        <p:spPr>
          <a:xfrm>
            <a:off x="9763446" y="9870801"/>
            <a:ext cx="229235" cy="170180"/>
          </a:xfrm>
          <a:custGeom>
            <a:avLst/>
            <a:gdLst/>
            <a:ahLst/>
            <a:cxnLst/>
            <a:rect l="l" t="t" r="r" b="b"/>
            <a:pathLst>
              <a:path w="229234" h="170179">
                <a:moveTo>
                  <a:pt x="2031" y="169605"/>
                </a:moveTo>
                <a:lnTo>
                  <a:pt x="0" y="63982"/>
                </a:lnTo>
                <a:lnTo>
                  <a:pt x="508" y="63982"/>
                </a:lnTo>
                <a:lnTo>
                  <a:pt x="226480" y="0"/>
                </a:lnTo>
                <a:lnTo>
                  <a:pt x="229019" y="109685"/>
                </a:lnTo>
                <a:lnTo>
                  <a:pt x="2031" y="16960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7" name="object 247" descr=""/>
          <p:cNvSpPr/>
          <p:nvPr/>
        </p:nvSpPr>
        <p:spPr>
          <a:xfrm>
            <a:off x="10253983" y="9737249"/>
            <a:ext cx="230504" cy="175260"/>
          </a:xfrm>
          <a:custGeom>
            <a:avLst/>
            <a:gdLst/>
            <a:ahLst/>
            <a:cxnLst/>
            <a:rect l="l" t="t" r="r" b="b"/>
            <a:pathLst>
              <a:path w="230504" h="175259">
                <a:moveTo>
                  <a:pt x="3046" y="174684"/>
                </a:moveTo>
                <a:lnTo>
                  <a:pt x="0" y="60428"/>
                </a:lnTo>
                <a:lnTo>
                  <a:pt x="225973" y="0"/>
                </a:lnTo>
                <a:lnTo>
                  <a:pt x="230034" y="117810"/>
                </a:lnTo>
                <a:lnTo>
                  <a:pt x="52831" y="161944"/>
                </a:lnTo>
                <a:lnTo>
                  <a:pt x="3046" y="17468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8" name="object 248" descr=""/>
          <p:cNvSpPr/>
          <p:nvPr/>
        </p:nvSpPr>
        <p:spPr>
          <a:xfrm>
            <a:off x="10744521" y="9614868"/>
            <a:ext cx="231775" cy="177165"/>
          </a:xfrm>
          <a:custGeom>
            <a:avLst/>
            <a:gdLst/>
            <a:ahLst/>
            <a:cxnLst/>
            <a:rect l="l" t="t" r="r" b="b"/>
            <a:pathLst>
              <a:path w="231775" h="177165">
                <a:moveTo>
                  <a:pt x="4569" y="176715"/>
                </a:moveTo>
                <a:lnTo>
                  <a:pt x="0" y="54842"/>
                </a:lnTo>
                <a:lnTo>
                  <a:pt x="176439" y="11748"/>
                </a:lnTo>
                <a:lnTo>
                  <a:pt x="225972" y="0"/>
                </a:lnTo>
                <a:lnTo>
                  <a:pt x="231557" y="125427"/>
                </a:lnTo>
                <a:lnTo>
                  <a:pt x="4569" y="17671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9" name="object 249" descr=""/>
          <p:cNvPicPr/>
          <p:nvPr/>
        </p:nvPicPr>
        <p:blipFill>
          <a:blip r:embed="rId135" cstate="print"/>
          <a:stretch>
            <a:fillRect/>
          </a:stretch>
        </p:blipFill>
        <p:spPr>
          <a:xfrm>
            <a:off x="11235083" y="9507214"/>
            <a:ext cx="233057" cy="176715"/>
          </a:xfrm>
          <a:prstGeom prst="rect">
            <a:avLst/>
          </a:prstGeom>
        </p:spPr>
      </p:pic>
      <p:pic>
        <p:nvPicPr>
          <p:cNvPr id="250" name="object 250" descr=""/>
          <p:cNvPicPr/>
          <p:nvPr/>
        </p:nvPicPr>
        <p:blipFill>
          <a:blip r:embed="rId136" cstate="print"/>
          <a:stretch>
            <a:fillRect/>
          </a:stretch>
        </p:blipFill>
        <p:spPr>
          <a:xfrm>
            <a:off x="11725089" y="9418349"/>
            <a:ext cx="234604" cy="174684"/>
          </a:xfrm>
          <a:prstGeom prst="rect">
            <a:avLst/>
          </a:prstGeom>
        </p:spPr>
      </p:pic>
      <p:pic>
        <p:nvPicPr>
          <p:cNvPr id="251" name="object 251" descr=""/>
          <p:cNvPicPr/>
          <p:nvPr/>
        </p:nvPicPr>
        <p:blipFill>
          <a:blip r:embed="rId137" cstate="print"/>
          <a:stretch>
            <a:fillRect/>
          </a:stretch>
        </p:blipFill>
        <p:spPr>
          <a:xfrm>
            <a:off x="12215118" y="9352335"/>
            <a:ext cx="236127" cy="169606"/>
          </a:xfrm>
          <a:prstGeom prst="rect">
            <a:avLst/>
          </a:prstGeom>
        </p:spPr>
      </p:pic>
      <p:pic>
        <p:nvPicPr>
          <p:cNvPr id="252" name="object 252" descr=""/>
          <p:cNvPicPr/>
          <p:nvPr/>
        </p:nvPicPr>
        <p:blipFill>
          <a:blip r:embed="rId138" cstate="print"/>
          <a:stretch>
            <a:fillRect/>
          </a:stretch>
        </p:blipFill>
        <p:spPr>
          <a:xfrm>
            <a:off x="12705655" y="9313741"/>
            <a:ext cx="237651" cy="161480"/>
          </a:xfrm>
          <a:prstGeom prst="rect">
            <a:avLst/>
          </a:prstGeom>
        </p:spPr>
      </p:pic>
      <p:pic>
        <p:nvPicPr>
          <p:cNvPr id="253" name="object 253" descr=""/>
          <p:cNvPicPr/>
          <p:nvPr/>
        </p:nvPicPr>
        <p:blipFill>
          <a:blip r:embed="rId139" cstate="print"/>
          <a:stretch>
            <a:fillRect/>
          </a:stretch>
        </p:blipFill>
        <p:spPr>
          <a:xfrm>
            <a:off x="13196191" y="9304093"/>
            <a:ext cx="239174" cy="150817"/>
          </a:xfrm>
          <a:prstGeom prst="rect">
            <a:avLst/>
          </a:prstGeom>
        </p:spPr>
      </p:pic>
      <p:pic>
        <p:nvPicPr>
          <p:cNvPr id="254" name="object 254" descr=""/>
          <p:cNvPicPr/>
          <p:nvPr/>
        </p:nvPicPr>
        <p:blipFill>
          <a:blip r:embed="rId140" cstate="print"/>
          <a:stretch>
            <a:fillRect/>
          </a:stretch>
        </p:blipFill>
        <p:spPr>
          <a:xfrm>
            <a:off x="13686221" y="9285305"/>
            <a:ext cx="240697" cy="158942"/>
          </a:xfrm>
          <a:prstGeom prst="rect">
            <a:avLst/>
          </a:prstGeom>
        </p:spPr>
      </p:pic>
      <p:pic>
        <p:nvPicPr>
          <p:cNvPr id="255" name="object 255" descr=""/>
          <p:cNvPicPr/>
          <p:nvPr/>
        </p:nvPicPr>
        <p:blipFill>
          <a:blip r:embed="rId141" cstate="print"/>
          <a:stretch>
            <a:fillRect/>
          </a:stretch>
        </p:blipFill>
        <p:spPr>
          <a:xfrm>
            <a:off x="14177266" y="9239602"/>
            <a:ext cx="241714" cy="164019"/>
          </a:xfrm>
          <a:prstGeom prst="rect">
            <a:avLst/>
          </a:prstGeom>
        </p:spPr>
      </p:pic>
      <p:pic>
        <p:nvPicPr>
          <p:cNvPr id="256" name="object 256" descr=""/>
          <p:cNvPicPr/>
          <p:nvPr/>
        </p:nvPicPr>
        <p:blipFill>
          <a:blip r:embed="rId142" cstate="print"/>
          <a:stretch>
            <a:fillRect/>
          </a:stretch>
        </p:blipFill>
        <p:spPr>
          <a:xfrm>
            <a:off x="14667802" y="9171557"/>
            <a:ext cx="243237" cy="165543"/>
          </a:xfrm>
          <a:prstGeom prst="rect">
            <a:avLst/>
          </a:prstGeom>
        </p:spPr>
      </p:pic>
      <p:pic>
        <p:nvPicPr>
          <p:cNvPr id="257" name="object 257" descr=""/>
          <p:cNvPicPr/>
          <p:nvPr/>
        </p:nvPicPr>
        <p:blipFill>
          <a:blip r:embed="rId143" cstate="print"/>
          <a:stretch>
            <a:fillRect/>
          </a:stretch>
        </p:blipFill>
        <p:spPr>
          <a:xfrm>
            <a:off x="15157324" y="9084214"/>
            <a:ext cx="244761" cy="164020"/>
          </a:xfrm>
          <a:prstGeom prst="rect">
            <a:avLst/>
          </a:prstGeom>
        </p:spPr>
      </p:pic>
      <p:pic>
        <p:nvPicPr>
          <p:cNvPr id="258" name="object 258" descr=""/>
          <p:cNvPicPr/>
          <p:nvPr/>
        </p:nvPicPr>
        <p:blipFill>
          <a:blip r:embed="rId144" cstate="print"/>
          <a:stretch>
            <a:fillRect/>
          </a:stretch>
        </p:blipFill>
        <p:spPr>
          <a:xfrm>
            <a:off x="15647863" y="8982146"/>
            <a:ext cx="246284" cy="158942"/>
          </a:xfrm>
          <a:prstGeom prst="rect">
            <a:avLst/>
          </a:prstGeom>
        </p:spPr>
      </p:pic>
      <p:sp>
        <p:nvSpPr>
          <p:cNvPr id="259" name="object 259" descr=""/>
          <p:cNvSpPr/>
          <p:nvPr/>
        </p:nvSpPr>
        <p:spPr>
          <a:xfrm>
            <a:off x="16138399" y="8869414"/>
            <a:ext cx="248285" cy="152400"/>
          </a:xfrm>
          <a:custGeom>
            <a:avLst/>
            <a:gdLst/>
            <a:ahLst/>
            <a:cxnLst/>
            <a:rect l="l" t="t" r="r" b="b"/>
            <a:pathLst>
              <a:path w="248284" h="152400">
                <a:moveTo>
                  <a:pt x="20819" y="152340"/>
                </a:moveTo>
                <a:lnTo>
                  <a:pt x="0" y="53319"/>
                </a:lnTo>
                <a:lnTo>
                  <a:pt x="506" y="53319"/>
                </a:lnTo>
                <a:lnTo>
                  <a:pt x="226479" y="0"/>
                </a:lnTo>
                <a:lnTo>
                  <a:pt x="247807" y="93435"/>
                </a:lnTo>
                <a:lnTo>
                  <a:pt x="20819" y="15234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 descr=""/>
          <p:cNvSpPr/>
          <p:nvPr/>
        </p:nvSpPr>
        <p:spPr>
          <a:xfrm>
            <a:off x="16628429" y="8750080"/>
            <a:ext cx="249554" cy="142240"/>
          </a:xfrm>
          <a:custGeom>
            <a:avLst/>
            <a:gdLst/>
            <a:ahLst/>
            <a:cxnLst/>
            <a:rect l="l" t="t" r="r" b="b"/>
            <a:pathLst>
              <a:path w="249555" h="142240">
                <a:moveTo>
                  <a:pt x="22343" y="142184"/>
                </a:moveTo>
                <a:lnTo>
                  <a:pt x="0" y="55350"/>
                </a:lnTo>
                <a:lnTo>
                  <a:pt x="506" y="55858"/>
                </a:lnTo>
                <a:lnTo>
                  <a:pt x="226479" y="0"/>
                </a:lnTo>
                <a:lnTo>
                  <a:pt x="249331" y="80740"/>
                </a:lnTo>
                <a:lnTo>
                  <a:pt x="22343" y="14218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 descr=""/>
          <p:cNvSpPr/>
          <p:nvPr/>
        </p:nvSpPr>
        <p:spPr>
          <a:xfrm>
            <a:off x="17118965" y="8626685"/>
            <a:ext cx="251460" cy="132080"/>
          </a:xfrm>
          <a:custGeom>
            <a:avLst/>
            <a:gdLst/>
            <a:ahLst/>
            <a:cxnLst/>
            <a:rect l="l" t="t" r="r" b="b"/>
            <a:pathLst>
              <a:path w="251459" h="132079">
                <a:moveTo>
                  <a:pt x="23866" y="131521"/>
                </a:moveTo>
                <a:lnTo>
                  <a:pt x="0" y="57381"/>
                </a:lnTo>
                <a:lnTo>
                  <a:pt x="506" y="56874"/>
                </a:lnTo>
                <a:lnTo>
                  <a:pt x="226479" y="0"/>
                </a:lnTo>
                <a:lnTo>
                  <a:pt x="250854" y="68553"/>
                </a:lnTo>
                <a:lnTo>
                  <a:pt x="23866" y="13152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object 262" descr=""/>
          <p:cNvSpPr/>
          <p:nvPr/>
        </p:nvSpPr>
        <p:spPr>
          <a:xfrm>
            <a:off x="17610010" y="8503796"/>
            <a:ext cx="252095" cy="118745"/>
          </a:xfrm>
          <a:custGeom>
            <a:avLst/>
            <a:gdLst/>
            <a:ahLst/>
            <a:cxnLst/>
            <a:rect l="l" t="t" r="r" b="b"/>
            <a:pathLst>
              <a:path w="252094" h="118745">
                <a:moveTo>
                  <a:pt x="24883" y="118318"/>
                </a:moveTo>
                <a:lnTo>
                  <a:pt x="6531" y="73329"/>
                </a:lnTo>
                <a:lnTo>
                  <a:pt x="0" y="56366"/>
                </a:lnTo>
                <a:lnTo>
                  <a:pt x="225972" y="0"/>
                </a:lnTo>
                <a:lnTo>
                  <a:pt x="244753" y="41560"/>
                </a:lnTo>
                <a:lnTo>
                  <a:pt x="251871" y="56366"/>
                </a:lnTo>
                <a:lnTo>
                  <a:pt x="24883" y="11831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object 263" descr=""/>
          <p:cNvSpPr/>
          <p:nvPr/>
        </p:nvSpPr>
        <p:spPr>
          <a:xfrm>
            <a:off x="18100546" y="8394571"/>
            <a:ext cx="187960" cy="95250"/>
          </a:xfrm>
          <a:custGeom>
            <a:avLst/>
            <a:gdLst/>
            <a:ahLst/>
            <a:cxnLst/>
            <a:rect l="l" t="t" r="r" b="b"/>
            <a:pathLst>
              <a:path w="187959" h="95250">
                <a:moveTo>
                  <a:pt x="26406" y="95006"/>
                </a:moveTo>
                <a:lnTo>
                  <a:pt x="1" y="45242"/>
                </a:lnTo>
                <a:lnTo>
                  <a:pt x="0" y="44734"/>
                </a:lnTo>
                <a:lnTo>
                  <a:pt x="187451" y="0"/>
                </a:lnTo>
                <a:lnTo>
                  <a:pt x="187451" y="52582"/>
                </a:lnTo>
                <a:lnTo>
                  <a:pt x="26406" y="9500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 descr=""/>
          <p:cNvSpPr/>
          <p:nvPr/>
        </p:nvSpPr>
        <p:spPr>
          <a:xfrm>
            <a:off x="0" y="10073777"/>
            <a:ext cx="124460" cy="135255"/>
          </a:xfrm>
          <a:custGeom>
            <a:avLst/>
            <a:gdLst/>
            <a:ahLst/>
            <a:cxnLst/>
            <a:rect l="l" t="t" r="r" b="b"/>
            <a:pathLst>
              <a:path w="124460" h="135254">
                <a:moveTo>
                  <a:pt x="97425" y="134712"/>
                </a:moveTo>
                <a:lnTo>
                  <a:pt x="0" y="113141"/>
                </a:lnTo>
                <a:lnTo>
                  <a:pt x="0" y="0"/>
                </a:lnTo>
                <a:lnTo>
                  <a:pt x="124338" y="29596"/>
                </a:lnTo>
                <a:lnTo>
                  <a:pt x="97425" y="13471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5" name="object 265" descr=""/>
          <p:cNvPicPr/>
          <p:nvPr/>
        </p:nvPicPr>
        <p:blipFill>
          <a:blip r:embed="rId145" cstate="print"/>
          <a:stretch>
            <a:fillRect/>
          </a:stretch>
        </p:blipFill>
        <p:spPr>
          <a:xfrm>
            <a:off x="364021" y="10167865"/>
            <a:ext cx="253901" cy="119133"/>
          </a:xfrm>
          <a:prstGeom prst="rect">
            <a:avLst/>
          </a:prstGeom>
        </p:spPr>
      </p:pic>
      <p:sp>
        <p:nvSpPr>
          <p:cNvPr id="266" name="object 266" descr=""/>
          <p:cNvSpPr/>
          <p:nvPr/>
        </p:nvSpPr>
        <p:spPr>
          <a:xfrm>
            <a:off x="9274432" y="10229308"/>
            <a:ext cx="227965" cy="57785"/>
          </a:xfrm>
          <a:custGeom>
            <a:avLst/>
            <a:gdLst/>
            <a:ahLst/>
            <a:cxnLst/>
            <a:rect l="l" t="t" r="r" b="b"/>
            <a:pathLst>
              <a:path w="227965" h="57784">
                <a:moveTo>
                  <a:pt x="227909" y="57690"/>
                </a:moveTo>
                <a:lnTo>
                  <a:pt x="0" y="57690"/>
                </a:lnTo>
                <a:lnTo>
                  <a:pt x="0" y="57381"/>
                </a:lnTo>
                <a:lnTo>
                  <a:pt x="227496" y="0"/>
                </a:lnTo>
                <a:lnTo>
                  <a:pt x="227909" y="5769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7" name="object 267" descr=""/>
          <p:cNvSpPr/>
          <p:nvPr/>
        </p:nvSpPr>
        <p:spPr>
          <a:xfrm>
            <a:off x="9767508" y="10108452"/>
            <a:ext cx="231140" cy="161925"/>
          </a:xfrm>
          <a:custGeom>
            <a:avLst/>
            <a:gdLst/>
            <a:ahLst/>
            <a:cxnLst/>
            <a:rect l="l" t="t" r="r" b="b"/>
            <a:pathLst>
              <a:path w="231140" h="161925">
                <a:moveTo>
                  <a:pt x="2031" y="161480"/>
                </a:moveTo>
                <a:lnTo>
                  <a:pt x="0" y="55350"/>
                </a:lnTo>
                <a:lnTo>
                  <a:pt x="508" y="55350"/>
                </a:lnTo>
                <a:lnTo>
                  <a:pt x="228004" y="0"/>
                </a:lnTo>
                <a:lnTo>
                  <a:pt x="230542" y="110193"/>
                </a:lnTo>
                <a:lnTo>
                  <a:pt x="2031" y="16148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8" name="object 268" descr=""/>
          <p:cNvPicPr/>
          <p:nvPr/>
        </p:nvPicPr>
        <p:blipFill>
          <a:blip r:embed="rId146" cstate="print"/>
          <a:stretch>
            <a:fillRect/>
          </a:stretch>
        </p:blipFill>
        <p:spPr>
          <a:xfrm>
            <a:off x="10261092" y="9992673"/>
            <a:ext cx="232066" cy="167066"/>
          </a:xfrm>
          <a:prstGeom prst="rect">
            <a:avLst/>
          </a:prstGeom>
        </p:spPr>
      </p:pic>
      <p:pic>
        <p:nvPicPr>
          <p:cNvPr id="269" name="object 269" descr=""/>
          <p:cNvPicPr/>
          <p:nvPr/>
        </p:nvPicPr>
        <p:blipFill>
          <a:blip r:embed="rId147" cstate="print"/>
          <a:stretch>
            <a:fillRect/>
          </a:stretch>
        </p:blipFill>
        <p:spPr>
          <a:xfrm>
            <a:off x="10755184" y="9887558"/>
            <a:ext cx="233081" cy="170621"/>
          </a:xfrm>
          <a:prstGeom prst="rect">
            <a:avLst/>
          </a:prstGeom>
        </p:spPr>
      </p:pic>
      <p:pic>
        <p:nvPicPr>
          <p:cNvPr id="270" name="object 270" descr=""/>
          <p:cNvPicPr/>
          <p:nvPr/>
        </p:nvPicPr>
        <p:blipFill>
          <a:blip r:embed="rId148" cstate="print"/>
          <a:stretch>
            <a:fillRect/>
          </a:stretch>
        </p:blipFill>
        <p:spPr>
          <a:xfrm>
            <a:off x="11248264" y="9795645"/>
            <a:ext cx="234601" cy="171636"/>
          </a:xfrm>
          <a:prstGeom prst="rect">
            <a:avLst/>
          </a:prstGeom>
        </p:spPr>
      </p:pic>
      <p:pic>
        <p:nvPicPr>
          <p:cNvPr id="271" name="object 271" descr=""/>
          <p:cNvPicPr/>
          <p:nvPr/>
        </p:nvPicPr>
        <p:blipFill>
          <a:blip r:embed="rId149" cstate="print"/>
          <a:stretch>
            <a:fillRect/>
          </a:stretch>
        </p:blipFill>
        <p:spPr>
          <a:xfrm>
            <a:off x="11741844" y="9721506"/>
            <a:ext cx="236129" cy="170114"/>
          </a:xfrm>
          <a:prstGeom prst="rect">
            <a:avLst/>
          </a:prstGeom>
        </p:spPr>
      </p:pic>
      <p:pic>
        <p:nvPicPr>
          <p:cNvPr id="272" name="object 272" descr=""/>
          <p:cNvPicPr/>
          <p:nvPr/>
        </p:nvPicPr>
        <p:blipFill>
          <a:blip r:embed="rId150" cstate="print"/>
          <a:stretch>
            <a:fillRect/>
          </a:stretch>
        </p:blipFill>
        <p:spPr>
          <a:xfrm>
            <a:off x="12235428" y="9667680"/>
            <a:ext cx="237653" cy="166559"/>
          </a:xfrm>
          <a:prstGeom prst="rect">
            <a:avLst/>
          </a:prstGeom>
        </p:spPr>
      </p:pic>
      <p:pic>
        <p:nvPicPr>
          <p:cNvPr id="273" name="object 273" descr=""/>
          <p:cNvPicPr/>
          <p:nvPr/>
        </p:nvPicPr>
        <p:blipFill>
          <a:blip r:embed="rId151" cstate="print"/>
          <a:stretch>
            <a:fillRect/>
          </a:stretch>
        </p:blipFill>
        <p:spPr>
          <a:xfrm>
            <a:off x="12728506" y="9637720"/>
            <a:ext cx="239174" cy="159957"/>
          </a:xfrm>
          <a:prstGeom prst="rect">
            <a:avLst/>
          </a:prstGeom>
        </p:spPr>
      </p:pic>
      <p:pic>
        <p:nvPicPr>
          <p:cNvPr id="274" name="object 274" descr=""/>
          <p:cNvPicPr/>
          <p:nvPr/>
        </p:nvPicPr>
        <p:blipFill>
          <a:blip r:embed="rId152" cstate="print"/>
          <a:stretch>
            <a:fillRect/>
          </a:stretch>
        </p:blipFill>
        <p:spPr>
          <a:xfrm>
            <a:off x="13222090" y="9629594"/>
            <a:ext cx="240697" cy="156403"/>
          </a:xfrm>
          <a:prstGeom prst="rect">
            <a:avLst/>
          </a:prstGeom>
        </p:spPr>
      </p:pic>
      <p:pic>
        <p:nvPicPr>
          <p:cNvPr id="275" name="object 275" descr=""/>
          <p:cNvPicPr/>
          <p:nvPr/>
        </p:nvPicPr>
        <p:blipFill>
          <a:blip r:embed="rId153" cstate="print"/>
          <a:stretch>
            <a:fillRect/>
          </a:stretch>
        </p:blipFill>
        <p:spPr>
          <a:xfrm>
            <a:off x="13715674" y="9597603"/>
            <a:ext cx="242221" cy="166050"/>
          </a:xfrm>
          <a:prstGeom prst="rect">
            <a:avLst/>
          </a:prstGeom>
        </p:spPr>
      </p:pic>
      <p:pic>
        <p:nvPicPr>
          <p:cNvPr id="276" name="object 276" descr=""/>
          <p:cNvPicPr/>
          <p:nvPr/>
        </p:nvPicPr>
        <p:blipFill>
          <a:blip r:embed="rId154" cstate="print"/>
          <a:stretch>
            <a:fillRect/>
          </a:stretch>
        </p:blipFill>
        <p:spPr>
          <a:xfrm>
            <a:off x="14209258" y="9534635"/>
            <a:ext cx="243744" cy="173160"/>
          </a:xfrm>
          <a:prstGeom prst="rect">
            <a:avLst/>
          </a:prstGeom>
        </p:spPr>
      </p:pic>
      <p:pic>
        <p:nvPicPr>
          <p:cNvPr id="277" name="object 277" descr=""/>
          <p:cNvPicPr/>
          <p:nvPr/>
        </p:nvPicPr>
        <p:blipFill>
          <a:blip r:embed="rId155" cstate="print"/>
          <a:stretch>
            <a:fillRect/>
          </a:stretch>
        </p:blipFill>
        <p:spPr>
          <a:xfrm>
            <a:off x="14702842" y="9446278"/>
            <a:ext cx="245268" cy="174684"/>
          </a:xfrm>
          <a:prstGeom prst="rect">
            <a:avLst/>
          </a:prstGeom>
        </p:spPr>
      </p:pic>
      <p:pic>
        <p:nvPicPr>
          <p:cNvPr id="278" name="object 278" descr=""/>
          <p:cNvPicPr/>
          <p:nvPr/>
        </p:nvPicPr>
        <p:blipFill>
          <a:blip r:embed="rId156" cstate="print"/>
          <a:stretch>
            <a:fillRect/>
          </a:stretch>
        </p:blipFill>
        <p:spPr>
          <a:xfrm>
            <a:off x="15196425" y="9336592"/>
            <a:ext cx="246791" cy="174175"/>
          </a:xfrm>
          <a:prstGeom prst="rect">
            <a:avLst/>
          </a:prstGeom>
        </p:spPr>
      </p:pic>
      <p:sp>
        <p:nvSpPr>
          <p:cNvPr id="279" name="object 279" descr=""/>
          <p:cNvSpPr/>
          <p:nvPr/>
        </p:nvSpPr>
        <p:spPr>
          <a:xfrm>
            <a:off x="15690516" y="9209642"/>
            <a:ext cx="248285" cy="170180"/>
          </a:xfrm>
          <a:custGeom>
            <a:avLst/>
            <a:gdLst/>
            <a:ahLst/>
            <a:cxnLst/>
            <a:rect l="l" t="t" r="r" b="b"/>
            <a:pathLst>
              <a:path w="248284" h="170179">
                <a:moveTo>
                  <a:pt x="19297" y="169605"/>
                </a:moveTo>
                <a:lnTo>
                  <a:pt x="0" y="60428"/>
                </a:lnTo>
                <a:lnTo>
                  <a:pt x="134328" y="25292"/>
                </a:lnTo>
                <a:lnTo>
                  <a:pt x="227496" y="0"/>
                </a:lnTo>
                <a:lnTo>
                  <a:pt x="247808" y="103591"/>
                </a:lnTo>
                <a:lnTo>
                  <a:pt x="19297" y="16960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0" name="object 280" descr=""/>
          <p:cNvSpPr/>
          <p:nvPr/>
        </p:nvSpPr>
        <p:spPr>
          <a:xfrm>
            <a:off x="16184102" y="9070504"/>
            <a:ext cx="249554" cy="162560"/>
          </a:xfrm>
          <a:custGeom>
            <a:avLst/>
            <a:gdLst/>
            <a:ahLst/>
            <a:cxnLst/>
            <a:rect l="l" t="t" r="r" b="b"/>
            <a:pathLst>
              <a:path w="249555" h="162559">
                <a:moveTo>
                  <a:pt x="20820" y="162496"/>
                </a:moveTo>
                <a:lnTo>
                  <a:pt x="0" y="65506"/>
                </a:lnTo>
                <a:lnTo>
                  <a:pt x="227496" y="0"/>
                </a:lnTo>
                <a:lnTo>
                  <a:pt x="249331" y="91404"/>
                </a:lnTo>
                <a:lnTo>
                  <a:pt x="20820" y="16249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1" name="object 281" descr=""/>
          <p:cNvSpPr/>
          <p:nvPr/>
        </p:nvSpPr>
        <p:spPr>
          <a:xfrm>
            <a:off x="16677687" y="8923240"/>
            <a:ext cx="251460" cy="153035"/>
          </a:xfrm>
          <a:custGeom>
            <a:avLst/>
            <a:gdLst/>
            <a:ahLst/>
            <a:cxnLst/>
            <a:rect l="l" t="t" r="r" b="b"/>
            <a:pathLst>
              <a:path w="251459" h="153034">
                <a:moveTo>
                  <a:pt x="22341" y="152848"/>
                </a:moveTo>
                <a:lnTo>
                  <a:pt x="16207" y="130322"/>
                </a:lnTo>
                <a:lnTo>
                  <a:pt x="10979" y="110890"/>
                </a:lnTo>
                <a:lnTo>
                  <a:pt x="5845" y="91364"/>
                </a:lnTo>
                <a:lnTo>
                  <a:pt x="0" y="68552"/>
                </a:lnTo>
                <a:lnTo>
                  <a:pt x="227493" y="0"/>
                </a:lnTo>
                <a:lnTo>
                  <a:pt x="233642" y="21145"/>
                </a:lnTo>
                <a:lnTo>
                  <a:pt x="238982" y="39290"/>
                </a:lnTo>
                <a:lnTo>
                  <a:pt x="244417" y="57341"/>
                </a:lnTo>
                <a:lnTo>
                  <a:pt x="250852" y="78201"/>
                </a:lnTo>
                <a:lnTo>
                  <a:pt x="22341" y="15284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2" name="object 282" descr=""/>
          <p:cNvSpPr/>
          <p:nvPr/>
        </p:nvSpPr>
        <p:spPr>
          <a:xfrm>
            <a:off x="17170254" y="8772932"/>
            <a:ext cx="252729" cy="141605"/>
          </a:xfrm>
          <a:custGeom>
            <a:avLst/>
            <a:gdLst/>
            <a:ahLst/>
            <a:cxnLst/>
            <a:rect l="l" t="t" r="r" b="b"/>
            <a:pathLst>
              <a:path w="252730" h="141604">
                <a:moveTo>
                  <a:pt x="23866" y="141169"/>
                </a:moveTo>
                <a:lnTo>
                  <a:pt x="0" y="69568"/>
                </a:lnTo>
                <a:lnTo>
                  <a:pt x="506" y="69568"/>
                </a:lnTo>
                <a:lnTo>
                  <a:pt x="228002" y="0"/>
                </a:lnTo>
                <a:lnTo>
                  <a:pt x="252377" y="65506"/>
                </a:lnTo>
                <a:lnTo>
                  <a:pt x="23866" y="14116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3" name="object 283" descr=""/>
          <p:cNvSpPr/>
          <p:nvPr/>
        </p:nvSpPr>
        <p:spPr>
          <a:xfrm>
            <a:off x="17663839" y="8623637"/>
            <a:ext cx="254000" cy="127000"/>
          </a:xfrm>
          <a:custGeom>
            <a:avLst/>
            <a:gdLst/>
            <a:ahLst/>
            <a:cxnLst/>
            <a:rect l="l" t="t" r="r" b="b"/>
            <a:pathLst>
              <a:path w="254000" h="127000">
                <a:moveTo>
                  <a:pt x="25390" y="126951"/>
                </a:moveTo>
                <a:lnTo>
                  <a:pt x="0" y="68045"/>
                </a:lnTo>
                <a:lnTo>
                  <a:pt x="506" y="68553"/>
                </a:lnTo>
                <a:lnTo>
                  <a:pt x="228002" y="0"/>
                </a:lnTo>
                <a:lnTo>
                  <a:pt x="253901" y="52811"/>
                </a:lnTo>
                <a:lnTo>
                  <a:pt x="25390" y="12695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4" name="object 284" descr=""/>
          <p:cNvSpPr/>
          <p:nvPr/>
        </p:nvSpPr>
        <p:spPr>
          <a:xfrm>
            <a:off x="18157421" y="8507290"/>
            <a:ext cx="130810" cy="84455"/>
          </a:xfrm>
          <a:custGeom>
            <a:avLst/>
            <a:gdLst/>
            <a:ahLst/>
            <a:cxnLst/>
            <a:rect l="l" t="t" r="r" b="b"/>
            <a:pathLst>
              <a:path w="130809" h="84454">
                <a:moveTo>
                  <a:pt x="26913" y="84355"/>
                </a:moveTo>
                <a:lnTo>
                  <a:pt x="0" y="38145"/>
                </a:lnTo>
                <a:lnTo>
                  <a:pt x="506" y="37638"/>
                </a:lnTo>
                <a:lnTo>
                  <a:pt x="130576" y="0"/>
                </a:lnTo>
                <a:lnTo>
                  <a:pt x="130576" y="51739"/>
                </a:lnTo>
                <a:lnTo>
                  <a:pt x="26913" y="8435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5" name="object 285" descr=""/>
          <p:cNvSpPr/>
          <p:nvPr/>
        </p:nvSpPr>
        <p:spPr>
          <a:xfrm>
            <a:off x="10314499" y="10252160"/>
            <a:ext cx="184785" cy="34925"/>
          </a:xfrm>
          <a:custGeom>
            <a:avLst/>
            <a:gdLst/>
            <a:ahLst/>
            <a:cxnLst/>
            <a:rect l="l" t="t" r="r" b="b"/>
            <a:pathLst>
              <a:path w="184784" h="34925">
                <a:moveTo>
                  <a:pt x="184375" y="34839"/>
                </a:moveTo>
                <a:lnTo>
                  <a:pt x="0" y="34839"/>
                </a:lnTo>
                <a:lnTo>
                  <a:pt x="183230" y="0"/>
                </a:lnTo>
                <a:lnTo>
                  <a:pt x="184375" y="3483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6" name="object 286" descr=""/>
          <p:cNvSpPr/>
          <p:nvPr/>
        </p:nvSpPr>
        <p:spPr>
          <a:xfrm>
            <a:off x="10764832" y="10164309"/>
            <a:ext cx="234950" cy="123189"/>
          </a:xfrm>
          <a:custGeom>
            <a:avLst/>
            <a:gdLst/>
            <a:ahLst/>
            <a:cxnLst/>
            <a:rect l="l" t="t" r="r" b="b"/>
            <a:pathLst>
              <a:path w="234950" h="123190">
                <a:moveTo>
                  <a:pt x="234830" y="122689"/>
                </a:moveTo>
                <a:lnTo>
                  <a:pt x="3369" y="122689"/>
                </a:lnTo>
                <a:lnTo>
                  <a:pt x="0" y="39100"/>
                </a:lnTo>
                <a:lnTo>
                  <a:pt x="229527" y="0"/>
                </a:lnTo>
                <a:lnTo>
                  <a:pt x="234830" y="12268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87" name="object 287" descr=""/>
          <p:cNvPicPr/>
          <p:nvPr/>
        </p:nvPicPr>
        <p:blipFill>
          <a:blip r:embed="rId157" cstate="print"/>
          <a:stretch>
            <a:fillRect/>
          </a:stretch>
        </p:blipFill>
        <p:spPr>
          <a:xfrm>
            <a:off x="11261465" y="10089156"/>
            <a:ext cx="236635" cy="167066"/>
          </a:xfrm>
          <a:prstGeom prst="rect">
            <a:avLst/>
          </a:prstGeom>
        </p:spPr>
      </p:pic>
      <p:pic>
        <p:nvPicPr>
          <p:cNvPr id="288" name="object 288" descr=""/>
          <p:cNvPicPr/>
          <p:nvPr/>
        </p:nvPicPr>
        <p:blipFill>
          <a:blip r:embed="rId158" cstate="print"/>
          <a:stretch>
            <a:fillRect/>
          </a:stretch>
        </p:blipFill>
        <p:spPr>
          <a:xfrm>
            <a:off x="11759110" y="10028220"/>
            <a:ext cx="237652" cy="166559"/>
          </a:xfrm>
          <a:prstGeom prst="rect">
            <a:avLst/>
          </a:prstGeom>
        </p:spPr>
      </p:pic>
      <p:pic>
        <p:nvPicPr>
          <p:cNvPr id="289" name="object 289" descr=""/>
          <p:cNvPicPr/>
          <p:nvPr/>
        </p:nvPicPr>
        <p:blipFill>
          <a:blip r:embed="rId159" cstate="print"/>
          <a:stretch>
            <a:fillRect/>
          </a:stretch>
        </p:blipFill>
        <p:spPr>
          <a:xfrm>
            <a:off x="12255740" y="9987088"/>
            <a:ext cx="239176" cy="163512"/>
          </a:xfrm>
          <a:prstGeom prst="rect">
            <a:avLst/>
          </a:prstGeom>
        </p:spPr>
      </p:pic>
      <p:pic>
        <p:nvPicPr>
          <p:cNvPr id="290" name="object 290" descr=""/>
          <p:cNvPicPr/>
          <p:nvPr/>
        </p:nvPicPr>
        <p:blipFill>
          <a:blip r:embed="rId160" cstate="print"/>
          <a:stretch>
            <a:fillRect/>
          </a:stretch>
        </p:blipFill>
        <p:spPr>
          <a:xfrm>
            <a:off x="12752371" y="9967283"/>
            <a:ext cx="240699" cy="157926"/>
          </a:xfrm>
          <a:prstGeom prst="rect">
            <a:avLst/>
          </a:prstGeom>
        </p:spPr>
      </p:pic>
      <p:pic>
        <p:nvPicPr>
          <p:cNvPr id="291" name="object 291" descr=""/>
          <p:cNvPicPr/>
          <p:nvPr/>
        </p:nvPicPr>
        <p:blipFill>
          <a:blip r:embed="rId161" cstate="print"/>
          <a:stretch>
            <a:fillRect/>
          </a:stretch>
        </p:blipFill>
        <p:spPr>
          <a:xfrm>
            <a:off x="13249003" y="9957127"/>
            <a:ext cx="242222" cy="162496"/>
          </a:xfrm>
          <a:prstGeom prst="rect">
            <a:avLst/>
          </a:prstGeom>
        </p:spPr>
      </p:pic>
      <p:pic>
        <p:nvPicPr>
          <p:cNvPr id="292" name="object 292" descr=""/>
          <p:cNvPicPr/>
          <p:nvPr/>
        </p:nvPicPr>
        <p:blipFill>
          <a:blip r:embed="rId162" cstate="print"/>
          <a:stretch>
            <a:fillRect/>
          </a:stretch>
        </p:blipFill>
        <p:spPr>
          <a:xfrm>
            <a:off x="13745633" y="9910917"/>
            <a:ext cx="243746" cy="174684"/>
          </a:xfrm>
          <a:prstGeom prst="rect">
            <a:avLst/>
          </a:prstGeom>
        </p:spPr>
      </p:pic>
      <p:pic>
        <p:nvPicPr>
          <p:cNvPr id="293" name="object 293" descr=""/>
          <p:cNvPicPr/>
          <p:nvPr/>
        </p:nvPicPr>
        <p:blipFill>
          <a:blip r:embed="rId163" cstate="print"/>
          <a:stretch>
            <a:fillRect/>
          </a:stretch>
        </p:blipFill>
        <p:spPr>
          <a:xfrm>
            <a:off x="14242826" y="9830684"/>
            <a:ext cx="245214" cy="182300"/>
          </a:xfrm>
          <a:prstGeom prst="rect">
            <a:avLst/>
          </a:prstGeom>
        </p:spPr>
      </p:pic>
      <p:pic>
        <p:nvPicPr>
          <p:cNvPr id="294" name="object 294" descr=""/>
          <p:cNvPicPr/>
          <p:nvPr/>
        </p:nvPicPr>
        <p:blipFill>
          <a:blip r:embed="rId164" cstate="print"/>
          <a:stretch>
            <a:fillRect/>
          </a:stretch>
        </p:blipFill>
        <p:spPr>
          <a:xfrm>
            <a:off x="14738895" y="9720999"/>
            <a:ext cx="246791" cy="186363"/>
          </a:xfrm>
          <a:prstGeom prst="rect">
            <a:avLst/>
          </a:prstGeom>
        </p:spPr>
      </p:pic>
      <p:pic>
        <p:nvPicPr>
          <p:cNvPr id="295" name="object 295" descr=""/>
          <p:cNvPicPr/>
          <p:nvPr/>
        </p:nvPicPr>
        <p:blipFill>
          <a:blip r:embed="rId165" cstate="print"/>
          <a:stretch>
            <a:fillRect/>
          </a:stretch>
        </p:blipFill>
        <p:spPr>
          <a:xfrm>
            <a:off x="15235527" y="9586938"/>
            <a:ext cx="248314" cy="185855"/>
          </a:xfrm>
          <a:prstGeom prst="rect">
            <a:avLst/>
          </a:prstGeom>
        </p:spPr>
      </p:pic>
      <p:pic>
        <p:nvPicPr>
          <p:cNvPr id="296" name="object 296" descr=""/>
          <p:cNvPicPr/>
          <p:nvPr/>
        </p:nvPicPr>
        <p:blipFill>
          <a:blip r:embed="rId166" cstate="print"/>
          <a:stretch>
            <a:fillRect/>
          </a:stretch>
        </p:blipFill>
        <p:spPr>
          <a:xfrm>
            <a:off x="15732156" y="9434599"/>
            <a:ext cx="249839" cy="182300"/>
          </a:xfrm>
          <a:prstGeom prst="rect">
            <a:avLst/>
          </a:prstGeom>
        </p:spPr>
      </p:pic>
      <p:sp>
        <p:nvSpPr>
          <p:cNvPr id="297" name="object 297" descr=""/>
          <p:cNvSpPr/>
          <p:nvPr/>
        </p:nvSpPr>
        <p:spPr>
          <a:xfrm>
            <a:off x="16229294" y="9268039"/>
            <a:ext cx="251460" cy="175260"/>
          </a:xfrm>
          <a:custGeom>
            <a:avLst/>
            <a:gdLst/>
            <a:ahLst/>
            <a:cxnLst/>
            <a:rect l="l" t="t" r="r" b="b"/>
            <a:pathLst>
              <a:path w="251459" h="175259">
                <a:moveTo>
                  <a:pt x="21328" y="175191"/>
                </a:moveTo>
                <a:lnTo>
                  <a:pt x="0" y="78201"/>
                </a:lnTo>
                <a:lnTo>
                  <a:pt x="508" y="78201"/>
                </a:lnTo>
                <a:lnTo>
                  <a:pt x="229527" y="0"/>
                </a:lnTo>
                <a:lnTo>
                  <a:pt x="251362" y="90896"/>
                </a:lnTo>
                <a:lnTo>
                  <a:pt x="21328" y="17519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8" name="object 298" descr=""/>
          <p:cNvSpPr/>
          <p:nvPr/>
        </p:nvSpPr>
        <p:spPr>
          <a:xfrm>
            <a:off x="16725926" y="9092847"/>
            <a:ext cx="253365" cy="165735"/>
          </a:xfrm>
          <a:custGeom>
            <a:avLst/>
            <a:gdLst/>
            <a:ahLst/>
            <a:cxnLst/>
            <a:rect l="l" t="t" r="r" b="b"/>
            <a:pathLst>
              <a:path w="253365" h="165734">
                <a:moveTo>
                  <a:pt x="22851" y="165543"/>
                </a:moveTo>
                <a:lnTo>
                  <a:pt x="0" y="81247"/>
                </a:lnTo>
                <a:lnTo>
                  <a:pt x="508" y="81756"/>
                </a:lnTo>
                <a:lnTo>
                  <a:pt x="229527" y="0"/>
                </a:lnTo>
                <a:lnTo>
                  <a:pt x="252886" y="78201"/>
                </a:lnTo>
                <a:lnTo>
                  <a:pt x="22851" y="16554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9" name="object 299" descr=""/>
          <p:cNvSpPr/>
          <p:nvPr/>
        </p:nvSpPr>
        <p:spPr>
          <a:xfrm>
            <a:off x="17222556" y="8914609"/>
            <a:ext cx="254635" cy="153670"/>
          </a:xfrm>
          <a:custGeom>
            <a:avLst/>
            <a:gdLst/>
            <a:ahLst/>
            <a:cxnLst/>
            <a:rect l="l" t="t" r="r" b="b"/>
            <a:pathLst>
              <a:path w="254634" h="153670">
                <a:moveTo>
                  <a:pt x="24375" y="153356"/>
                </a:moveTo>
                <a:lnTo>
                  <a:pt x="0" y="82264"/>
                </a:lnTo>
                <a:lnTo>
                  <a:pt x="508" y="82263"/>
                </a:lnTo>
                <a:lnTo>
                  <a:pt x="229527" y="0"/>
                </a:lnTo>
                <a:lnTo>
                  <a:pt x="254409" y="64998"/>
                </a:lnTo>
                <a:lnTo>
                  <a:pt x="24375" y="15335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0" name="object 300" descr=""/>
          <p:cNvSpPr/>
          <p:nvPr/>
        </p:nvSpPr>
        <p:spPr>
          <a:xfrm>
            <a:off x="17719188" y="8737385"/>
            <a:ext cx="256540" cy="139700"/>
          </a:xfrm>
          <a:custGeom>
            <a:avLst/>
            <a:gdLst/>
            <a:ahLst/>
            <a:cxnLst/>
            <a:rect l="l" t="t" r="r" b="b"/>
            <a:pathLst>
              <a:path w="256540" h="139700">
                <a:moveTo>
                  <a:pt x="25898" y="139138"/>
                </a:moveTo>
                <a:lnTo>
                  <a:pt x="0" y="81248"/>
                </a:lnTo>
                <a:lnTo>
                  <a:pt x="508" y="81248"/>
                </a:lnTo>
                <a:lnTo>
                  <a:pt x="229527" y="0"/>
                </a:lnTo>
                <a:lnTo>
                  <a:pt x="255932" y="52303"/>
                </a:lnTo>
                <a:lnTo>
                  <a:pt x="25898" y="13913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1" name="object 301" descr=""/>
          <p:cNvPicPr/>
          <p:nvPr/>
        </p:nvPicPr>
        <p:blipFill>
          <a:blip r:embed="rId167" cstate="print"/>
          <a:stretch>
            <a:fillRect/>
          </a:stretch>
        </p:blipFill>
        <p:spPr>
          <a:xfrm>
            <a:off x="18215818" y="8620468"/>
            <a:ext cx="72181" cy="70706"/>
          </a:xfrm>
          <a:prstGeom prst="rect">
            <a:avLst/>
          </a:prstGeom>
        </p:spPr>
      </p:pic>
      <p:sp>
        <p:nvSpPr>
          <p:cNvPr id="302" name="object 302" descr=""/>
          <p:cNvSpPr/>
          <p:nvPr/>
        </p:nvSpPr>
        <p:spPr>
          <a:xfrm>
            <a:off x="13775594" y="10227785"/>
            <a:ext cx="237490" cy="59690"/>
          </a:xfrm>
          <a:custGeom>
            <a:avLst/>
            <a:gdLst/>
            <a:ahLst/>
            <a:cxnLst/>
            <a:rect l="l" t="t" r="r" b="b"/>
            <a:pathLst>
              <a:path w="237490" h="59690">
                <a:moveTo>
                  <a:pt x="236991" y="59213"/>
                </a:moveTo>
                <a:lnTo>
                  <a:pt x="2450" y="59213"/>
                </a:lnTo>
                <a:lnTo>
                  <a:pt x="0" y="33007"/>
                </a:lnTo>
                <a:lnTo>
                  <a:pt x="95112" y="20949"/>
                </a:lnTo>
                <a:lnTo>
                  <a:pt x="136809" y="14981"/>
                </a:lnTo>
                <a:lnTo>
                  <a:pt x="231049" y="0"/>
                </a:lnTo>
                <a:lnTo>
                  <a:pt x="236991" y="5921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3" name="object 303" descr=""/>
          <p:cNvPicPr/>
          <p:nvPr/>
        </p:nvPicPr>
        <p:blipFill>
          <a:blip r:embed="rId168" cstate="print"/>
          <a:stretch>
            <a:fillRect/>
          </a:stretch>
        </p:blipFill>
        <p:spPr>
          <a:xfrm>
            <a:off x="14275271" y="10129780"/>
            <a:ext cx="247299" cy="157218"/>
          </a:xfrm>
          <a:prstGeom prst="rect">
            <a:avLst/>
          </a:prstGeom>
        </p:spPr>
      </p:pic>
      <p:pic>
        <p:nvPicPr>
          <p:cNvPr id="304" name="object 304" descr=""/>
          <p:cNvPicPr/>
          <p:nvPr/>
        </p:nvPicPr>
        <p:blipFill>
          <a:blip r:embed="rId169" cstate="print"/>
          <a:stretch>
            <a:fillRect/>
          </a:stretch>
        </p:blipFill>
        <p:spPr>
          <a:xfrm>
            <a:off x="14775457" y="9997750"/>
            <a:ext cx="248823" cy="198550"/>
          </a:xfrm>
          <a:prstGeom prst="rect">
            <a:avLst/>
          </a:prstGeom>
        </p:spPr>
      </p:pic>
      <p:pic>
        <p:nvPicPr>
          <p:cNvPr id="305" name="object 305" descr=""/>
          <p:cNvPicPr/>
          <p:nvPr/>
        </p:nvPicPr>
        <p:blipFill>
          <a:blip r:embed="rId170" cstate="print"/>
          <a:stretch>
            <a:fillRect/>
          </a:stretch>
        </p:blipFill>
        <p:spPr>
          <a:xfrm>
            <a:off x="15276221" y="9839824"/>
            <a:ext cx="249767" cy="199059"/>
          </a:xfrm>
          <a:prstGeom prst="rect">
            <a:avLst/>
          </a:prstGeom>
        </p:spPr>
      </p:pic>
      <p:pic>
        <p:nvPicPr>
          <p:cNvPr id="306" name="object 306" descr=""/>
          <p:cNvPicPr/>
          <p:nvPr/>
        </p:nvPicPr>
        <p:blipFill>
          <a:blip r:embed="rId171" cstate="print"/>
          <a:stretch>
            <a:fillRect/>
          </a:stretch>
        </p:blipFill>
        <p:spPr>
          <a:xfrm>
            <a:off x="15775909" y="9660570"/>
            <a:ext cx="251281" cy="196011"/>
          </a:xfrm>
          <a:prstGeom prst="rect">
            <a:avLst/>
          </a:prstGeom>
        </p:spPr>
      </p:pic>
      <p:sp>
        <p:nvSpPr>
          <p:cNvPr id="307" name="object 307" descr=""/>
          <p:cNvSpPr/>
          <p:nvPr/>
        </p:nvSpPr>
        <p:spPr>
          <a:xfrm>
            <a:off x="16276014" y="9466591"/>
            <a:ext cx="253365" cy="190500"/>
          </a:xfrm>
          <a:custGeom>
            <a:avLst/>
            <a:gdLst/>
            <a:ahLst/>
            <a:cxnLst/>
            <a:rect l="l" t="t" r="r" b="b"/>
            <a:pathLst>
              <a:path w="253365" h="190500">
                <a:moveTo>
                  <a:pt x="21328" y="189918"/>
                </a:moveTo>
                <a:lnTo>
                  <a:pt x="0" y="90896"/>
                </a:lnTo>
                <a:lnTo>
                  <a:pt x="230542" y="0"/>
                </a:lnTo>
                <a:lnTo>
                  <a:pt x="252886" y="92927"/>
                </a:lnTo>
                <a:lnTo>
                  <a:pt x="72221" y="168960"/>
                </a:lnTo>
                <a:lnTo>
                  <a:pt x="21328" y="18991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8" name="object 308" descr=""/>
          <p:cNvSpPr/>
          <p:nvPr/>
        </p:nvSpPr>
        <p:spPr>
          <a:xfrm>
            <a:off x="16775690" y="9262961"/>
            <a:ext cx="254635" cy="180975"/>
          </a:xfrm>
          <a:custGeom>
            <a:avLst/>
            <a:gdLst/>
            <a:ahLst/>
            <a:cxnLst/>
            <a:rect l="l" t="t" r="r" b="b"/>
            <a:pathLst>
              <a:path w="254634" h="180975">
                <a:moveTo>
                  <a:pt x="22851" y="180777"/>
                </a:moveTo>
                <a:lnTo>
                  <a:pt x="0" y="94451"/>
                </a:lnTo>
                <a:lnTo>
                  <a:pt x="230542" y="0"/>
                </a:lnTo>
                <a:lnTo>
                  <a:pt x="254409" y="80232"/>
                </a:lnTo>
                <a:lnTo>
                  <a:pt x="22851" y="18077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9" name="object 309" descr=""/>
          <p:cNvSpPr/>
          <p:nvPr/>
        </p:nvSpPr>
        <p:spPr>
          <a:xfrm>
            <a:off x="17275877" y="9056285"/>
            <a:ext cx="256540" cy="168910"/>
          </a:xfrm>
          <a:custGeom>
            <a:avLst/>
            <a:gdLst/>
            <a:ahLst/>
            <a:cxnLst/>
            <a:rect l="l" t="t" r="r" b="b"/>
            <a:pathLst>
              <a:path w="256540" h="168909">
                <a:moveTo>
                  <a:pt x="24375" y="168590"/>
                </a:moveTo>
                <a:lnTo>
                  <a:pt x="0" y="95467"/>
                </a:lnTo>
                <a:lnTo>
                  <a:pt x="230542" y="0"/>
                </a:lnTo>
                <a:lnTo>
                  <a:pt x="255932" y="67537"/>
                </a:lnTo>
                <a:lnTo>
                  <a:pt x="24375" y="16859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0" name="object 310" descr=""/>
          <p:cNvSpPr/>
          <p:nvPr/>
        </p:nvSpPr>
        <p:spPr>
          <a:xfrm>
            <a:off x="17776062" y="8852149"/>
            <a:ext cx="257810" cy="154305"/>
          </a:xfrm>
          <a:custGeom>
            <a:avLst/>
            <a:gdLst/>
            <a:ahLst/>
            <a:cxnLst/>
            <a:rect l="l" t="t" r="r" b="b"/>
            <a:pathLst>
              <a:path w="257809" h="154304">
                <a:moveTo>
                  <a:pt x="25898" y="153864"/>
                </a:moveTo>
                <a:lnTo>
                  <a:pt x="0" y="93435"/>
                </a:lnTo>
                <a:lnTo>
                  <a:pt x="230542" y="0"/>
                </a:lnTo>
                <a:lnTo>
                  <a:pt x="257456" y="54842"/>
                </a:lnTo>
                <a:lnTo>
                  <a:pt x="25898" y="15386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1" name="object 311" descr=""/>
          <p:cNvSpPr/>
          <p:nvPr/>
        </p:nvSpPr>
        <p:spPr>
          <a:xfrm>
            <a:off x="18275738" y="8740277"/>
            <a:ext cx="12700" cy="26670"/>
          </a:xfrm>
          <a:custGeom>
            <a:avLst/>
            <a:gdLst/>
            <a:ahLst/>
            <a:cxnLst/>
            <a:rect l="l" t="t" r="r" b="b"/>
            <a:pathLst>
              <a:path w="12700" h="26670">
                <a:moveTo>
                  <a:pt x="12259" y="26124"/>
                </a:moveTo>
                <a:lnTo>
                  <a:pt x="7213" y="17190"/>
                </a:lnTo>
                <a:lnTo>
                  <a:pt x="0" y="4725"/>
                </a:lnTo>
                <a:lnTo>
                  <a:pt x="12259" y="0"/>
                </a:lnTo>
                <a:lnTo>
                  <a:pt x="12259" y="2612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2" name="object 312" descr=""/>
          <p:cNvSpPr/>
          <p:nvPr/>
        </p:nvSpPr>
        <p:spPr>
          <a:xfrm>
            <a:off x="15024324" y="10280089"/>
            <a:ext cx="22225" cy="6985"/>
          </a:xfrm>
          <a:custGeom>
            <a:avLst/>
            <a:gdLst/>
            <a:ahLst/>
            <a:cxnLst/>
            <a:rect l="l" t="t" r="r" b="b"/>
            <a:pathLst>
              <a:path w="22225" h="6984">
                <a:moveTo>
                  <a:pt x="21705" y="6909"/>
                </a:moveTo>
                <a:lnTo>
                  <a:pt x="0" y="6909"/>
                </a:lnTo>
                <a:lnTo>
                  <a:pt x="20775" y="0"/>
                </a:lnTo>
                <a:lnTo>
                  <a:pt x="21705" y="690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3" name="object 313" descr=""/>
          <p:cNvPicPr/>
          <p:nvPr/>
        </p:nvPicPr>
        <p:blipFill>
          <a:blip r:embed="rId172" cstate="print"/>
          <a:stretch>
            <a:fillRect/>
          </a:stretch>
        </p:blipFill>
        <p:spPr>
          <a:xfrm>
            <a:off x="15315759" y="10097788"/>
            <a:ext cx="251869" cy="189211"/>
          </a:xfrm>
          <a:prstGeom prst="rect">
            <a:avLst/>
          </a:prstGeom>
        </p:spPr>
      </p:pic>
      <p:pic>
        <p:nvPicPr>
          <p:cNvPr id="314" name="object 314" descr=""/>
          <p:cNvPicPr/>
          <p:nvPr/>
        </p:nvPicPr>
        <p:blipFill>
          <a:blip r:embed="rId173" cstate="print"/>
          <a:stretch>
            <a:fillRect/>
          </a:stretch>
        </p:blipFill>
        <p:spPr>
          <a:xfrm>
            <a:off x="15818992" y="9892128"/>
            <a:ext cx="253392" cy="212261"/>
          </a:xfrm>
          <a:prstGeom prst="rect">
            <a:avLst/>
          </a:prstGeom>
        </p:spPr>
      </p:pic>
      <p:sp>
        <p:nvSpPr>
          <p:cNvPr id="315" name="object 315" descr=""/>
          <p:cNvSpPr/>
          <p:nvPr/>
        </p:nvSpPr>
        <p:spPr>
          <a:xfrm>
            <a:off x="16322225" y="9670218"/>
            <a:ext cx="255270" cy="207645"/>
          </a:xfrm>
          <a:custGeom>
            <a:avLst/>
            <a:gdLst/>
            <a:ahLst/>
            <a:cxnLst/>
            <a:rect l="l" t="t" r="r" b="b"/>
            <a:pathLst>
              <a:path w="255269" h="207645">
                <a:moveTo>
                  <a:pt x="21835" y="207183"/>
                </a:moveTo>
                <a:lnTo>
                  <a:pt x="0" y="103592"/>
                </a:lnTo>
                <a:lnTo>
                  <a:pt x="506" y="104099"/>
                </a:lnTo>
                <a:lnTo>
                  <a:pt x="232573" y="0"/>
                </a:lnTo>
                <a:lnTo>
                  <a:pt x="254916" y="97497"/>
                </a:lnTo>
                <a:lnTo>
                  <a:pt x="73034" y="183442"/>
                </a:lnTo>
                <a:lnTo>
                  <a:pt x="21835" y="20718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6" name="object 316" descr=""/>
          <p:cNvSpPr/>
          <p:nvPr/>
        </p:nvSpPr>
        <p:spPr>
          <a:xfrm>
            <a:off x="16825456" y="9439168"/>
            <a:ext cx="256540" cy="198755"/>
          </a:xfrm>
          <a:custGeom>
            <a:avLst/>
            <a:gdLst/>
            <a:ahLst/>
            <a:cxnLst/>
            <a:rect l="l" t="t" r="r" b="b"/>
            <a:pathLst>
              <a:path w="256540" h="198754">
                <a:moveTo>
                  <a:pt x="23358" y="198550"/>
                </a:moveTo>
                <a:lnTo>
                  <a:pt x="0" y="107653"/>
                </a:lnTo>
                <a:lnTo>
                  <a:pt x="506" y="107653"/>
                </a:lnTo>
                <a:lnTo>
                  <a:pt x="232572" y="0"/>
                </a:lnTo>
                <a:lnTo>
                  <a:pt x="256439" y="85310"/>
                </a:lnTo>
                <a:lnTo>
                  <a:pt x="23358" y="19855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7" name="object 317" descr=""/>
          <p:cNvSpPr/>
          <p:nvPr/>
        </p:nvSpPr>
        <p:spPr>
          <a:xfrm>
            <a:off x="17328689" y="9204563"/>
            <a:ext cx="258445" cy="186690"/>
          </a:xfrm>
          <a:custGeom>
            <a:avLst/>
            <a:gdLst/>
            <a:ahLst/>
            <a:cxnLst/>
            <a:rect l="l" t="t" r="r" b="b"/>
            <a:pathLst>
              <a:path w="258444" h="186690">
                <a:moveTo>
                  <a:pt x="24881" y="186363"/>
                </a:moveTo>
                <a:lnTo>
                  <a:pt x="0" y="108162"/>
                </a:lnTo>
                <a:lnTo>
                  <a:pt x="506" y="108162"/>
                </a:lnTo>
                <a:lnTo>
                  <a:pt x="232573" y="0"/>
                </a:lnTo>
                <a:lnTo>
                  <a:pt x="257963" y="72615"/>
                </a:lnTo>
                <a:lnTo>
                  <a:pt x="24881" y="18636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8" name="object 318" descr=""/>
          <p:cNvSpPr/>
          <p:nvPr/>
        </p:nvSpPr>
        <p:spPr>
          <a:xfrm>
            <a:off x="17831920" y="8974022"/>
            <a:ext cx="259715" cy="172085"/>
          </a:xfrm>
          <a:custGeom>
            <a:avLst/>
            <a:gdLst/>
            <a:ahLst/>
            <a:cxnLst/>
            <a:rect l="l" t="t" r="r" b="b"/>
            <a:pathLst>
              <a:path w="259715" h="172084">
                <a:moveTo>
                  <a:pt x="26405" y="171636"/>
                </a:moveTo>
                <a:lnTo>
                  <a:pt x="0" y="105114"/>
                </a:lnTo>
                <a:lnTo>
                  <a:pt x="506" y="105623"/>
                </a:lnTo>
                <a:lnTo>
                  <a:pt x="232573" y="0"/>
                </a:lnTo>
                <a:lnTo>
                  <a:pt x="259486" y="60936"/>
                </a:lnTo>
                <a:lnTo>
                  <a:pt x="26405" y="17163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9" name="object 319" descr=""/>
          <p:cNvSpPr/>
          <p:nvPr/>
        </p:nvSpPr>
        <p:spPr>
          <a:xfrm>
            <a:off x="15863171" y="10133843"/>
            <a:ext cx="255904" cy="153670"/>
          </a:xfrm>
          <a:custGeom>
            <a:avLst/>
            <a:gdLst/>
            <a:ahLst/>
            <a:cxnLst/>
            <a:rect l="l" t="t" r="r" b="b"/>
            <a:pathLst>
              <a:path w="255905" h="153670">
                <a:moveTo>
                  <a:pt x="180533" y="153156"/>
                </a:moveTo>
                <a:lnTo>
                  <a:pt x="7801" y="153156"/>
                </a:lnTo>
                <a:lnTo>
                  <a:pt x="0" y="109177"/>
                </a:lnTo>
                <a:lnTo>
                  <a:pt x="96184" y="65189"/>
                </a:lnTo>
                <a:lnTo>
                  <a:pt x="234095" y="0"/>
                </a:lnTo>
                <a:lnTo>
                  <a:pt x="255424" y="116286"/>
                </a:lnTo>
                <a:lnTo>
                  <a:pt x="180533" y="15315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0" name="object 320" descr=""/>
          <p:cNvSpPr/>
          <p:nvPr/>
        </p:nvSpPr>
        <p:spPr>
          <a:xfrm>
            <a:off x="16369957" y="9885527"/>
            <a:ext cx="257175" cy="226695"/>
          </a:xfrm>
          <a:custGeom>
            <a:avLst/>
            <a:gdLst/>
            <a:ahLst/>
            <a:cxnLst/>
            <a:rect l="l" t="t" r="r" b="b"/>
            <a:pathLst>
              <a:path w="257175" h="226695">
                <a:moveTo>
                  <a:pt x="22343" y="226480"/>
                </a:moveTo>
                <a:lnTo>
                  <a:pt x="0" y="116287"/>
                </a:lnTo>
                <a:lnTo>
                  <a:pt x="506" y="116286"/>
                </a:lnTo>
                <a:lnTo>
                  <a:pt x="182893" y="25840"/>
                </a:lnTo>
                <a:lnTo>
                  <a:pt x="234095" y="0"/>
                </a:lnTo>
                <a:lnTo>
                  <a:pt x="256947" y="105115"/>
                </a:lnTo>
                <a:lnTo>
                  <a:pt x="73797" y="200257"/>
                </a:lnTo>
                <a:lnTo>
                  <a:pt x="22343" y="22648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1" name="object 321" descr=""/>
          <p:cNvSpPr/>
          <p:nvPr/>
        </p:nvSpPr>
        <p:spPr>
          <a:xfrm>
            <a:off x="16876236" y="9628072"/>
            <a:ext cx="259079" cy="218440"/>
          </a:xfrm>
          <a:custGeom>
            <a:avLst/>
            <a:gdLst/>
            <a:ahLst/>
            <a:cxnLst/>
            <a:rect l="l" t="t" r="r" b="b"/>
            <a:pathLst>
              <a:path w="259080" h="218440">
                <a:moveTo>
                  <a:pt x="23866" y="218355"/>
                </a:moveTo>
                <a:lnTo>
                  <a:pt x="0" y="119841"/>
                </a:lnTo>
                <a:lnTo>
                  <a:pt x="506" y="119841"/>
                </a:lnTo>
                <a:lnTo>
                  <a:pt x="234095" y="0"/>
                </a:lnTo>
                <a:lnTo>
                  <a:pt x="258470" y="93435"/>
                </a:lnTo>
                <a:lnTo>
                  <a:pt x="23866" y="21835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2" name="object 322" descr=""/>
          <p:cNvSpPr/>
          <p:nvPr/>
        </p:nvSpPr>
        <p:spPr>
          <a:xfrm>
            <a:off x="17383024" y="9367568"/>
            <a:ext cx="260350" cy="207645"/>
          </a:xfrm>
          <a:custGeom>
            <a:avLst/>
            <a:gdLst/>
            <a:ahLst/>
            <a:cxnLst/>
            <a:rect l="l" t="t" r="r" b="b"/>
            <a:pathLst>
              <a:path w="260350" h="207645">
                <a:moveTo>
                  <a:pt x="25390" y="207183"/>
                </a:moveTo>
                <a:lnTo>
                  <a:pt x="0" y="119841"/>
                </a:lnTo>
                <a:lnTo>
                  <a:pt x="506" y="119841"/>
                </a:lnTo>
                <a:lnTo>
                  <a:pt x="234095" y="0"/>
                </a:lnTo>
                <a:lnTo>
                  <a:pt x="259994" y="81756"/>
                </a:lnTo>
                <a:lnTo>
                  <a:pt x="25390" y="20718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3" name="object 323" descr=""/>
          <p:cNvSpPr/>
          <p:nvPr/>
        </p:nvSpPr>
        <p:spPr>
          <a:xfrm>
            <a:off x="17889811" y="9111636"/>
            <a:ext cx="261620" cy="193040"/>
          </a:xfrm>
          <a:custGeom>
            <a:avLst/>
            <a:gdLst/>
            <a:ahLst/>
            <a:cxnLst/>
            <a:rect l="l" t="t" r="r" b="b"/>
            <a:pathLst>
              <a:path w="261619" h="193040">
                <a:moveTo>
                  <a:pt x="26913" y="192964"/>
                </a:moveTo>
                <a:lnTo>
                  <a:pt x="0" y="116793"/>
                </a:lnTo>
                <a:lnTo>
                  <a:pt x="506" y="116794"/>
                </a:lnTo>
                <a:lnTo>
                  <a:pt x="234095" y="0"/>
                </a:lnTo>
                <a:lnTo>
                  <a:pt x="261517" y="71092"/>
                </a:lnTo>
                <a:lnTo>
                  <a:pt x="26913" y="19296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4" name="object 324" descr=""/>
          <p:cNvSpPr/>
          <p:nvPr/>
        </p:nvSpPr>
        <p:spPr>
          <a:xfrm>
            <a:off x="16418281" y="10119116"/>
            <a:ext cx="258445" cy="168275"/>
          </a:xfrm>
          <a:custGeom>
            <a:avLst/>
            <a:gdLst/>
            <a:ahLst/>
            <a:cxnLst/>
            <a:rect l="l" t="t" r="r" b="b"/>
            <a:pathLst>
              <a:path w="258444" h="168275">
                <a:moveTo>
                  <a:pt x="164931" y="167882"/>
                </a:moveTo>
                <a:lnTo>
                  <a:pt x="7440" y="167882"/>
                </a:lnTo>
                <a:lnTo>
                  <a:pt x="0" y="127412"/>
                </a:lnTo>
                <a:lnTo>
                  <a:pt x="235027" y="0"/>
                </a:lnTo>
                <a:lnTo>
                  <a:pt x="251951" y="83692"/>
                </a:lnTo>
                <a:lnTo>
                  <a:pt x="258386" y="115271"/>
                </a:lnTo>
                <a:lnTo>
                  <a:pt x="164931" y="16788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5" name="object 325" descr=""/>
          <p:cNvSpPr/>
          <p:nvPr/>
        </p:nvSpPr>
        <p:spPr>
          <a:xfrm>
            <a:off x="16928540" y="9836777"/>
            <a:ext cx="260350" cy="241300"/>
          </a:xfrm>
          <a:custGeom>
            <a:avLst/>
            <a:gdLst/>
            <a:ahLst/>
            <a:cxnLst/>
            <a:rect l="l" t="t" r="r" b="b"/>
            <a:pathLst>
              <a:path w="260350" h="241300">
                <a:moveTo>
                  <a:pt x="23866" y="240698"/>
                </a:moveTo>
                <a:lnTo>
                  <a:pt x="0" y="131013"/>
                </a:lnTo>
                <a:lnTo>
                  <a:pt x="235112" y="0"/>
                </a:lnTo>
                <a:lnTo>
                  <a:pt x="259994" y="105115"/>
                </a:lnTo>
                <a:lnTo>
                  <a:pt x="23866" y="24069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6" name="object 326" descr=""/>
          <p:cNvSpPr/>
          <p:nvPr/>
        </p:nvSpPr>
        <p:spPr>
          <a:xfrm>
            <a:off x="17438374" y="9551900"/>
            <a:ext cx="261620" cy="231140"/>
          </a:xfrm>
          <a:custGeom>
            <a:avLst/>
            <a:gdLst/>
            <a:ahLst/>
            <a:cxnLst/>
            <a:rect l="l" t="t" r="r" b="b"/>
            <a:pathLst>
              <a:path w="261619" h="231140">
                <a:moveTo>
                  <a:pt x="25390" y="231050"/>
                </a:moveTo>
                <a:lnTo>
                  <a:pt x="0" y="131013"/>
                </a:lnTo>
                <a:lnTo>
                  <a:pt x="235113" y="0"/>
                </a:lnTo>
                <a:lnTo>
                  <a:pt x="261518" y="95467"/>
                </a:lnTo>
                <a:lnTo>
                  <a:pt x="25390" y="23105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7" name="object 327" descr=""/>
          <p:cNvSpPr/>
          <p:nvPr/>
        </p:nvSpPr>
        <p:spPr>
          <a:xfrm>
            <a:off x="17948206" y="9274133"/>
            <a:ext cx="263525" cy="217170"/>
          </a:xfrm>
          <a:custGeom>
            <a:avLst/>
            <a:gdLst/>
            <a:ahLst/>
            <a:cxnLst/>
            <a:rect l="l" t="t" r="r" b="b"/>
            <a:pathLst>
              <a:path w="263525" h="217170">
                <a:moveTo>
                  <a:pt x="26913" y="216831"/>
                </a:moveTo>
                <a:lnTo>
                  <a:pt x="19709" y="191782"/>
                </a:lnTo>
                <a:lnTo>
                  <a:pt x="13456" y="170685"/>
                </a:lnTo>
                <a:lnTo>
                  <a:pt x="7204" y="150063"/>
                </a:lnTo>
                <a:lnTo>
                  <a:pt x="132" y="126878"/>
                </a:lnTo>
                <a:lnTo>
                  <a:pt x="235113" y="0"/>
                </a:lnTo>
                <a:lnTo>
                  <a:pt x="242618" y="22335"/>
                </a:lnTo>
                <a:lnTo>
                  <a:pt x="249077" y="41957"/>
                </a:lnTo>
                <a:lnTo>
                  <a:pt x="255535" y="62055"/>
                </a:lnTo>
                <a:lnTo>
                  <a:pt x="263041" y="85818"/>
                </a:lnTo>
                <a:lnTo>
                  <a:pt x="26913" y="216831"/>
                </a:lnTo>
                <a:close/>
              </a:path>
              <a:path w="263525" h="217170">
                <a:moveTo>
                  <a:pt x="132" y="126878"/>
                </a:moveTo>
                <a:lnTo>
                  <a:pt x="0" y="126878"/>
                </a:lnTo>
                <a:lnTo>
                  <a:pt x="0" y="126443"/>
                </a:lnTo>
                <a:lnTo>
                  <a:pt x="132" y="12687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8" name="object 328" descr=""/>
          <p:cNvSpPr/>
          <p:nvPr/>
        </p:nvSpPr>
        <p:spPr>
          <a:xfrm>
            <a:off x="16980335" y="10073413"/>
            <a:ext cx="262255" cy="213995"/>
          </a:xfrm>
          <a:custGeom>
            <a:avLst/>
            <a:gdLst/>
            <a:ahLst/>
            <a:cxnLst/>
            <a:rect l="l" t="t" r="r" b="b"/>
            <a:pathLst>
              <a:path w="262255" h="213995">
                <a:moveTo>
                  <a:pt x="109738" y="213585"/>
                </a:moveTo>
                <a:lnTo>
                  <a:pt x="14409" y="213585"/>
                </a:lnTo>
                <a:lnTo>
                  <a:pt x="0" y="140661"/>
                </a:lnTo>
                <a:lnTo>
                  <a:pt x="237144" y="0"/>
                </a:lnTo>
                <a:lnTo>
                  <a:pt x="255496" y="87548"/>
                </a:lnTo>
                <a:lnTo>
                  <a:pt x="262026" y="120857"/>
                </a:lnTo>
                <a:lnTo>
                  <a:pt x="109738" y="21358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9" name="object 329" descr=""/>
          <p:cNvSpPr/>
          <p:nvPr/>
        </p:nvSpPr>
        <p:spPr>
          <a:xfrm>
            <a:off x="17493722" y="9768224"/>
            <a:ext cx="264160" cy="257175"/>
          </a:xfrm>
          <a:custGeom>
            <a:avLst/>
            <a:gdLst/>
            <a:ahLst/>
            <a:cxnLst/>
            <a:rect l="l" t="t" r="r" b="b"/>
            <a:pathLst>
              <a:path w="264159" h="257175">
                <a:moveTo>
                  <a:pt x="25898" y="256947"/>
                </a:moveTo>
                <a:lnTo>
                  <a:pt x="0" y="140153"/>
                </a:lnTo>
                <a:lnTo>
                  <a:pt x="508" y="140153"/>
                </a:lnTo>
                <a:lnTo>
                  <a:pt x="237144" y="0"/>
                </a:lnTo>
                <a:lnTo>
                  <a:pt x="263549" y="113239"/>
                </a:lnTo>
                <a:lnTo>
                  <a:pt x="25898" y="25694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0" name="object 330" descr=""/>
          <p:cNvSpPr/>
          <p:nvPr/>
        </p:nvSpPr>
        <p:spPr>
          <a:xfrm>
            <a:off x="18007731" y="9471159"/>
            <a:ext cx="265430" cy="244475"/>
          </a:xfrm>
          <a:custGeom>
            <a:avLst/>
            <a:gdLst/>
            <a:ahLst/>
            <a:cxnLst/>
            <a:rect l="l" t="t" r="r" b="b"/>
            <a:pathLst>
              <a:path w="265430" h="244475">
                <a:moveTo>
                  <a:pt x="27308" y="244252"/>
                </a:moveTo>
                <a:lnTo>
                  <a:pt x="19811" y="213840"/>
                </a:lnTo>
                <a:lnTo>
                  <a:pt x="13408" y="188331"/>
                </a:lnTo>
                <a:lnTo>
                  <a:pt x="0" y="135518"/>
                </a:lnTo>
                <a:lnTo>
                  <a:pt x="236523" y="0"/>
                </a:lnTo>
                <a:lnTo>
                  <a:pt x="244037" y="27429"/>
                </a:lnTo>
                <a:lnTo>
                  <a:pt x="250551" y="51478"/>
                </a:lnTo>
                <a:lnTo>
                  <a:pt x="257160" y="76194"/>
                </a:lnTo>
                <a:lnTo>
                  <a:pt x="264951" y="105590"/>
                </a:lnTo>
                <a:lnTo>
                  <a:pt x="79372" y="213455"/>
                </a:lnTo>
                <a:lnTo>
                  <a:pt x="27308" y="24425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1" name="object 331" descr=""/>
          <p:cNvSpPr/>
          <p:nvPr/>
        </p:nvSpPr>
        <p:spPr>
          <a:xfrm>
            <a:off x="17550600" y="10026188"/>
            <a:ext cx="266065" cy="260985"/>
          </a:xfrm>
          <a:custGeom>
            <a:avLst/>
            <a:gdLst/>
            <a:ahLst/>
            <a:cxnLst/>
            <a:rect l="l" t="t" r="r" b="b"/>
            <a:pathLst>
              <a:path w="266065" h="260984">
                <a:moveTo>
                  <a:pt x="66096" y="260810"/>
                </a:moveTo>
                <a:lnTo>
                  <a:pt x="21747" y="260810"/>
                </a:lnTo>
                <a:lnTo>
                  <a:pt x="0" y="147262"/>
                </a:lnTo>
                <a:lnTo>
                  <a:pt x="238666" y="0"/>
                </a:lnTo>
                <a:lnTo>
                  <a:pt x="258375" y="98188"/>
                </a:lnTo>
                <a:lnTo>
                  <a:pt x="265579" y="136090"/>
                </a:lnTo>
                <a:lnTo>
                  <a:pt x="66096" y="26081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2" name="object 332" descr=""/>
          <p:cNvSpPr/>
          <p:nvPr/>
        </p:nvSpPr>
        <p:spPr>
          <a:xfrm>
            <a:off x="18067033" y="9725284"/>
            <a:ext cx="220979" cy="265430"/>
          </a:xfrm>
          <a:custGeom>
            <a:avLst/>
            <a:gdLst/>
            <a:ahLst/>
            <a:cxnLst/>
            <a:rect l="l" t="t" r="r" b="b"/>
            <a:pathLst>
              <a:path w="220980" h="265429">
                <a:moveTo>
                  <a:pt x="27928" y="264850"/>
                </a:moveTo>
                <a:lnTo>
                  <a:pt x="0" y="131297"/>
                </a:lnTo>
                <a:lnTo>
                  <a:pt x="220965" y="0"/>
                </a:lnTo>
                <a:lnTo>
                  <a:pt x="220965" y="148439"/>
                </a:lnTo>
                <a:lnTo>
                  <a:pt x="80297" y="232890"/>
                </a:lnTo>
                <a:lnTo>
                  <a:pt x="27928" y="26485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3" name="object 333" descr=""/>
          <p:cNvPicPr/>
          <p:nvPr/>
        </p:nvPicPr>
        <p:blipFill>
          <a:blip r:embed="rId174" cstate="print"/>
          <a:stretch>
            <a:fillRect/>
          </a:stretch>
        </p:blipFill>
        <p:spPr>
          <a:xfrm>
            <a:off x="18127969" y="10074880"/>
            <a:ext cx="160028" cy="212118"/>
          </a:xfrm>
          <a:prstGeom prst="rect">
            <a:avLst/>
          </a:prstGeom>
        </p:spPr>
      </p:pic>
      <p:grpSp>
        <p:nvGrpSpPr>
          <p:cNvPr id="334" name="object 334" descr=""/>
          <p:cNvGrpSpPr/>
          <p:nvPr/>
        </p:nvGrpSpPr>
        <p:grpSpPr>
          <a:xfrm>
            <a:off x="0" y="0"/>
            <a:ext cx="4804410" cy="10287000"/>
            <a:chOff x="0" y="0"/>
            <a:chExt cx="4804410" cy="10287000"/>
          </a:xfrm>
        </p:grpSpPr>
        <p:sp>
          <p:nvSpPr>
            <p:cNvPr id="335" name="object 335" descr=""/>
            <p:cNvSpPr/>
            <p:nvPr/>
          </p:nvSpPr>
          <p:spPr>
            <a:xfrm>
              <a:off x="0" y="0"/>
              <a:ext cx="2743200" cy="10287000"/>
            </a:xfrm>
            <a:custGeom>
              <a:avLst/>
              <a:gdLst/>
              <a:ahLst/>
              <a:cxnLst/>
              <a:rect l="l" t="t" r="r" b="b"/>
              <a:pathLst>
                <a:path w="2743200" h="10287000">
                  <a:moveTo>
                    <a:pt x="521736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521736" y="0"/>
                  </a:lnTo>
                  <a:lnTo>
                    <a:pt x="2742852" y="5143499"/>
                  </a:lnTo>
                  <a:lnTo>
                    <a:pt x="521736" y="10286999"/>
                  </a:lnTo>
                  <a:close/>
                </a:path>
              </a:pathLst>
            </a:custGeom>
            <a:solidFill>
              <a:srgbClr val="7379A7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1370293" y="1466857"/>
              <a:ext cx="3245485" cy="7353300"/>
            </a:xfrm>
            <a:custGeom>
              <a:avLst/>
              <a:gdLst/>
              <a:ahLst/>
              <a:cxnLst/>
              <a:rect l="l" t="t" r="r" b="b"/>
              <a:pathLst>
                <a:path w="3245485" h="7353300">
                  <a:moveTo>
                    <a:pt x="0" y="53"/>
                  </a:moveTo>
                  <a:lnTo>
                    <a:pt x="1657356" y="0"/>
                  </a:lnTo>
                  <a:lnTo>
                    <a:pt x="3245007" y="3676619"/>
                  </a:lnTo>
                  <a:lnTo>
                    <a:pt x="1657356" y="7353142"/>
                  </a:lnTo>
                  <a:lnTo>
                    <a:pt x="0" y="7353185"/>
                  </a:lnTo>
                  <a:lnTo>
                    <a:pt x="1587650" y="3676619"/>
                  </a:lnTo>
                  <a:lnTo>
                    <a:pt x="0" y="53"/>
                  </a:lnTo>
                </a:path>
              </a:pathLst>
            </a:custGeom>
            <a:ln w="76199">
              <a:solidFill>
                <a:srgbClr val="7379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4122616" y="4802707"/>
              <a:ext cx="681990" cy="681990"/>
            </a:xfrm>
            <a:custGeom>
              <a:avLst/>
              <a:gdLst/>
              <a:ahLst/>
              <a:cxnLst/>
              <a:rect l="l" t="t" r="r" b="b"/>
              <a:pathLst>
                <a:path w="681989" h="681989">
                  <a:moveTo>
                    <a:pt x="340813" y="681626"/>
                  </a:moveTo>
                  <a:lnTo>
                    <a:pt x="0" y="340813"/>
                  </a:lnTo>
                  <a:lnTo>
                    <a:pt x="340813" y="0"/>
                  </a:lnTo>
                  <a:lnTo>
                    <a:pt x="681626" y="340813"/>
                  </a:lnTo>
                  <a:lnTo>
                    <a:pt x="340813" y="681626"/>
                  </a:lnTo>
                  <a:close/>
                </a:path>
              </a:pathLst>
            </a:custGeom>
            <a:solidFill>
              <a:srgbClr val="F7BA83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38" name="object 338" descr=""/>
          <p:cNvPicPr/>
          <p:nvPr/>
        </p:nvPicPr>
        <p:blipFill>
          <a:blip r:embed="rId175" cstate="print"/>
          <a:stretch>
            <a:fillRect/>
          </a:stretch>
        </p:blipFill>
        <p:spPr>
          <a:xfrm>
            <a:off x="14355640" y="0"/>
            <a:ext cx="3932751" cy="2868333"/>
          </a:xfrm>
          <a:prstGeom prst="rect">
            <a:avLst/>
          </a:prstGeom>
        </p:spPr>
      </p:pic>
      <p:pic>
        <p:nvPicPr>
          <p:cNvPr id="339" name="object 339" descr=""/>
          <p:cNvPicPr/>
          <p:nvPr/>
        </p:nvPicPr>
        <p:blipFill>
          <a:blip r:embed="rId176" cstate="print"/>
          <a:stretch>
            <a:fillRect/>
          </a:stretch>
        </p:blipFill>
        <p:spPr>
          <a:xfrm>
            <a:off x="7778246" y="4434961"/>
            <a:ext cx="9810748" cy="5848349"/>
          </a:xfrm>
          <a:prstGeom prst="rect">
            <a:avLst/>
          </a:prstGeom>
        </p:spPr>
      </p:pic>
      <p:sp>
        <p:nvSpPr>
          <p:cNvPr id="340" name="object 340" descr=""/>
          <p:cNvSpPr txBox="1"/>
          <p:nvPr/>
        </p:nvSpPr>
        <p:spPr>
          <a:xfrm>
            <a:off x="4892692" y="1144734"/>
            <a:ext cx="11619230" cy="4866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94640">
              <a:lnSpc>
                <a:spcPct val="113500"/>
              </a:lnSpc>
              <a:spcBef>
                <a:spcPts val="95"/>
              </a:spcBef>
              <a:buChar char="•"/>
              <a:tabLst>
                <a:tab pos="307340" algn="l"/>
              </a:tabLst>
            </a:pP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Approximately</a:t>
            </a:r>
            <a:r>
              <a:rPr dirty="0" sz="2800" spc="4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49</a:t>
            </a:r>
            <a:r>
              <a:rPr dirty="0" sz="2800" spc="4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million</a:t>
            </a:r>
            <a:r>
              <a:rPr dirty="0" sz="2800" spc="4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sepsis</a:t>
            </a:r>
            <a:r>
              <a:rPr dirty="0" sz="2800" spc="4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160">
                <a:solidFill>
                  <a:srgbClr val="2A2A2A"/>
                </a:solidFill>
                <a:latin typeface="Lucida Sans Unicode"/>
                <a:cs typeface="Lucida Sans Unicode"/>
              </a:rPr>
              <a:t>cases</a:t>
            </a:r>
            <a:r>
              <a:rPr dirty="0" sz="2800" spc="40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globally</a:t>
            </a:r>
            <a:r>
              <a:rPr dirty="0" sz="2800" spc="4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(2020)</a:t>
            </a:r>
            <a:r>
              <a:rPr dirty="0" sz="2800" spc="4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with</a:t>
            </a:r>
            <a:r>
              <a:rPr dirty="0" sz="2800" spc="4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730">
                <a:solidFill>
                  <a:srgbClr val="2A2A2A"/>
                </a:solidFill>
                <a:latin typeface="Lucida Sans Unicode"/>
                <a:cs typeface="Lucida Sans Unicode"/>
              </a:rPr>
              <a:t>~11</a:t>
            </a:r>
            <a:r>
              <a:rPr dirty="0" sz="2800" spc="-20">
                <a:solidFill>
                  <a:srgbClr val="2A2A2A"/>
                </a:solidFill>
                <a:latin typeface="Lucida Sans Unicode"/>
                <a:cs typeface="Lucida Sans Unicode"/>
              </a:rPr>
              <a:t> million</a:t>
            </a:r>
            <a:r>
              <a:rPr dirty="0" sz="2800" spc="-17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40">
                <a:solidFill>
                  <a:srgbClr val="2A2A2A"/>
                </a:solidFill>
                <a:latin typeface="Lucida Sans Unicode"/>
                <a:cs typeface="Lucida Sans Unicode"/>
              </a:rPr>
              <a:t>deaths.</a:t>
            </a:r>
            <a:endParaRPr sz="2800">
              <a:latin typeface="Lucida Sans Unicode"/>
              <a:cs typeface="Lucida Sans Unicode"/>
            </a:endParaRPr>
          </a:p>
          <a:p>
            <a:pPr marL="12700" marR="5080" indent="370840">
              <a:lnSpc>
                <a:spcPct val="113500"/>
              </a:lnSpc>
              <a:buChar char="•"/>
              <a:tabLst>
                <a:tab pos="383540" algn="l"/>
                <a:tab pos="1452245" algn="l"/>
                <a:tab pos="3378200" algn="l"/>
                <a:tab pos="4312285" algn="l"/>
                <a:tab pos="6336030" algn="l"/>
                <a:tab pos="7155180" algn="l"/>
                <a:tab pos="8672195" algn="l"/>
                <a:tab pos="10073005" algn="l"/>
              </a:tabLst>
            </a:pPr>
            <a:r>
              <a:rPr dirty="0" sz="2800" spc="-20">
                <a:solidFill>
                  <a:srgbClr val="2A2A2A"/>
                </a:solidFill>
                <a:latin typeface="Lucida Sans Unicode"/>
                <a:cs typeface="Lucida Sans Unicode"/>
              </a:rPr>
              <a:t>Early</a:t>
            </a: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800" spc="55">
                <a:solidFill>
                  <a:srgbClr val="2A2A2A"/>
                </a:solidFill>
                <a:latin typeface="Lucida Sans Unicode"/>
                <a:cs typeface="Lucida Sans Unicode"/>
              </a:rPr>
              <a:t>detection</a:t>
            </a: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800" spc="14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800" spc="70">
                <a:solidFill>
                  <a:srgbClr val="2A2A2A"/>
                </a:solidFill>
                <a:latin typeface="Lucida Sans Unicode"/>
                <a:cs typeface="Lucida Sans Unicode"/>
              </a:rPr>
              <a:t>treatment</a:t>
            </a: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800" spc="100">
                <a:solidFill>
                  <a:srgbClr val="2A2A2A"/>
                </a:solidFill>
                <a:latin typeface="Lucida Sans Unicode"/>
                <a:cs typeface="Lucida Sans Unicode"/>
              </a:rPr>
              <a:t>are</a:t>
            </a: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800" spc="-10">
                <a:solidFill>
                  <a:srgbClr val="2A2A2A"/>
                </a:solidFill>
                <a:latin typeface="Lucida Sans Unicode"/>
                <a:cs typeface="Lucida Sans Unicode"/>
              </a:rPr>
              <a:t>critical;</a:t>
            </a: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800" spc="90">
                <a:solidFill>
                  <a:srgbClr val="2A2A2A"/>
                </a:solidFill>
                <a:latin typeface="Lucida Sans Unicode"/>
                <a:cs typeface="Lucida Sans Unicode"/>
              </a:rPr>
              <a:t>delays</a:t>
            </a: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800" spc="80">
                <a:solidFill>
                  <a:srgbClr val="2A2A2A"/>
                </a:solidFill>
                <a:latin typeface="Lucida Sans Unicode"/>
                <a:cs typeface="Lucida Sans Unicode"/>
              </a:rPr>
              <a:t>increase </a:t>
            </a:r>
            <a:r>
              <a:rPr dirty="0" sz="2800" spc="-10">
                <a:solidFill>
                  <a:srgbClr val="2A2A2A"/>
                </a:solidFill>
                <a:latin typeface="Lucida Sans Unicode"/>
                <a:cs typeface="Lucida Sans Unicode"/>
              </a:rPr>
              <a:t>mortality.</a:t>
            </a:r>
            <a:endParaRPr sz="2800">
              <a:latin typeface="Lucida Sans Unicode"/>
              <a:cs typeface="Lucida Sans Unicode"/>
            </a:endParaRPr>
          </a:p>
          <a:p>
            <a:pPr marL="12700" marR="5080" indent="360045">
              <a:lnSpc>
                <a:spcPct val="113500"/>
              </a:lnSpc>
              <a:buChar char="•"/>
              <a:tabLst>
                <a:tab pos="372745" algn="l"/>
                <a:tab pos="1717039" algn="l"/>
                <a:tab pos="2204085" algn="l"/>
                <a:tab pos="2658745" algn="l"/>
                <a:tab pos="3929379" algn="l"/>
                <a:tab pos="6124575" algn="l"/>
                <a:tab pos="6696075" algn="l"/>
                <a:tab pos="8338184" algn="l"/>
                <a:tab pos="10079990" algn="l"/>
                <a:tab pos="11003280" algn="l"/>
              </a:tabLst>
            </a:pPr>
            <a:r>
              <a:rPr dirty="0" sz="2800" spc="40">
                <a:solidFill>
                  <a:srgbClr val="2A2A2A"/>
                </a:solidFill>
                <a:latin typeface="Lucida Sans Unicode"/>
                <a:cs typeface="Lucida Sans Unicode"/>
              </a:rPr>
              <a:t>Sepsis</a:t>
            </a: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800" spc="-25">
                <a:solidFill>
                  <a:srgbClr val="2A2A2A"/>
                </a:solidFill>
                <a:latin typeface="Lucida Sans Unicode"/>
                <a:cs typeface="Lucida Sans Unicode"/>
              </a:rPr>
              <a:t>is</a:t>
            </a: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800" spc="290">
                <a:solidFill>
                  <a:srgbClr val="2A2A2A"/>
                </a:solidFill>
                <a:latin typeface="Lucida Sans Unicode"/>
                <a:cs typeface="Lucida Sans Unicode"/>
              </a:rPr>
              <a:t>a</a:t>
            </a: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800" spc="65">
                <a:solidFill>
                  <a:srgbClr val="2A2A2A"/>
                </a:solidFill>
                <a:latin typeface="Lucida Sans Unicode"/>
                <a:cs typeface="Lucida Sans Unicode"/>
              </a:rPr>
              <a:t>major</a:t>
            </a: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800" spc="-10">
                <a:solidFill>
                  <a:srgbClr val="2A2A2A"/>
                </a:solidFill>
                <a:latin typeface="Lucida Sans Unicode"/>
                <a:cs typeface="Lucida Sans Unicode"/>
              </a:rPr>
              <a:t>contributor</a:t>
            </a: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800" spc="-25">
                <a:solidFill>
                  <a:srgbClr val="2A2A2A"/>
                </a:solidFill>
                <a:latin typeface="Lucida Sans Unicode"/>
                <a:cs typeface="Lucida Sans Unicode"/>
              </a:rPr>
              <a:t>to</a:t>
            </a: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800" spc="-10">
                <a:solidFill>
                  <a:srgbClr val="2A2A2A"/>
                </a:solidFill>
                <a:latin typeface="Lucida Sans Unicode"/>
                <a:cs typeface="Lucida Sans Unicode"/>
              </a:rPr>
              <a:t>hospital</a:t>
            </a: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800" spc="-10">
                <a:solidFill>
                  <a:srgbClr val="2A2A2A"/>
                </a:solidFill>
                <a:latin typeface="Lucida Sans Unicode"/>
                <a:cs typeface="Lucida Sans Unicode"/>
              </a:rPr>
              <a:t>fatalities</a:t>
            </a: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800" spc="14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2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800" spc="-25">
                <a:solidFill>
                  <a:srgbClr val="2A2A2A"/>
                </a:solidFill>
                <a:latin typeface="Lucida Sans Unicode"/>
                <a:cs typeface="Lucida Sans Unicode"/>
              </a:rPr>
              <a:t>ICU </a:t>
            </a:r>
            <a:r>
              <a:rPr dirty="0" sz="2800" spc="-10">
                <a:solidFill>
                  <a:srgbClr val="2A2A2A"/>
                </a:solidFill>
                <a:latin typeface="Lucida Sans Unicode"/>
                <a:cs typeface="Lucida Sans Unicode"/>
              </a:rPr>
              <a:t>burden.</a:t>
            </a:r>
            <a:endParaRPr sz="2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2800">
              <a:latin typeface="Lucida Sans Unicode"/>
              <a:cs typeface="Lucida Sans Unicode"/>
            </a:endParaRPr>
          </a:p>
          <a:p>
            <a:pPr marL="111125" marR="6033135">
              <a:lnSpc>
                <a:spcPct val="102099"/>
              </a:lnSpc>
            </a:pPr>
            <a:r>
              <a:rPr dirty="0" sz="4000" spc="-70" b="1">
                <a:solidFill>
                  <a:srgbClr val="7379A7"/>
                </a:solidFill>
                <a:latin typeface="Tahoma"/>
                <a:cs typeface="Tahoma"/>
              </a:rPr>
              <a:t>Limitatiofis</a:t>
            </a:r>
            <a:r>
              <a:rPr dirty="0" sz="4000" spc="-295" b="1">
                <a:solidFill>
                  <a:srgbClr val="7379A7"/>
                </a:solidFill>
                <a:latin typeface="Tahoma"/>
                <a:cs typeface="Tahoma"/>
              </a:rPr>
              <a:t> </a:t>
            </a:r>
            <a:r>
              <a:rPr dirty="0" sz="4000" spc="-75" b="1">
                <a:solidFill>
                  <a:srgbClr val="7379A7"/>
                </a:solidFill>
                <a:latin typeface="Tahoma"/>
                <a:cs typeface="Tahoma"/>
              </a:rPr>
              <a:t>of</a:t>
            </a:r>
            <a:r>
              <a:rPr dirty="0" sz="4000" spc="-290" b="1">
                <a:solidFill>
                  <a:srgbClr val="7379A7"/>
                </a:solidFill>
                <a:latin typeface="Tahoma"/>
                <a:cs typeface="Tahoma"/>
              </a:rPr>
              <a:t> </a:t>
            </a:r>
            <a:r>
              <a:rPr dirty="0" sz="4000" spc="-10" b="1">
                <a:solidFill>
                  <a:srgbClr val="7379A7"/>
                </a:solidFill>
                <a:latin typeface="Tahoma"/>
                <a:cs typeface="Tahoma"/>
              </a:rPr>
              <a:t>Currefit Diagfiostics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41" name="object 341"/>
          <p:cNvSpPr txBox="1">
            <a:spLocks noGrp="1"/>
          </p:cNvSpPr>
          <p:nvPr>
            <p:ph type="title"/>
          </p:nvPr>
        </p:nvSpPr>
        <p:spPr>
          <a:xfrm>
            <a:off x="3367379" y="244093"/>
            <a:ext cx="7769859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latin typeface="Tahoma"/>
                <a:cs typeface="Tahoma"/>
              </a:rPr>
              <a:t>Clifiical</a:t>
            </a:r>
            <a:r>
              <a:rPr dirty="0" sz="4800" spc="-340">
                <a:latin typeface="Tahoma"/>
                <a:cs typeface="Tahoma"/>
              </a:rPr>
              <a:t> </a:t>
            </a:r>
            <a:r>
              <a:rPr dirty="0" sz="4800" spc="-30">
                <a:latin typeface="Tahoma"/>
                <a:cs typeface="Tahoma"/>
              </a:rPr>
              <a:t>Urgeficy</a:t>
            </a:r>
            <a:r>
              <a:rPr dirty="0" sz="4800" spc="-340">
                <a:latin typeface="Tahoma"/>
                <a:cs typeface="Tahoma"/>
              </a:rPr>
              <a:t> </a:t>
            </a:r>
            <a:r>
              <a:rPr dirty="0" sz="4800" spc="-90">
                <a:latin typeface="Tahoma"/>
                <a:cs typeface="Tahoma"/>
              </a:rPr>
              <a:t>of</a:t>
            </a:r>
            <a:r>
              <a:rPr dirty="0" sz="4800" spc="-335">
                <a:latin typeface="Tahoma"/>
                <a:cs typeface="Tahoma"/>
              </a:rPr>
              <a:t> </a:t>
            </a:r>
            <a:r>
              <a:rPr dirty="0" sz="4800" spc="-10">
                <a:latin typeface="Tahoma"/>
                <a:cs typeface="Tahoma"/>
              </a:rPr>
              <a:t>Sepsis</a:t>
            </a:r>
            <a:endParaRPr sz="4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0339" rIns="0" bIns="0" rtlCol="0" vert="horz">
            <a:spAutoFit/>
          </a:bodyPr>
          <a:lstStyle/>
          <a:p>
            <a:pPr marL="561975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latin typeface="Tahoma"/>
                <a:cs typeface="Tahoma"/>
              </a:rPr>
              <a:t>Why</a:t>
            </a:r>
            <a:r>
              <a:rPr dirty="0" sz="4800" spc="-185">
                <a:latin typeface="Tahoma"/>
                <a:cs typeface="Tahoma"/>
              </a:rPr>
              <a:t> </a:t>
            </a:r>
            <a:r>
              <a:rPr dirty="0" sz="4800">
                <a:latin typeface="Tahoma"/>
                <a:cs typeface="Tahoma"/>
              </a:rPr>
              <a:t>Bacterial-</a:t>
            </a:r>
            <a:r>
              <a:rPr dirty="0" sz="4800" spc="-10">
                <a:latin typeface="Tahoma"/>
                <a:cs typeface="Tahoma"/>
              </a:rPr>
              <a:t>Specific</a:t>
            </a:r>
            <a:r>
              <a:rPr dirty="0" sz="4800" spc="-175">
                <a:latin typeface="Tahoma"/>
                <a:cs typeface="Tahoma"/>
              </a:rPr>
              <a:t> </a:t>
            </a:r>
            <a:r>
              <a:rPr dirty="0" sz="4800" spc="-10">
                <a:latin typeface="Tahoma"/>
                <a:cs typeface="Tahoma"/>
              </a:rPr>
              <a:t>Biomarkers?</a:t>
            </a:r>
            <a:endParaRPr sz="48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976" y="1994320"/>
            <a:ext cx="126129" cy="12612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90450" y="1734154"/>
            <a:ext cx="14069694" cy="211582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Early</a:t>
            </a:r>
            <a:r>
              <a:rPr dirty="0" sz="3000" spc="-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70">
                <a:solidFill>
                  <a:srgbClr val="2A2A2A"/>
                </a:solidFill>
                <a:latin typeface="Lucida Sans Unicode"/>
                <a:cs typeface="Lucida Sans Unicode"/>
              </a:rPr>
              <a:t>diagnosis</a:t>
            </a:r>
            <a:r>
              <a:rPr dirty="0" sz="3000" spc="-8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19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3000" spc="-8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95">
                <a:solidFill>
                  <a:srgbClr val="2A2A2A"/>
                </a:solidFill>
                <a:latin typeface="Lucida Sans Unicode"/>
                <a:cs typeface="Lucida Sans Unicode"/>
              </a:rPr>
              <a:t>improved</a:t>
            </a:r>
            <a:r>
              <a:rPr dirty="0" sz="3000" spc="-8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60">
                <a:solidFill>
                  <a:srgbClr val="2A2A2A"/>
                </a:solidFill>
                <a:latin typeface="Lucida Sans Unicode"/>
                <a:cs typeface="Lucida Sans Unicode"/>
              </a:rPr>
              <a:t>clinical</a:t>
            </a:r>
            <a:r>
              <a:rPr dirty="0" sz="3000" spc="-8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65">
                <a:solidFill>
                  <a:srgbClr val="2A2A2A"/>
                </a:solidFill>
                <a:latin typeface="Lucida Sans Unicode"/>
                <a:cs typeface="Lucida Sans Unicode"/>
              </a:rPr>
              <a:t>outcomes.</a:t>
            </a:r>
            <a:endParaRPr sz="3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Directly</a:t>
            </a:r>
            <a:r>
              <a:rPr dirty="0" sz="30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95">
                <a:solidFill>
                  <a:srgbClr val="2A2A2A"/>
                </a:solidFill>
                <a:latin typeface="Lucida Sans Unicode"/>
                <a:cs typeface="Lucida Sans Unicode"/>
              </a:rPr>
              <a:t>indicate</a:t>
            </a:r>
            <a:r>
              <a:rPr dirty="0" sz="3000" spc="-1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70">
                <a:solidFill>
                  <a:srgbClr val="2A2A2A"/>
                </a:solidFill>
                <a:latin typeface="Lucida Sans Unicode"/>
                <a:cs typeface="Lucida Sans Unicode"/>
              </a:rPr>
              <a:t>the</a:t>
            </a:r>
            <a:r>
              <a:rPr dirty="0" sz="30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125">
                <a:solidFill>
                  <a:srgbClr val="2A2A2A"/>
                </a:solidFill>
                <a:latin typeface="Lucida Sans Unicode"/>
                <a:cs typeface="Lucida Sans Unicode"/>
              </a:rPr>
              <a:t>presence</a:t>
            </a:r>
            <a:r>
              <a:rPr dirty="0" sz="3000" spc="-1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of</a:t>
            </a:r>
            <a:r>
              <a:rPr dirty="0" sz="30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140">
                <a:solidFill>
                  <a:srgbClr val="2A2A2A"/>
                </a:solidFill>
                <a:latin typeface="Lucida Sans Unicode"/>
                <a:cs typeface="Lucida Sans Unicode"/>
              </a:rPr>
              <a:t>bacteria</a:t>
            </a:r>
            <a:r>
              <a:rPr dirty="0" sz="3000" spc="-1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120">
                <a:solidFill>
                  <a:srgbClr val="2A2A2A"/>
                </a:solidFill>
                <a:latin typeface="Lucida Sans Unicode"/>
                <a:cs typeface="Lucida Sans Unicode"/>
              </a:rPr>
              <a:t>(not</a:t>
            </a:r>
            <a:r>
              <a:rPr dirty="0" sz="30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0">
                <a:solidFill>
                  <a:srgbClr val="2A2A2A"/>
                </a:solidFill>
                <a:latin typeface="Lucida Sans Unicode"/>
                <a:cs typeface="Lucida Sans Unicode"/>
              </a:rPr>
              <a:t>just</a:t>
            </a:r>
            <a:r>
              <a:rPr dirty="0" sz="3000" spc="-1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host</a:t>
            </a:r>
            <a:r>
              <a:rPr dirty="0" sz="30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65">
                <a:solidFill>
                  <a:srgbClr val="2A2A2A"/>
                </a:solidFill>
                <a:latin typeface="Lucida Sans Unicode"/>
                <a:cs typeface="Lucida Sans Unicode"/>
              </a:rPr>
              <a:t>inflammation).</a:t>
            </a:r>
            <a:endParaRPr sz="3000">
              <a:latin typeface="Lucida Sans Unicode"/>
              <a:cs typeface="Lucida Sans Unicode"/>
            </a:endParaRPr>
          </a:p>
          <a:p>
            <a:pPr marL="12700" marR="5080" indent="314960">
              <a:lnSpc>
                <a:spcPct val="114300"/>
              </a:lnSpc>
              <a:tabLst>
                <a:tab pos="1938655" algn="l"/>
                <a:tab pos="3351529" algn="l"/>
                <a:tab pos="6271260" algn="l"/>
                <a:tab pos="8035290" algn="l"/>
                <a:tab pos="10819130" algn="l"/>
              </a:tabLst>
            </a:pPr>
            <a:r>
              <a:rPr dirty="0" sz="3000" spc="80">
                <a:solidFill>
                  <a:srgbClr val="2A2A2A"/>
                </a:solidFill>
                <a:latin typeface="Lucida Sans Unicode"/>
                <a:cs typeface="Lucida Sans Unicode"/>
              </a:rPr>
              <a:t>Enable</a:t>
            </a: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3000" spc="165">
                <a:solidFill>
                  <a:srgbClr val="2A2A2A"/>
                </a:solidFill>
                <a:latin typeface="Lucida Sans Unicode"/>
                <a:cs typeface="Lucida Sans Unicode"/>
              </a:rPr>
              <a:t>Gram</a:t>
            </a: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3000" spc="-10">
                <a:solidFill>
                  <a:srgbClr val="2A2A2A"/>
                </a:solidFill>
                <a:latin typeface="Lucida Sans Unicode"/>
                <a:cs typeface="Lucida Sans Unicode"/>
              </a:rPr>
              <a:t>classification.</a:t>
            </a: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3000" spc="120">
                <a:solidFill>
                  <a:srgbClr val="2A2A2A"/>
                </a:solidFill>
                <a:latin typeface="Lucida Sans Unicode"/>
                <a:cs typeface="Lucida Sans Unicode"/>
              </a:rPr>
              <a:t>Reduce</a:t>
            </a: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3000" spc="110">
                <a:solidFill>
                  <a:srgbClr val="2A2A2A"/>
                </a:solidFill>
                <a:latin typeface="Lucida Sans Unicode"/>
                <a:cs typeface="Lucida Sans Unicode"/>
              </a:rPr>
              <a:t>unnecessary</a:t>
            </a:r>
            <a:r>
              <a:rPr dirty="0" sz="30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3000" spc="90">
                <a:solidFill>
                  <a:srgbClr val="2A2A2A"/>
                </a:solidFill>
                <a:latin typeface="Lucida Sans Unicode"/>
                <a:cs typeface="Lucida Sans Unicode"/>
              </a:rPr>
              <a:t>broad-</a:t>
            </a:r>
            <a:r>
              <a:rPr dirty="0" sz="3000" spc="100">
                <a:solidFill>
                  <a:srgbClr val="2A2A2A"/>
                </a:solidFill>
                <a:latin typeface="Lucida Sans Unicode"/>
                <a:cs typeface="Lucida Sans Unicode"/>
              </a:rPr>
              <a:t>spectrum </a:t>
            </a:r>
            <a:r>
              <a:rPr dirty="0" sz="3000" spc="45">
                <a:solidFill>
                  <a:srgbClr val="2A2A2A"/>
                </a:solidFill>
                <a:latin typeface="Lucida Sans Unicode"/>
                <a:cs typeface="Lucida Sans Unicode"/>
              </a:rPr>
              <a:t>antibiotic</a:t>
            </a:r>
            <a:r>
              <a:rPr dirty="0" sz="30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95">
                <a:solidFill>
                  <a:srgbClr val="2A2A2A"/>
                </a:solidFill>
                <a:latin typeface="Lucida Sans Unicode"/>
                <a:cs typeface="Lucida Sans Unicode"/>
              </a:rPr>
              <a:t>use</a:t>
            </a:r>
            <a:r>
              <a:rPr dirty="0" sz="3000" spc="-1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19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30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190">
                <a:solidFill>
                  <a:srgbClr val="2A2A2A"/>
                </a:solidFill>
                <a:latin typeface="Lucida Sans Unicode"/>
                <a:cs typeface="Lucida Sans Unicode"/>
              </a:rPr>
              <a:t>combat</a:t>
            </a:r>
            <a:r>
              <a:rPr dirty="0" sz="3000" spc="-1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20">
                <a:solidFill>
                  <a:srgbClr val="2A2A2A"/>
                </a:solidFill>
                <a:latin typeface="Lucida Sans Unicode"/>
                <a:cs typeface="Lucida Sans Unicode"/>
              </a:rPr>
              <a:t>AMR.</a:t>
            </a:r>
            <a:endParaRPr sz="3000">
              <a:latin typeface="Lucida Sans Unicode"/>
              <a:cs typeface="Lucida Sans Unicode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9976" y="2516856"/>
            <a:ext cx="126129" cy="12612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9976" y="3039391"/>
            <a:ext cx="126129" cy="12612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46433" y="4560379"/>
            <a:ext cx="10286999" cy="50387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7959125"/>
            <a:ext cx="97790" cy="173355"/>
          </a:xfrm>
          <a:custGeom>
            <a:avLst/>
            <a:gdLst/>
            <a:ahLst/>
            <a:cxnLst/>
            <a:rect l="l" t="t" r="r" b="b"/>
            <a:pathLst>
              <a:path w="97790" h="173354">
                <a:moveTo>
                  <a:pt x="71527" y="172959"/>
                </a:moveTo>
                <a:lnTo>
                  <a:pt x="0" y="140528"/>
                </a:lnTo>
                <a:lnTo>
                  <a:pt x="0" y="0"/>
                </a:lnTo>
                <a:lnTo>
                  <a:pt x="97425" y="44993"/>
                </a:lnTo>
                <a:lnTo>
                  <a:pt x="78644" y="139111"/>
                </a:lnTo>
                <a:lnTo>
                  <a:pt x="71527" y="17295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24920" y="8121929"/>
            <a:ext cx="241935" cy="229235"/>
          </a:xfrm>
          <a:custGeom>
            <a:avLst/>
            <a:gdLst/>
            <a:ahLst/>
            <a:cxnLst/>
            <a:rect l="l" t="t" r="r" b="b"/>
            <a:pathLst>
              <a:path w="241934" h="229234">
                <a:moveTo>
                  <a:pt x="217339" y="229019"/>
                </a:moveTo>
                <a:lnTo>
                  <a:pt x="0" y="126950"/>
                </a:lnTo>
                <a:lnTo>
                  <a:pt x="24882" y="0"/>
                </a:lnTo>
                <a:lnTo>
                  <a:pt x="25390" y="0"/>
                </a:lnTo>
                <a:lnTo>
                  <a:pt x="241714" y="103083"/>
                </a:lnTo>
                <a:lnTo>
                  <a:pt x="217339" y="22901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95654" y="8346885"/>
            <a:ext cx="240665" cy="229235"/>
          </a:xfrm>
          <a:custGeom>
            <a:avLst/>
            <a:gdLst/>
            <a:ahLst/>
            <a:cxnLst/>
            <a:rect l="l" t="t" r="r" b="b"/>
            <a:pathLst>
              <a:path w="240665" h="229234">
                <a:moveTo>
                  <a:pt x="217339" y="229019"/>
                </a:moveTo>
                <a:lnTo>
                  <a:pt x="0" y="124919"/>
                </a:lnTo>
                <a:lnTo>
                  <a:pt x="23358" y="0"/>
                </a:lnTo>
                <a:lnTo>
                  <a:pt x="23866" y="0"/>
                </a:lnTo>
                <a:lnTo>
                  <a:pt x="240190" y="104607"/>
                </a:lnTo>
                <a:lnTo>
                  <a:pt x="217339" y="22901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266387" y="8573873"/>
            <a:ext cx="239395" cy="226695"/>
          </a:xfrm>
          <a:custGeom>
            <a:avLst/>
            <a:gdLst/>
            <a:ahLst/>
            <a:cxnLst/>
            <a:rect l="l" t="t" r="r" b="b"/>
            <a:pathLst>
              <a:path w="239394" h="226695">
                <a:moveTo>
                  <a:pt x="217339" y="226480"/>
                </a:moveTo>
                <a:lnTo>
                  <a:pt x="0" y="123396"/>
                </a:lnTo>
                <a:lnTo>
                  <a:pt x="22343" y="0"/>
                </a:lnTo>
                <a:lnTo>
                  <a:pt x="22850" y="0"/>
                </a:lnTo>
                <a:lnTo>
                  <a:pt x="239174" y="103591"/>
                </a:lnTo>
                <a:lnTo>
                  <a:pt x="217339" y="22648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737119" y="8796797"/>
            <a:ext cx="238125" cy="222250"/>
          </a:xfrm>
          <a:custGeom>
            <a:avLst/>
            <a:gdLst/>
            <a:ahLst/>
            <a:cxnLst/>
            <a:rect l="l" t="t" r="r" b="b"/>
            <a:pathLst>
              <a:path w="238125" h="222250">
                <a:moveTo>
                  <a:pt x="217339" y="221910"/>
                </a:moveTo>
                <a:lnTo>
                  <a:pt x="0" y="122380"/>
                </a:lnTo>
                <a:lnTo>
                  <a:pt x="20820" y="0"/>
                </a:lnTo>
                <a:lnTo>
                  <a:pt x="21327" y="0"/>
                </a:lnTo>
                <a:lnTo>
                  <a:pt x="237651" y="100037"/>
                </a:lnTo>
                <a:lnTo>
                  <a:pt x="217339" y="22191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7852" y="9010583"/>
            <a:ext cx="236128" cy="2148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8077" y="9208118"/>
            <a:ext cx="235112" cy="20566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49317" y="9384326"/>
            <a:ext cx="233589" cy="19398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19543" y="9532097"/>
            <a:ext cx="232573" cy="180777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90276" y="9645844"/>
            <a:ext cx="231050" cy="16605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61008" y="9719983"/>
            <a:ext cx="229526" cy="14878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31742" y="9743850"/>
            <a:ext cx="228511" cy="137098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502475" y="9699163"/>
            <a:ext cx="226987" cy="15741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973207" y="9609790"/>
            <a:ext cx="225464" cy="17570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443433" y="9483855"/>
            <a:ext cx="224448" cy="191949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914674" y="9325420"/>
            <a:ext cx="222925" cy="205660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384899" y="9141089"/>
            <a:ext cx="221909" cy="217847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855632" y="8937459"/>
            <a:ext cx="220386" cy="227496"/>
          </a:xfrm>
          <a:prstGeom prst="rect">
            <a:avLst/>
          </a:prstGeom>
        </p:spPr>
      </p:pic>
      <p:sp>
        <p:nvSpPr>
          <p:cNvPr id="20" name="object 20" descr=""/>
          <p:cNvSpPr/>
          <p:nvPr/>
        </p:nvSpPr>
        <p:spPr>
          <a:xfrm>
            <a:off x="8326365" y="8719612"/>
            <a:ext cx="219075" cy="234950"/>
          </a:xfrm>
          <a:custGeom>
            <a:avLst/>
            <a:gdLst/>
            <a:ahLst/>
            <a:cxnLst/>
            <a:rect l="l" t="t" r="r" b="b"/>
            <a:pathLst>
              <a:path w="219075" h="234950">
                <a:moveTo>
                  <a:pt x="0" y="234605"/>
                </a:moveTo>
                <a:lnTo>
                  <a:pt x="2539" y="101560"/>
                </a:lnTo>
                <a:lnTo>
                  <a:pt x="171551" y="22505"/>
                </a:lnTo>
                <a:lnTo>
                  <a:pt x="218862" y="0"/>
                </a:lnTo>
                <a:lnTo>
                  <a:pt x="217339" y="133552"/>
                </a:lnTo>
                <a:lnTo>
                  <a:pt x="0" y="23460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8797605" y="8494148"/>
            <a:ext cx="217804" cy="238760"/>
          </a:xfrm>
          <a:custGeom>
            <a:avLst/>
            <a:gdLst/>
            <a:ahLst/>
            <a:cxnLst/>
            <a:rect l="l" t="t" r="r" b="b"/>
            <a:pathLst>
              <a:path w="217804" h="238759">
                <a:moveTo>
                  <a:pt x="0" y="238667"/>
                </a:moveTo>
                <a:lnTo>
                  <a:pt x="1015" y="104607"/>
                </a:lnTo>
                <a:lnTo>
                  <a:pt x="217338" y="0"/>
                </a:lnTo>
                <a:lnTo>
                  <a:pt x="217338" y="135075"/>
                </a:lnTo>
                <a:lnTo>
                  <a:pt x="0" y="23866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9267830" y="8267160"/>
            <a:ext cx="217804" cy="240665"/>
          </a:xfrm>
          <a:custGeom>
            <a:avLst/>
            <a:gdLst/>
            <a:ahLst/>
            <a:cxnLst/>
            <a:rect l="l" t="t" r="r" b="b"/>
            <a:pathLst>
              <a:path w="217804" h="240665">
                <a:moveTo>
                  <a:pt x="0" y="240190"/>
                </a:moveTo>
                <a:lnTo>
                  <a:pt x="0" y="104099"/>
                </a:lnTo>
                <a:lnTo>
                  <a:pt x="1" y="104607"/>
                </a:lnTo>
                <a:lnTo>
                  <a:pt x="216324" y="0"/>
                </a:lnTo>
                <a:lnTo>
                  <a:pt x="217339" y="136598"/>
                </a:lnTo>
                <a:lnTo>
                  <a:pt x="0" y="24019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9737041" y="8044743"/>
            <a:ext cx="219075" cy="240029"/>
          </a:xfrm>
          <a:custGeom>
            <a:avLst/>
            <a:gdLst/>
            <a:ahLst/>
            <a:cxnLst/>
            <a:rect l="l" t="t" r="r" b="b"/>
            <a:pathLst>
              <a:path w="219075" h="240029">
                <a:moveTo>
                  <a:pt x="1523" y="239682"/>
                </a:moveTo>
                <a:lnTo>
                  <a:pt x="0" y="101560"/>
                </a:lnTo>
                <a:lnTo>
                  <a:pt x="216324" y="0"/>
                </a:lnTo>
                <a:lnTo>
                  <a:pt x="218862" y="138630"/>
                </a:lnTo>
                <a:lnTo>
                  <a:pt x="1523" y="23968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object 24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205743" y="7832989"/>
            <a:ext cx="220386" cy="235112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675460" y="7636978"/>
            <a:ext cx="221909" cy="228511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44670" y="7463816"/>
            <a:ext cx="222924" cy="217847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613878" y="7320109"/>
            <a:ext cx="224449" cy="204136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2083622" y="7209407"/>
            <a:ext cx="225437" cy="187379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2552806" y="7140854"/>
            <a:ext cx="226987" cy="167067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3022016" y="7118511"/>
            <a:ext cx="228511" cy="143200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3491734" y="7118003"/>
            <a:ext cx="229526" cy="142692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3960943" y="7117495"/>
            <a:ext cx="231049" cy="145231"/>
          </a:xfrm>
          <a:prstGeom prst="rect">
            <a:avLst/>
          </a:prstGeom>
        </p:spPr>
      </p:pic>
      <p:sp>
        <p:nvSpPr>
          <p:cNvPr id="33" name="object 33" descr=""/>
          <p:cNvSpPr/>
          <p:nvPr/>
        </p:nvSpPr>
        <p:spPr>
          <a:xfrm>
            <a:off x="14430153" y="7118003"/>
            <a:ext cx="233045" cy="146050"/>
          </a:xfrm>
          <a:custGeom>
            <a:avLst/>
            <a:gdLst/>
            <a:ahLst/>
            <a:cxnLst/>
            <a:rect l="l" t="t" r="r" b="b"/>
            <a:pathLst>
              <a:path w="233044" h="146050">
                <a:moveTo>
                  <a:pt x="232573" y="145739"/>
                </a:moveTo>
                <a:lnTo>
                  <a:pt x="15233" y="145739"/>
                </a:lnTo>
                <a:lnTo>
                  <a:pt x="0" y="507"/>
                </a:lnTo>
                <a:lnTo>
                  <a:pt x="506" y="0"/>
                </a:lnTo>
                <a:lnTo>
                  <a:pt x="216831" y="0"/>
                </a:lnTo>
                <a:lnTo>
                  <a:pt x="232573" y="14573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14899360" y="7117495"/>
            <a:ext cx="233679" cy="146050"/>
          </a:xfrm>
          <a:custGeom>
            <a:avLst/>
            <a:gdLst/>
            <a:ahLst/>
            <a:cxnLst/>
            <a:rect l="l" t="t" r="r" b="b"/>
            <a:pathLst>
              <a:path w="233680" h="146050">
                <a:moveTo>
                  <a:pt x="233589" y="145739"/>
                </a:moveTo>
                <a:lnTo>
                  <a:pt x="16250" y="145739"/>
                </a:lnTo>
                <a:lnTo>
                  <a:pt x="0" y="0"/>
                </a:lnTo>
                <a:lnTo>
                  <a:pt x="508" y="507"/>
                </a:lnTo>
                <a:lnTo>
                  <a:pt x="216832" y="507"/>
                </a:lnTo>
                <a:lnTo>
                  <a:pt x="233589" y="14573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15368570" y="7118003"/>
            <a:ext cx="235585" cy="144780"/>
          </a:xfrm>
          <a:custGeom>
            <a:avLst/>
            <a:gdLst/>
            <a:ahLst/>
            <a:cxnLst/>
            <a:rect l="l" t="t" r="r" b="b"/>
            <a:pathLst>
              <a:path w="235584" h="144779">
                <a:moveTo>
                  <a:pt x="17773" y="144723"/>
                </a:moveTo>
                <a:lnTo>
                  <a:pt x="0" y="0"/>
                </a:lnTo>
                <a:lnTo>
                  <a:pt x="508" y="0"/>
                </a:lnTo>
                <a:lnTo>
                  <a:pt x="216832" y="0"/>
                </a:lnTo>
                <a:lnTo>
                  <a:pt x="235113" y="144215"/>
                </a:lnTo>
                <a:lnTo>
                  <a:pt x="17773" y="14472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6" name="object 36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5838797" y="7118003"/>
            <a:ext cx="236127" cy="143200"/>
          </a:xfrm>
          <a:prstGeom prst="rect">
            <a:avLst/>
          </a:prstGeom>
        </p:spPr>
      </p:pic>
      <p:sp>
        <p:nvSpPr>
          <p:cNvPr id="37" name="object 37" descr=""/>
          <p:cNvSpPr/>
          <p:nvPr/>
        </p:nvSpPr>
        <p:spPr>
          <a:xfrm>
            <a:off x="16307499" y="7117495"/>
            <a:ext cx="238125" cy="140970"/>
          </a:xfrm>
          <a:custGeom>
            <a:avLst/>
            <a:gdLst/>
            <a:ahLst/>
            <a:cxnLst/>
            <a:rect l="l" t="t" r="r" b="b"/>
            <a:pathLst>
              <a:path w="238125" h="140970">
                <a:moveTo>
                  <a:pt x="20311" y="140661"/>
                </a:moveTo>
                <a:lnTo>
                  <a:pt x="0" y="0"/>
                </a:lnTo>
                <a:lnTo>
                  <a:pt x="506" y="507"/>
                </a:lnTo>
                <a:lnTo>
                  <a:pt x="216830" y="507"/>
                </a:lnTo>
                <a:lnTo>
                  <a:pt x="237651" y="139645"/>
                </a:lnTo>
                <a:lnTo>
                  <a:pt x="20311" y="14066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16776707" y="7118003"/>
            <a:ext cx="239395" cy="138430"/>
          </a:xfrm>
          <a:custGeom>
            <a:avLst/>
            <a:gdLst/>
            <a:ahLst/>
            <a:cxnLst/>
            <a:rect l="l" t="t" r="r" b="b"/>
            <a:pathLst>
              <a:path w="239394" h="138429">
                <a:moveTo>
                  <a:pt x="21835" y="138122"/>
                </a:moveTo>
                <a:lnTo>
                  <a:pt x="0" y="507"/>
                </a:lnTo>
                <a:lnTo>
                  <a:pt x="506" y="0"/>
                </a:lnTo>
                <a:lnTo>
                  <a:pt x="216830" y="0"/>
                </a:lnTo>
                <a:lnTo>
                  <a:pt x="239174" y="136598"/>
                </a:lnTo>
                <a:lnTo>
                  <a:pt x="21835" y="13812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17245914" y="7118003"/>
            <a:ext cx="240665" cy="135255"/>
          </a:xfrm>
          <a:custGeom>
            <a:avLst/>
            <a:gdLst/>
            <a:ahLst/>
            <a:cxnLst/>
            <a:rect l="l" t="t" r="r" b="b"/>
            <a:pathLst>
              <a:path w="240665" h="135254">
                <a:moveTo>
                  <a:pt x="22851" y="135075"/>
                </a:moveTo>
                <a:lnTo>
                  <a:pt x="0" y="507"/>
                </a:lnTo>
                <a:lnTo>
                  <a:pt x="508" y="0"/>
                </a:lnTo>
                <a:lnTo>
                  <a:pt x="216832" y="0"/>
                </a:lnTo>
                <a:lnTo>
                  <a:pt x="240191" y="133551"/>
                </a:lnTo>
                <a:lnTo>
                  <a:pt x="22851" y="13507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17715633" y="7118003"/>
            <a:ext cx="241935" cy="132080"/>
          </a:xfrm>
          <a:custGeom>
            <a:avLst/>
            <a:gdLst/>
            <a:ahLst/>
            <a:cxnLst/>
            <a:rect l="l" t="t" r="r" b="b"/>
            <a:pathLst>
              <a:path w="241934" h="132079">
                <a:moveTo>
                  <a:pt x="24375" y="132028"/>
                </a:moveTo>
                <a:lnTo>
                  <a:pt x="0" y="507"/>
                </a:lnTo>
                <a:lnTo>
                  <a:pt x="508" y="0"/>
                </a:lnTo>
                <a:lnTo>
                  <a:pt x="216832" y="0"/>
                </a:lnTo>
                <a:lnTo>
                  <a:pt x="241714" y="130505"/>
                </a:lnTo>
                <a:lnTo>
                  <a:pt x="24375" y="13202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1" name="object 41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8185643" y="7119018"/>
            <a:ext cx="102354" cy="126443"/>
          </a:xfrm>
          <a:prstGeom prst="rect">
            <a:avLst/>
          </a:prstGeom>
        </p:spPr>
      </p:pic>
      <p:sp>
        <p:nvSpPr>
          <p:cNvPr id="42" name="object 42" descr=""/>
          <p:cNvSpPr/>
          <p:nvPr/>
        </p:nvSpPr>
        <p:spPr>
          <a:xfrm>
            <a:off x="0" y="8259229"/>
            <a:ext cx="41910" cy="140970"/>
          </a:xfrm>
          <a:custGeom>
            <a:avLst/>
            <a:gdLst/>
            <a:ahLst/>
            <a:cxnLst/>
            <a:rect l="l" t="t" r="r" b="b"/>
            <a:pathLst>
              <a:path w="41910" h="140970">
                <a:moveTo>
                  <a:pt x="15669" y="140468"/>
                </a:moveTo>
                <a:lnTo>
                  <a:pt x="0" y="133629"/>
                </a:lnTo>
                <a:lnTo>
                  <a:pt x="0" y="0"/>
                </a:lnTo>
                <a:lnTo>
                  <a:pt x="41567" y="18595"/>
                </a:lnTo>
                <a:lnTo>
                  <a:pt x="15669" y="14046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3" name="object 43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71093" y="8393095"/>
            <a:ext cx="242729" cy="218863"/>
          </a:xfrm>
          <a:prstGeom prst="rect">
            <a:avLst/>
          </a:prstGeom>
        </p:spPr>
      </p:pic>
      <p:sp>
        <p:nvSpPr>
          <p:cNvPr id="44" name="object 44" descr=""/>
          <p:cNvSpPr/>
          <p:nvPr/>
        </p:nvSpPr>
        <p:spPr>
          <a:xfrm>
            <a:off x="744365" y="8612974"/>
            <a:ext cx="241935" cy="218440"/>
          </a:xfrm>
          <a:custGeom>
            <a:avLst/>
            <a:gdLst/>
            <a:ahLst/>
            <a:cxnLst/>
            <a:rect l="l" t="t" r="r" b="b"/>
            <a:pathLst>
              <a:path w="241934" h="218440">
                <a:moveTo>
                  <a:pt x="218355" y="217847"/>
                </a:moveTo>
                <a:lnTo>
                  <a:pt x="0" y="116794"/>
                </a:lnTo>
                <a:lnTo>
                  <a:pt x="23866" y="0"/>
                </a:lnTo>
                <a:lnTo>
                  <a:pt x="241714" y="102576"/>
                </a:lnTo>
                <a:lnTo>
                  <a:pt x="224790" y="187411"/>
                </a:lnTo>
                <a:lnTo>
                  <a:pt x="218355" y="21784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1218145" y="8835391"/>
            <a:ext cx="240665" cy="214629"/>
          </a:xfrm>
          <a:custGeom>
            <a:avLst/>
            <a:gdLst/>
            <a:ahLst/>
            <a:cxnLst/>
            <a:rect l="l" t="t" r="r" b="b"/>
            <a:pathLst>
              <a:path w="240665" h="214629">
                <a:moveTo>
                  <a:pt x="218355" y="214292"/>
                </a:moveTo>
                <a:lnTo>
                  <a:pt x="0" y="113748"/>
                </a:lnTo>
                <a:lnTo>
                  <a:pt x="16495" y="31198"/>
                </a:lnTo>
                <a:lnTo>
                  <a:pt x="22343" y="0"/>
                </a:lnTo>
                <a:lnTo>
                  <a:pt x="240190" y="102068"/>
                </a:lnTo>
                <a:lnTo>
                  <a:pt x="218355" y="21429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object 46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691417" y="9054762"/>
            <a:ext cx="239175" cy="208199"/>
          </a:xfrm>
          <a:prstGeom prst="rect">
            <a:avLst/>
          </a:prstGeom>
        </p:spPr>
      </p:pic>
      <p:pic>
        <p:nvPicPr>
          <p:cNvPr id="47" name="object 47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165197" y="9266008"/>
            <a:ext cx="237651" cy="200581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638976" y="9462020"/>
            <a:ext cx="236128" cy="189917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112248" y="9638227"/>
            <a:ext cx="235112" cy="178238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586028" y="9788028"/>
            <a:ext cx="233589" cy="165035"/>
          </a:xfrm>
          <a:prstGeom prst="rect">
            <a:avLst/>
          </a:prstGeom>
        </p:spPr>
      </p:pic>
      <p:pic>
        <p:nvPicPr>
          <p:cNvPr id="51" name="object 51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059808" y="9905838"/>
            <a:ext cx="232066" cy="149294"/>
          </a:xfrm>
          <a:prstGeom prst="rect">
            <a:avLst/>
          </a:prstGeom>
        </p:spPr>
      </p:pic>
      <p:pic>
        <p:nvPicPr>
          <p:cNvPr id="52" name="object 52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4533079" y="9985056"/>
            <a:ext cx="231050" cy="132028"/>
          </a:xfrm>
          <a:prstGeom prst="rect">
            <a:avLst/>
          </a:prstGeom>
        </p:spPr>
      </p:pic>
      <p:pic>
        <p:nvPicPr>
          <p:cNvPr id="53" name="object 53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006859" y="10017555"/>
            <a:ext cx="229526" cy="117072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5480639" y="9969822"/>
            <a:ext cx="228003" cy="139138"/>
          </a:xfrm>
          <a:prstGeom prst="rect">
            <a:avLst/>
          </a:prstGeom>
        </p:spPr>
      </p:pic>
      <p:pic>
        <p:nvPicPr>
          <p:cNvPr id="55" name="object 55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5953911" y="9880448"/>
            <a:ext cx="226987" cy="157926"/>
          </a:xfrm>
          <a:prstGeom prst="rect">
            <a:avLst/>
          </a:prstGeom>
        </p:spPr>
      </p:pic>
      <p:pic>
        <p:nvPicPr>
          <p:cNvPr id="56" name="object 56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427691" y="9754006"/>
            <a:ext cx="225464" cy="174684"/>
          </a:xfrm>
          <a:prstGeom prst="rect">
            <a:avLst/>
          </a:prstGeom>
        </p:spPr>
      </p:pic>
      <p:pic>
        <p:nvPicPr>
          <p:cNvPr id="57" name="object 57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6901470" y="9597603"/>
            <a:ext cx="223941" cy="188902"/>
          </a:xfrm>
          <a:prstGeom prst="rect">
            <a:avLst/>
          </a:prstGeom>
        </p:spPr>
      </p:pic>
      <p:pic>
        <p:nvPicPr>
          <p:cNvPr id="58" name="object 58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7374742" y="9415809"/>
            <a:ext cx="222925" cy="201596"/>
          </a:xfrm>
          <a:prstGeom prst="rect">
            <a:avLst/>
          </a:prstGeom>
        </p:spPr>
      </p:pic>
      <p:pic>
        <p:nvPicPr>
          <p:cNvPr id="59" name="object 59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7848522" y="9215735"/>
            <a:ext cx="221401" cy="212261"/>
          </a:xfrm>
          <a:prstGeom prst="rect">
            <a:avLst/>
          </a:prstGeom>
        </p:spPr>
      </p:pic>
      <p:sp>
        <p:nvSpPr>
          <p:cNvPr id="60" name="object 60" descr=""/>
          <p:cNvSpPr/>
          <p:nvPr/>
        </p:nvSpPr>
        <p:spPr>
          <a:xfrm>
            <a:off x="8322302" y="9002458"/>
            <a:ext cx="220345" cy="220979"/>
          </a:xfrm>
          <a:custGeom>
            <a:avLst/>
            <a:gdLst/>
            <a:ahLst/>
            <a:cxnLst/>
            <a:rect l="l" t="t" r="r" b="b"/>
            <a:pathLst>
              <a:path w="220345" h="220979">
                <a:moveTo>
                  <a:pt x="0" y="220386"/>
                </a:moveTo>
                <a:lnTo>
                  <a:pt x="2539" y="99528"/>
                </a:lnTo>
                <a:lnTo>
                  <a:pt x="2031" y="99529"/>
                </a:lnTo>
                <a:lnTo>
                  <a:pt x="219878" y="0"/>
                </a:lnTo>
                <a:lnTo>
                  <a:pt x="218355" y="121872"/>
                </a:lnTo>
                <a:lnTo>
                  <a:pt x="0" y="22038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1" name="object 61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8796082" y="8781056"/>
            <a:ext cx="218355" cy="225972"/>
          </a:xfrm>
          <a:prstGeom prst="rect">
            <a:avLst/>
          </a:prstGeom>
        </p:spPr>
      </p:pic>
      <p:pic>
        <p:nvPicPr>
          <p:cNvPr id="62" name="object 62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9268338" y="8558638"/>
            <a:ext cx="218862" cy="229019"/>
          </a:xfrm>
          <a:prstGeom prst="rect">
            <a:avLst/>
          </a:prstGeom>
        </p:spPr>
      </p:pic>
      <p:pic>
        <p:nvPicPr>
          <p:cNvPr id="63" name="object 63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9740594" y="8340791"/>
            <a:ext cx="220385" cy="229526"/>
          </a:xfrm>
          <a:prstGeom prst="rect">
            <a:avLst/>
          </a:prstGeom>
        </p:spPr>
      </p:pic>
      <p:sp>
        <p:nvSpPr>
          <p:cNvPr id="64" name="object 64" descr=""/>
          <p:cNvSpPr/>
          <p:nvPr/>
        </p:nvSpPr>
        <p:spPr>
          <a:xfrm>
            <a:off x="10212851" y="8132085"/>
            <a:ext cx="221615" cy="227329"/>
          </a:xfrm>
          <a:custGeom>
            <a:avLst/>
            <a:gdLst/>
            <a:ahLst/>
            <a:cxnLst/>
            <a:rect l="l" t="t" r="r" b="b"/>
            <a:pathLst>
              <a:path w="221615" h="227329">
                <a:moveTo>
                  <a:pt x="3047" y="226987"/>
                </a:moveTo>
                <a:lnTo>
                  <a:pt x="0" y="94451"/>
                </a:lnTo>
                <a:lnTo>
                  <a:pt x="128587" y="38146"/>
                </a:lnTo>
                <a:lnTo>
                  <a:pt x="217847" y="0"/>
                </a:lnTo>
                <a:lnTo>
                  <a:pt x="221402" y="134059"/>
                </a:lnTo>
                <a:lnTo>
                  <a:pt x="3047" y="22698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5" name="object 65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0685107" y="7940135"/>
            <a:ext cx="222926" cy="221401"/>
          </a:xfrm>
          <a:prstGeom prst="rect">
            <a:avLst/>
          </a:prstGeom>
        </p:spPr>
      </p:pic>
      <p:pic>
        <p:nvPicPr>
          <p:cNvPr id="66" name="object 66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1157364" y="7769006"/>
            <a:ext cx="224449" cy="212769"/>
          </a:xfrm>
          <a:prstGeom prst="rect">
            <a:avLst/>
          </a:prstGeom>
        </p:spPr>
      </p:pic>
      <p:pic>
        <p:nvPicPr>
          <p:cNvPr id="67" name="object 67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1629620" y="7625805"/>
            <a:ext cx="225464" cy="201597"/>
          </a:xfrm>
          <a:prstGeom prst="rect">
            <a:avLst/>
          </a:prstGeom>
        </p:spPr>
      </p:pic>
      <p:pic>
        <p:nvPicPr>
          <p:cNvPr id="68" name="object 68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2101876" y="7515612"/>
            <a:ext cx="226987" cy="186871"/>
          </a:xfrm>
          <a:prstGeom prst="rect">
            <a:avLst/>
          </a:prstGeom>
        </p:spPr>
      </p:pic>
      <p:pic>
        <p:nvPicPr>
          <p:cNvPr id="69" name="object 69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2574134" y="7445028"/>
            <a:ext cx="228511" cy="168082"/>
          </a:xfrm>
          <a:prstGeom prst="rect">
            <a:avLst/>
          </a:prstGeom>
        </p:spPr>
      </p:pic>
      <p:pic>
        <p:nvPicPr>
          <p:cNvPr id="70" name="object 70" descr="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3990902" y="7429793"/>
            <a:ext cx="232055" cy="144628"/>
          </a:xfrm>
          <a:prstGeom prst="rect">
            <a:avLst/>
          </a:prstGeom>
        </p:spPr>
      </p:pic>
      <p:sp>
        <p:nvSpPr>
          <p:cNvPr id="71" name="object 71" descr=""/>
          <p:cNvSpPr/>
          <p:nvPr/>
        </p:nvSpPr>
        <p:spPr>
          <a:xfrm>
            <a:off x="14463157" y="7431825"/>
            <a:ext cx="233679" cy="142875"/>
          </a:xfrm>
          <a:custGeom>
            <a:avLst/>
            <a:gdLst/>
            <a:ahLst/>
            <a:cxnLst/>
            <a:rect l="l" t="t" r="r" b="b"/>
            <a:pathLst>
              <a:path w="233680" h="142875">
                <a:moveTo>
                  <a:pt x="15235" y="142692"/>
                </a:moveTo>
                <a:lnTo>
                  <a:pt x="0" y="0"/>
                </a:lnTo>
                <a:lnTo>
                  <a:pt x="217847" y="0"/>
                </a:lnTo>
                <a:lnTo>
                  <a:pt x="233589" y="142184"/>
                </a:lnTo>
                <a:lnTo>
                  <a:pt x="15235" y="14269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14935415" y="7430302"/>
            <a:ext cx="235585" cy="142240"/>
          </a:xfrm>
          <a:custGeom>
            <a:avLst/>
            <a:gdLst/>
            <a:ahLst/>
            <a:cxnLst/>
            <a:rect l="l" t="t" r="r" b="b"/>
            <a:pathLst>
              <a:path w="235584" h="142240">
                <a:moveTo>
                  <a:pt x="16757" y="142184"/>
                </a:moveTo>
                <a:lnTo>
                  <a:pt x="0" y="1015"/>
                </a:lnTo>
                <a:lnTo>
                  <a:pt x="217847" y="0"/>
                </a:lnTo>
                <a:lnTo>
                  <a:pt x="235112" y="139645"/>
                </a:lnTo>
                <a:lnTo>
                  <a:pt x="16757" y="14218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15407670" y="7426239"/>
            <a:ext cx="236220" cy="140335"/>
          </a:xfrm>
          <a:custGeom>
            <a:avLst/>
            <a:gdLst/>
            <a:ahLst/>
            <a:cxnLst/>
            <a:rect l="l" t="t" r="r" b="b"/>
            <a:pathLst>
              <a:path w="236219" h="140334">
                <a:moveTo>
                  <a:pt x="17773" y="140153"/>
                </a:moveTo>
                <a:lnTo>
                  <a:pt x="0" y="2031"/>
                </a:lnTo>
                <a:lnTo>
                  <a:pt x="217847" y="0"/>
                </a:lnTo>
                <a:lnTo>
                  <a:pt x="236128" y="136599"/>
                </a:lnTo>
                <a:lnTo>
                  <a:pt x="17773" y="14015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4" name="object 74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5879962" y="7420653"/>
            <a:ext cx="237618" cy="137106"/>
          </a:xfrm>
          <a:prstGeom prst="rect">
            <a:avLst/>
          </a:prstGeom>
        </p:spPr>
      </p:pic>
      <p:sp>
        <p:nvSpPr>
          <p:cNvPr id="75" name="object 75" descr=""/>
          <p:cNvSpPr/>
          <p:nvPr/>
        </p:nvSpPr>
        <p:spPr>
          <a:xfrm>
            <a:off x="16352184" y="7414052"/>
            <a:ext cx="239395" cy="133985"/>
          </a:xfrm>
          <a:custGeom>
            <a:avLst/>
            <a:gdLst/>
            <a:ahLst/>
            <a:cxnLst/>
            <a:rect l="l" t="t" r="r" b="b"/>
            <a:pathLst>
              <a:path w="239394" h="133984">
                <a:moveTo>
                  <a:pt x="20821" y="133551"/>
                </a:moveTo>
                <a:lnTo>
                  <a:pt x="0" y="3046"/>
                </a:lnTo>
                <a:lnTo>
                  <a:pt x="217847" y="0"/>
                </a:lnTo>
                <a:lnTo>
                  <a:pt x="239176" y="127966"/>
                </a:lnTo>
                <a:lnTo>
                  <a:pt x="20821" y="13355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16824439" y="7405927"/>
            <a:ext cx="240665" cy="129539"/>
          </a:xfrm>
          <a:custGeom>
            <a:avLst/>
            <a:gdLst/>
            <a:ahLst/>
            <a:cxnLst/>
            <a:rect l="l" t="t" r="r" b="b"/>
            <a:pathLst>
              <a:path w="240665" h="129540">
                <a:moveTo>
                  <a:pt x="21836" y="128981"/>
                </a:moveTo>
                <a:lnTo>
                  <a:pt x="0" y="3554"/>
                </a:lnTo>
                <a:lnTo>
                  <a:pt x="217847" y="0"/>
                </a:lnTo>
                <a:lnTo>
                  <a:pt x="240191" y="123396"/>
                </a:lnTo>
                <a:lnTo>
                  <a:pt x="21836" y="12898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7" name="object 77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7296795" y="7398310"/>
            <a:ext cx="241615" cy="123903"/>
          </a:xfrm>
          <a:prstGeom prst="rect">
            <a:avLst/>
          </a:prstGeom>
        </p:spPr>
      </p:pic>
      <p:sp>
        <p:nvSpPr>
          <p:cNvPr id="78" name="object 78" descr=""/>
          <p:cNvSpPr/>
          <p:nvPr/>
        </p:nvSpPr>
        <p:spPr>
          <a:xfrm>
            <a:off x="17768952" y="7390693"/>
            <a:ext cx="243840" cy="119380"/>
          </a:xfrm>
          <a:custGeom>
            <a:avLst/>
            <a:gdLst/>
            <a:ahLst/>
            <a:cxnLst/>
            <a:rect l="l" t="t" r="r" b="b"/>
            <a:pathLst>
              <a:path w="243840" h="119379">
                <a:moveTo>
                  <a:pt x="24883" y="119333"/>
                </a:moveTo>
                <a:lnTo>
                  <a:pt x="508" y="3554"/>
                </a:lnTo>
                <a:lnTo>
                  <a:pt x="0" y="3554"/>
                </a:lnTo>
                <a:lnTo>
                  <a:pt x="217847" y="0"/>
                </a:lnTo>
                <a:lnTo>
                  <a:pt x="243237" y="113747"/>
                </a:lnTo>
                <a:lnTo>
                  <a:pt x="24883" y="11933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18241209" y="7386530"/>
            <a:ext cx="46990" cy="112395"/>
          </a:xfrm>
          <a:custGeom>
            <a:avLst/>
            <a:gdLst/>
            <a:ahLst/>
            <a:cxnLst/>
            <a:rect l="l" t="t" r="r" b="b"/>
            <a:pathLst>
              <a:path w="46990" h="112395">
                <a:moveTo>
                  <a:pt x="25898" y="111816"/>
                </a:moveTo>
                <a:lnTo>
                  <a:pt x="12949" y="57545"/>
                </a:lnTo>
                <a:lnTo>
                  <a:pt x="6903" y="31481"/>
                </a:lnTo>
                <a:lnTo>
                  <a:pt x="0" y="608"/>
                </a:lnTo>
                <a:lnTo>
                  <a:pt x="46789" y="0"/>
                </a:lnTo>
                <a:lnTo>
                  <a:pt x="46789" y="111331"/>
                </a:lnTo>
                <a:lnTo>
                  <a:pt x="25898" y="11181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215743" y="8649536"/>
            <a:ext cx="245110" cy="209550"/>
          </a:xfrm>
          <a:custGeom>
            <a:avLst/>
            <a:gdLst/>
            <a:ahLst/>
            <a:cxnLst/>
            <a:rect l="l" t="t" r="r" b="b"/>
            <a:pathLst>
              <a:path w="245109" h="209550">
                <a:moveTo>
                  <a:pt x="219878" y="209215"/>
                </a:moveTo>
                <a:lnTo>
                  <a:pt x="0" y="114256"/>
                </a:lnTo>
                <a:lnTo>
                  <a:pt x="25390" y="0"/>
                </a:lnTo>
                <a:lnTo>
                  <a:pt x="244760" y="96990"/>
                </a:lnTo>
                <a:lnTo>
                  <a:pt x="219878" y="20921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1" name="object 81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692569" y="8861288"/>
            <a:ext cx="243237" cy="206676"/>
          </a:xfrm>
          <a:prstGeom prst="rect">
            <a:avLst/>
          </a:prstGeom>
        </p:spPr>
      </p:pic>
      <p:sp>
        <p:nvSpPr>
          <p:cNvPr id="82" name="object 82" descr=""/>
          <p:cNvSpPr/>
          <p:nvPr/>
        </p:nvSpPr>
        <p:spPr>
          <a:xfrm>
            <a:off x="1168888" y="9076597"/>
            <a:ext cx="242570" cy="202565"/>
          </a:xfrm>
          <a:custGeom>
            <a:avLst/>
            <a:gdLst/>
            <a:ahLst/>
            <a:cxnLst/>
            <a:rect l="l" t="t" r="r" b="b"/>
            <a:pathLst>
              <a:path w="242569" h="202565">
                <a:moveTo>
                  <a:pt x="219878" y="202105"/>
                </a:moveTo>
                <a:lnTo>
                  <a:pt x="0" y="105114"/>
                </a:lnTo>
                <a:lnTo>
                  <a:pt x="22851" y="0"/>
                </a:lnTo>
                <a:lnTo>
                  <a:pt x="242222" y="99021"/>
                </a:lnTo>
                <a:lnTo>
                  <a:pt x="226011" y="175001"/>
                </a:lnTo>
                <a:lnTo>
                  <a:pt x="219878" y="20210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/>
          <p:nvPr/>
        </p:nvSpPr>
        <p:spPr>
          <a:xfrm>
            <a:off x="1645207" y="9289367"/>
            <a:ext cx="241300" cy="195580"/>
          </a:xfrm>
          <a:custGeom>
            <a:avLst/>
            <a:gdLst/>
            <a:ahLst/>
            <a:cxnLst/>
            <a:rect l="l" t="t" r="r" b="b"/>
            <a:pathLst>
              <a:path w="241300" h="195579">
                <a:moveTo>
                  <a:pt x="219878" y="195504"/>
                </a:moveTo>
                <a:lnTo>
                  <a:pt x="0" y="101053"/>
                </a:lnTo>
                <a:lnTo>
                  <a:pt x="21328" y="0"/>
                </a:lnTo>
                <a:lnTo>
                  <a:pt x="240698" y="95974"/>
                </a:lnTo>
                <a:lnTo>
                  <a:pt x="219878" y="19550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4" name="object 84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2122034" y="9494518"/>
            <a:ext cx="239174" cy="186363"/>
          </a:xfrm>
          <a:prstGeom prst="rect">
            <a:avLst/>
          </a:prstGeom>
        </p:spPr>
      </p:pic>
      <p:pic>
        <p:nvPicPr>
          <p:cNvPr id="85" name="object 85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2598352" y="9686468"/>
            <a:ext cx="238159" cy="175699"/>
          </a:xfrm>
          <a:prstGeom prst="rect">
            <a:avLst/>
          </a:prstGeom>
        </p:spPr>
      </p:pic>
      <p:pic>
        <p:nvPicPr>
          <p:cNvPr id="86" name="object 86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3075179" y="9859121"/>
            <a:ext cx="236636" cy="163512"/>
          </a:xfrm>
          <a:prstGeom prst="rect">
            <a:avLst/>
          </a:prstGeom>
        </p:spPr>
      </p:pic>
      <p:pic>
        <p:nvPicPr>
          <p:cNvPr id="87" name="object 87" descr="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3551497" y="10007907"/>
            <a:ext cx="235112" cy="149294"/>
          </a:xfrm>
          <a:prstGeom prst="rect">
            <a:avLst/>
          </a:prstGeom>
        </p:spPr>
      </p:pic>
      <p:pic>
        <p:nvPicPr>
          <p:cNvPr id="88" name="object 88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4027816" y="10126226"/>
            <a:ext cx="234097" cy="133044"/>
          </a:xfrm>
          <a:prstGeom prst="rect">
            <a:avLst/>
          </a:prstGeom>
        </p:spPr>
      </p:pic>
      <p:pic>
        <p:nvPicPr>
          <p:cNvPr id="89" name="object 89" descr="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4506566" y="10209505"/>
            <a:ext cx="230650" cy="77494"/>
          </a:xfrm>
          <a:prstGeom prst="rect">
            <a:avLst/>
          </a:prstGeom>
        </p:spPr>
      </p:pic>
      <p:sp>
        <p:nvSpPr>
          <p:cNvPr id="90" name="object 90" descr=""/>
          <p:cNvSpPr/>
          <p:nvPr/>
        </p:nvSpPr>
        <p:spPr>
          <a:xfrm>
            <a:off x="4988377" y="10248606"/>
            <a:ext cx="224154" cy="38735"/>
          </a:xfrm>
          <a:custGeom>
            <a:avLst/>
            <a:gdLst/>
            <a:ahLst/>
            <a:cxnLst/>
            <a:rect l="l" t="t" r="r" b="b"/>
            <a:pathLst>
              <a:path w="224154" h="38734">
                <a:moveTo>
                  <a:pt x="219157" y="38393"/>
                </a:moveTo>
                <a:lnTo>
                  <a:pt x="0" y="38393"/>
                </a:lnTo>
                <a:lnTo>
                  <a:pt x="4264" y="3046"/>
                </a:lnTo>
                <a:lnTo>
                  <a:pt x="63248" y="4713"/>
                </a:lnTo>
                <a:lnTo>
                  <a:pt x="113949" y="4570"/>
                </a:lnTo>
                <a:lnTo>
                  <a:pt x="164650" y="2903"/>
                </a:lnTo>
                <a:lnTo>
                  <a:pt x="223635" y="0"/>
                </a:lnTo>
                <a:lnTo>
                  <a:pt x="219157" y="3839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1" name="object 91" descr="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5461162" y="10200364"/>
            <a:ext cx="226153" cy="86634"/>
          </a:xfrm>
          <a:prstGeom prst="rect">
            <a:avLst/>
          </a:prstGeom>
        </p:spPr>
      </p:pic>
      <p:pic>
        <p:nvPicPr>
          <p:cNvPr id="92" name="object 92" descr="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5934107" y="10112007"/>
            <a:ext cx="228511" cy="140154"/>
          </a:xfrm>
          <a:prstGeom prst="rect">
            <a:avLst/>
          </a:prstGeom>
        </p:spPr>
      </p:pic>
      <p:pic>
        <p:nvPicPr>
          <p:cNvPr id="93" name="object 93" descr="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6410934" y="9988611"/>
            <a:ext cx="226987" cy="156910"/>
          </a:xfrm>
          <a:prstGeom prst="rect">
            <a:avLst/>
          </a:prstGeom>
        </p:spPr>
      </p:pic>
      <p:pic>
        <p:nvPicPr>
          <p:cNvPr id="94" name="object 94" descr="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6887253" y="9836778"/>
            <a:ext cx="225464" cy="172652"/>
          </a:xfrm>
          <a:prstGeom prst="rect">
            <a:avLst/>
          </a:prstGeom>
        </p:spPr>
      </p:pic>
      <p:pic>
        <p:nvPicPr>
          <p:cNvPr id="95" name="object 95" descr="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7363572" y="9661078"/>
            <a:ext cx="224448" cy="186363"/>
          </a:xfrm>
          <a:prstGeom prst="rect">
            <a:avLst/>
          </a:prstGeom>
        </p:spPr>
      </p:pic>
      <p:pic>
        <p:nvPicPr>
          <p:cNvPr id="96" name="object 96" descr="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7840398" y="9467097"/>
            <a:ext cx="222925" cy="197026"/>
          </a:xfrm>
          <a:prstGeom prst="rect">
            <a:avLst/>
          </a:prstGeom>
        </p:spPr>
      </p:pic>
      <p:sp>
        <p:nvSpPr>
          <p:cNvPr id="97" name="object 97" descr=""/>
          <p:cNvSpPr/>
          <p:nvPr/>
        </p:nvSpPr>
        <p:spPr>
          <a:xfrm>
            <a:off x="8317224" y="9260422"/>
            <a:ext cx="221615" cy="206375"/>
          </a:xfrm>
          <a:custGeom>
            <a:avLst/>
            <a:gdLst/>
            <a:ahLst/>
            <a:cxnLst/>
            <a:rect l="l" t="t" r="r" b="b"/>
            <a:pathLst>
              <a:path w="221615" h="206375">
                <a:moveTo>
                  <a:pt x="0" y="206167"/>
                </a:moveTo>
                <a:lnTo>
                  <a:pt x="2539" y="96482"/>
                </a:lnTo>
                <a:lnTo>
                  <a:pt x="2031" y="96482"/>
                </a:lnTo>
                <a:lnTo>
                  <a:pt x="221401" y="0"/>
                </a:lnTo>
                <a:lnTo>
                  <a:pt x="219878" y="111716"/>
                </a:lnTo>
                <a:lnTo>
                  <a:pt x="0" y="20616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/>
          <p:nvPr/>
        </p:nvSpPr>
        <p:spPr>
          <a:xfrm>
            <a:off x="8793543" y="9046637"/>
            <a:ext cx="220345" cy="213360"/>
          </a:xfrm>
          <a:custGeom>
            <a:avLst/>
            <a:gdLst/>
            <a:ahLst/>
            <a:cxnLst/>
            <a:rect l="l" t="t" r="r" b="b"/>
            <a:pathLst>
              <a:path w="220345" h="213359">
                <a:moveTo>
                  <a:pt x="0" y="213276"/>
                </a:moveTo>
                <a:lnTo>
                  <a:pt x="1015" y="99021"/>
                </a:lnTo>
                <a:lnTo>
                  <a:pt x="507" y="99021"/>
                </a:lnTo>
                <a:lnTo>
                  <a:pt x="219878" y="0"/>
                </a:lnTo>
                <a:lnTo>
                  <a:pt x="219878" y="116286"/>
                </a:lnTo>
                <a:lnTo>
                  <a:pt x="0" y="21327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 descr=""/>
          <p:cNvSpPr/>
          <p:nvPr/>
        </p:nvSpPr>
        <p:spPr>
          <a:xfrm>
            <a:off x="9269354" y="8831836"/>
            <a:ext cx="220979" cy="217804"/>
          </a:xfrm>
          <a:custGeom>
            <a:avLst/>
            <a:gdLst/>
            <a:ahLst/>
            <a:cxnLst/>
            <a:rect l="l" t="t" r="r" b="b"/>
            <a:pathLst>
              <a:path w="220979" h="217804">
                <a:moveTo>
                  <a:pt x="506" y="217339"/>
                </a:moveTo>
                <a:lnTo>
                  <a:pt x="506" y="99021"/>
                </a:lnTo>
                <a:lnTo>
                  <a:pt x="0" y="99021"/>
                </a:lnTo>
                <a:lnTo>
                  <a:pt x="219370" y="0"/>
                </a:lnTo>
                <a:lnTo>
                  <a:pt x="220385" y="120348"/>
                </a:lnTo>
                <a:lnTo>
                  <a:pt x="506" y="21733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0" name="object 100" descr="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9744657" y="8620591"/>
            <a:ext cx="221909" cy="219370"/>
          </a:xfrm>
          <a:prstGeom prst="rect">
            <a:avLst/>
          </a:prstGeom>
        </p:spPr>
      </p:pic>
      <p:sp>
        <p:nvSpPr>
          <p:cNvPr id="101" name="object 101" descr=""/>
          <p:cNvSpPr/>
          <p:nvPr/>
        </p:nvSpPr>
        <p:spPr>
          <a:xfrm>
            <a:off x="10219453" y="8419500"/>
            <a:ext cx="223520" cy="218440"/>
          </a:xfrm>
          <a:custGeom>
            <a:avLst/>
            <a:gdLst/>
            <a:ahLst/>
            <a:cxnLst/>
            <a:rect l="l" t="t" r="r" b="b"/>
            <a:pathLst>
              <a:path w="223520" h="218440">
                <a:moveTo>
                  <a:pt x="3048" y="218355"/>
                </a:moveTo>
                <a:lnTo>
                  <a:pt x="0" y="91404"/>
                </a:lnTo>
                <a:lnTo>
                  <a:pt x="171255" y="19792"/>
                </a:lnTo>
                <a:lnTo>
                  <a:pt x="219371" y="0"/>
                </a:lnTo>
                <a:lnTo>
                  <a:pt x="222926" y="128981"/>
                </a:lnTo>
                <a:lnTo>
                  <a:pt x="3048" y="21835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2" name="object 102" descr="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10694756" y="8233137"/>
            <a:ext cx="224449" cy="214800"/>
          </a:xfrm>
          <a:prstGeom prst="rect">
            <a:avLst/>
          </a:prstGeom>
        </p:spPr>
      </p:pic>
      <p:pic>
        <p:nvPicPr>
          <p:cNvPr id="103" name="object 103" descr="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11170060" y="8067086"/>
            <a:ext cx="225972" cy="207691"/>
          </a:xfrm>
          <a:prstGeom prst="rect">
            <a:avLst/>
          </a:prstGeom>
        </p:spPr>
      </p:pic>
      <p:pic>
        <p:nvPicPr>
          <p:cNvPr id="104" name="object 104" descr="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11645388" y="7927440"/>
            <a:ext cx="226961" cy="197535"/>
          </a:xfrm>
          <a:prstGeom prst="rect">
            <a:avLst/>
          </a:prstGeom>
        </p:spPr>
      </p:pic>
      <p:pic>
        <p:nvPicPr>
          <p:cNvPr id="105" name="object 105" descr="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12120157" y="7820294"/>
            <a:ext cx="228511" cy="184840"/>
          </a:xfrm>
          <a:prstGeom prst="rect">
            <a:avLst/>
          </a:prstGeom>
        </p:spPr>
      </p:pic>
      <p:pic>
        <p:nvPicPr>
          <p:cNvPr id="106" name="object 106" descr="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12595460" y="7749709"/>
            <a:ext cx="230034" cy="168082"/>
          </a:xfrm>
          <a:prstGeom prst="rect">
            <a:avLst/>
          </a:prstGeom>
        </p:spPr>
      </p:pic>
      <p:pic>
        <p:nvPicPr>
          <p:cNvPr id="107" name="object 107" descr="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13070764" y="7724899"/>
            <a:ext cx="231051" cy="146176"/>
          </a:xfrm>
          <a:prstGeom prst="rect">
            <a:avLst/>
          </a:prstGeom>
        </p:spPr>
      </p:pic>
      <p:sp>
        <p:nvSpPr>
          <p:cNvPr id="108" name="object 108" descr=""/>
          <p:cNvSpPr/>
          <p:nvPr/>
        </p:nvSpPr>
        <p:spPr>
          <a:xfrm>
            <a:off x="13546067" y="7732444"/>
            <a:ext cx="233045" cy="147320"/>
          </a:xfrm>
          <a:custGeom>
            <a:avLst/>
            <a:gdLst/>
            <a:ahLst/>
            <a:cxnLst/>
            <a:rect l="l" t="t" r="r" b="b"/>
            <a:pathLst>
              <a:path w="233044" h="147320">
                <a:moveTo>
                  <a:pt x="232573" y="146754"/>
                </a:moveTo>
                <a:lnTo>
                  <a:pt x="12695" y="142692"/>
                </a:lnTo>
                <a:lnTo>
                  <a:pt x="197" y="2221"/>
                </a:lnTo>
                <a:lnTo>
                  <a:pt x="113" y="1277"/>
                </a:lnTo>
                <a:lnTo>
                  <a:pt x="0" y="0"/>
                </a:lnTo>
                <a:lnTo>
                  <a:pt x="219369" y="4062"/>
                </a:lnTo>
                <a:lnTo>
                  <a:pt x="222860" y="42568"/>
                </a:lnTo>
                <a:lnTo>
                  <a:pt x="229081" y="108534"/>
                </a:lnTo>
                <a:lnTo>
                  <a:pt x="232201" y="142692"/>
                </a:lnTo>
                <a:lnTo>
                  <a:pt x="232325" y="144041"/>
                </a:lnTo>
                <a:lnTo>
                  <a:pt x="232422" y="145104"/>
                </a:lnTo>
                <a:lnTo>
                  <a:pt x="232502" y="145977"/>
                </a:lnTo>
                <a:lnTo>
                  <a:pt x="232573" y="14675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9" name="object 109" descr="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14020863" y="7739553"/>
            <a:ext cx="234095" cy="142184"/>
          </a:xfrm>
          <a:prstGeom prst="rect">
            <a:avLst/>
          </a:prstGeom>
        </p:spPr>
      </p:pic>
      <p:sp>
        <p:nvSpPr>
          <p:cNvPr id="110" name="object 110" descr=""/>
          <p:cNvSpPr/>
          <p:nvPr/>
        </p:nvSpPr>
        <p:spPr>
          <a:xfrm>
            <a:off x="14496166" y="7737522"/>
            <a:ext cx="236220" cy="142240"/>
          </a:xfrm>
          <a:custGeom>
            <a:avLst/>
            <a:gdLst/>
            <a:ahLst/>
            <a:cxnLst/>
            <a:rect l="l" t="t" r="r" b="b"/>
            <a:pathLst>
              <a:path w="236219" h="142240">
                <a:moveTo>
                  <a:pt x="15743" y="142184"/>
                </a:moveTo>
                <a:lnTo>
                  <a:pt x="509" y="2031"/>
                </a:lnTo>
                <a:lnTo>
                  <a:pt x="0" y="2031"/>
                </a:lnTo>
                <a:lnTo>
                  <a:pt x="219371" y="0"/>
                </a:lnTo>
                <a:lnTo>
                  <a:pt x="235621" y="138630"/>
                </a:lnTo>
                <a:lnTo>
                  <a:pt x="15743" y="14218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 descr=""/>
          <p:cNvSpPr/>
          <p:nvPr/>
        </p:nvSpPr>
        <p:spPr>
          <a:xfrm>
            <a:off x="14971469" y="7729905"/>
            <a:ext cx="236854" cy="140970"/>
          </a:xfrm>
          <a:custGeom>
            <a:avLst/>
            <a:gdLst/>
            <a:ahLst/>
            <a:cxnLst/>
            <a:rect l="l" t="t" r="r" b="b"/>
            <a:pathLst>
              <a:path w="236855" h="140970">
                <a:moveTo>
                  <a:pt x="16757" y="140661"/>
                </a:moveTo>
                <a:lnTo>
                  <a:pt x="0" y="4062"/>
                </a:lnTo>
                <a:lnTo>
                  <a:pt x="219370" y="0"/>
                </a:lnTo>
                <a:lnTo>
                  <a:pt x="236635" y="134567"/>
                </a:lnTo>
                <a:lnTo>
                  <a:pt x="16757" y="14066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 descr=""/>
          <p:cNvSpPr/>
          <p:nvPr/>
        </p:nvSpPr>
        <p:spPr>
          <a:xfrm>
            <a:off x="15446264" y="7717718"/>
            <a:ext cx="238760" cy="138430"/>
          </a:xfrm>
          <a:custGeom>
            <a:avLst/>
            <a:gdLst/>
            <a:ahLst/>
            <a:cxnLst/>
            <a:rect l="l" t="t" r="r" b="b"/>
            <a:pathLst>
              <a:path w="238759" h="138429">
                <a:moveTo>
                  <a:pt x="18281" y="138122"/>
                </a:moveTo>
                <a:lnTo>
                  <a:pt x="0" y="6093"/>
                </a:lnTo>
                <a:lnTo>
                  <a:pt x="219371" y="0"/>
                </a:lnTo>
                <a:lnTo>
                  <a:pt x="238159" y="129489"/>
                </a:lnTo>
                <a:lnTo>
                  <a:pt x="18281" y="13812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 descr=""/>
          <p:cNvSpPr/>
          <p:nvPr/>
        </p:nvSpPr>
        <p:spPr>
          <a:xfrm>
            <a:off x="15921567" y="7702484"/>
            <a:ext cx="240029" cy="134620"/>
          </a:xfrm>
          <a:custGeom>
            <a:avLst/>
            <a:gdLst/>
            <a:ahLst/>
            <a:cxnLst/>
            <a:rect l="l" t="t" r="r" b="b"/>
            <a:pathLst>
              <a:path w="240030" h="134620">
                <a:moveTo>
                  <a:pt x="19804" y="134059"/>
                </a:moveTo>
                <a:lnTo>
                  <a:pt x="508" y="7617"/>
                </a:lnTo>
                <a:lnTo>
                  <a:pt x="0" y="7617"/>
                </a:lnTo>
                <a:lnTo>
                  <a:pt x="219371" y="0"/>
                </a:lnTo>
                <a:lnTo>
                  <a:pt x="239682" y="123903"/>
                </a:lnTo>
                <a:lnTo>
                  <a:pt x="19804" y="13405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 descr=""/>
          <p:cNvSpPr/>
          <p:nvPr/>
        </p:nvSpPr>
        <p:spPr>
          <a:xfrm>
            <a:off x="16396870" y="7685218"/>
            <a:ext cx="241300" cy="129539"/>
          </a:xfrm>
          <a:custGeom>
            <a:avLst/>
            <a:gdLst/>
            <a:ahLst/>
            <a:cxnLst/>
            <a:rect l="l" t="t" r="r" b="b"/>
            <a:pathLst>
              <a:path w="241300" h="129540">
                <a:moveTo>
                  <a:pt x="20821" y="128981"/>
                </a:moveTo>
                <a:lnTo>
                  <a:pt x="0" y="8125"/>
                </a:lnTo>
                <a:lnTo>
                  <a:pt x="219371" y="0"/>
                </a:lnTo>
                <a:lnTo>
                  <a:pt x="240699" y="117810"/>
                </a:lnTo>
                <a:lnTo>
                  <a:pt x="20821" y="12898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 descr=""/>
          <p:cNvSpPr/>
          <p:nvPr/>
        </p:nvSpPr>
        <p:spPr>
          <a:xfrm>
            <a:off x="16872173" y="7666430"/>
            <a:ext cx="242570" cy="123189"/>
          </a:xfrm>
          <a:custGeom>
            <a:avLst/>
            <a:gdLst/>
            <a:ahLst/>
            <a:cxnLst/>
            <a:rect l="l" t="t" r="r" b="b"/>
            <a:pathLst>
              <a:path w="242569" h="123190">
                <a:moveTo>
                  <a:pt x="22344" y="122888"/>
                </a:moveTo>
                <a:lnTo>
                  <a:pt x="0" y="8632"/>
                </a:lnTo>
                <a:lnTo>
                  <a:pt x="219371" y="0"/>
                </a:lnTo>
                <a:lnTo>
                  <a:pt x="242222" y="111208"/>
                </a:lnTo>
                <a:lnTo>
                  <a:pt x="22344" y="12288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6" name="object 116" descr="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17822395" y="7627836"/>
            <a:ext cx="244638" cy="109177"/>
          </a:xfrm>
          <a:prstGeom prst="rect">
            <a:avLst/>
          </a:prstGeom>
        </p:spPr>
      </p:pic>
      <p:pic>
        <p:nvPicPr>
          <p:cNvPr id="117" name="object 117" descr="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17346993" y="7646625"/>
            <a:ext cx="243720" cy="116286"/>
          </a:xfrm>
          <a:prstGeom prst="rect">
            <a:avLst/>
          </a:prstGeom>
        </p:spPr>
      </p:pic>
      <p:sp>
        <p:nvSpPr>
          <p:cNvPr id="118" name="object 118" descr=""/>
          <p:cNvSpPr/>
          <p:nvPr/>
        </p:nvSpPr>
        <p:spPr>
          <a:xfrm>
            <a:off x="159377" y="8894296"/>
            <a:ext cx="247015" cy="199390"/>
          </a:xfrm>
          <a:custGeom>
            <a:avLst/>
            <a:gdLst/>
            <a:ahLst/>
            <a:cxnLst/>
            <a:rect l="l" t="t" r="r" b="b"/>
            <a:pathLst>
              <a:path w="247015" h="199390">
                <a:moveTo>
                  <a:pt x="221401" y="199058"/>
                </a:moveTo>
                <a:lnTo>
                  <a:pt x="0" y="109685"/>
                </a:lnTo>
                <a:lnTo>
                  <a:pt x="25898" y="0"/>
                </a:lnTo>
                <a:lnTo>
                  <a:pt x="26405" y="0"/>
                </a:lnTo>
                <a:lnTo>
                  <a:pt x="246792" y="91912"/>
                </a:lnTo>
                <a:lnTo>
                  <a:pt x="221401" y="19905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 descr=""/>
          <p:cNvSpPr/>
          <p:nvPr/>
        </p:nvSpPr>
        <p:spPr>
          <a:xfrm>
            <a:off x="638742" y="9095386"/>
            <a:ext cx="245745" cy="196215"/>
          </a:xfrm>
          <a:custGeom>
            <a:avLst/>
            <a:gdLst/>
            <a:ahLst/>
            <a:cxnLst/>
            <a:rect l="l" t="t" r="r" b="b"/>
            <a:pathLst>
              <a:path w="245744" h="196215">
                <a:moveTo>
                  <a:pt x="221401" y="196011"/>
                </a:moveTo>
                <a:lnTo>
                  <a:pt x="0" y="104099"/>
                </a:lnTo>
                <a:lnTo>
                  <a:pt x="24374" y="0"/>
                </a:lnTo>
                <a:lnTo>
                  <a:pt x="24882" y="0"/>
                </a:lnTo>
                <a:lnTo>
                  <a:pt x="245268" y="94451"/>
                </a:lnTo>
                <a:lnTo>
                  <a:pt x="221401" y="19601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 descr=""/>
          <p:cNvSpPr/>
          <p:nvPr/>
        </p:nvSpPr>
        <p:spPr>
          <a:xfrm>
            <a:off x="1118616" y="9300538"/>
            <a:ext cx="243840" cy="190500"/>
          </a:xfrm>
          <a:custGeom>
            <a:avLst/>
            <a:gdLst/>
            <a:ahLst/>
            <a:cxnLst/>
            <a:rect l="l" t="t" r="r" b="b"/>
            <a:pathLst>
              <a:path w="243840" h="190500">
                <a:moveTo>
                  <a:pt x="221401" y="190425"/>
                </a:moveTo>
                <a:lnTo>
                  <a:pt x="0" y="98513"/>
                </a:lnTo>
                <a:lnTo>
                  <a:pt x="23359" y="0"/>
                </a:lnTo>
                <a:lnTo>
                  <a:pt x="243745" y="94451"/>
                </a:lnTo>
                <a:lnTo>
                  <a:pt x="221401" y="19042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 descr=""/>
          <p:cNvSpPr/>
          <p:nvPr/>
        </p:nvSpPr>
        <p:spPr>
          <a:xfrm>
            <a:off x="1597474" y="9503659"/>
            <a:ext cx="243204" cy="182880"/>
          </a:xfrm>
          <a:custGeom>
            <a:avLst/>
            <a:gdLst/>
            <a:ahLst/>
            <a:cxnLst/>
            <a:rect l="l" t="t" r="r" b="b"/>
            <a:pathLst>
              <a:path w="243205" h="182879">
                <a:moveTo>
                  <a:pt x="221401" y="182808"/>
                </a:moveTo>
                <a:lnTo>
                  <a:pt x="0" y="93435"/>
                </a:lnTo>
                <a:lnTo>
                  <a:pt x="21835" y="0"/>
                </a:lnTo>
                <a:lnTo>
                  <a:pt x="22343" y="0"/>
                </a:lnTo>
                <a:lnTo>
                  <a:pt x="242729" y="91912"/>
                </a:lnTo>
                <a:lnTo>
                  <a:pt x="221401" y="18280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 descr=""/>
          <p:cNvSpPr/>
          <p:nvPr/>
        </p:nvSpPr>
        <p:spPr>
          <a:xfrm>
            <a:off x="2077347" y="9700179"/>
            <a:ext cx="241300" cy="173355"/>
          </a:xfrm>
          <a:custGeom>
            <a:avLst/>
            <a:gdLst/>
            <a:ahLst/>
            <a:cxnLst/>
            <a:rect l="l" t="t" r="r" b="b"/>
            <a:pathLst>
              <a:path w="241300" h="173354">
                <a:moveTo>
                  <a:pt x="221401" y="173160"/>
                </a:moveTo>
                <a:lnTo>
                  <a:pt x="0" y="88357"/>
                </a:lnTo>
                <a:lnTo>
                  <a:pt x="20312" y="0"/>
                </a:lnTo>
                <a:lnTo>
                  <a:pt x="20820" y="0"/>
                </a:lnTo>
                <a:lnTo>
                  <a:pt x="193034" y="68151"/>
                </a:lnTo>
                <a:lnTo>
                  <a:pt x="241206" y="86834"/>
                </a:lnTo>
                <a:lnTo>
                  <a:pt x="221401" y="17316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 descr=""/>
          <p:cNvSpPr/>
          <p:nvPr/>
        </p:nvSpPr>
        <p:spPr>
          <a:xfrm>
            <a:off x="2557220" y="9885019"/>
            <a:ext cx="240029" cy="162560"/>
          </a:xfrm>
          <a:custGeom>
            <a:avLst/>
            <a:gdLst/>
            <a:ahLst/>
            <a:cxnLst/>
            <a:rect l="l" t="t" r="r" b="b"/>
            <a:pathLst>
              <a:path w="240030" h="162559">
                <a:moveTo>
                  <a:pt x="221401" y="161989"/>
                </a:moveTo>
                <a:lnTo>
                  <a:pt x="48667" y="101735"/>
                </a:lnTo>
                <a:lnTo>
                  <a:pt x="0" y="84295"/>
                </a:lnTo>
                <a:lnTo>
                  <a:pt x="18788" y="0"/>
                </a:lnTo>
                <a:lnTo>
                  <a:pt x="19296" y="0"/>
                </a:lnTo>
                <a:lnTo>
                  <a:pt x="191510" y="62659"/>
                </a:lnTo>
                <a:lnTo>
                  <a:pt x="239682" y="79725"/>
                </a:lnTo>
                <a:lnTo>
                  <a:pt x="221401" y="16198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4" name="object 124" descr="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3036586" y="10051577"/>
            <a:ext cx="238159" cy="149294"/>
          </a:xfrm>
          <a:prstGeom prst="rect">
            <a:avLst/>
          </a:prstGeom>
        </p:spPr>
      </p:pic>
      <p:pic>
        <p:nvPicPr>
          <p:cNvPr id="125" name="object 125" descr="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6397573" y="10192239"/>
            <a:ext cx="224098" cy="94759"/>
          </a:xfrm>
          <a:prstGeom prst="rect">
            <a:avLst/>
          </a:prstGeom>
        </p:spPr>
      </p:pic>
      <p:pic>
        <p:nvPicPr>
          <p:cNvPr id="126" name="object 126" descr="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3515952" y="10196301"/>
            <a:ext cx="237143" cy="90697"/>
          </a:xfrm>
          <a:prstGeom prst="rect">
            <a:avLst/>
          </a:prstGeom>
        </p:spPr>
      </p:pic>
      <p:pic>
        <p:nvPicPr>
          <p:cNvPr id="127" name="object 127" descr="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6872527" y="10047007"/>
            <a:ext cx="227495" cy="156403"/>
          </a:xfrm>
          <a:prstGeom prst="rect">
            <a:avLst/>
          </a:prstGeom>
        </p:spPr>
      </p:pic>
      <p:pic>
        <p:nvPicPr>
          <p:cNvPr id="128" name="object 128" descr="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7351891" y="9879432"/>
            <a:ext cx="225972" cy="170621"/>
          </a:xfrm>
          <a:prstGeom prst="rect">
            <a:avLst/>
          </a:prstGeom>
        </p:spPr>
      </p:pic>
      <p:pic>
        <p:nvPicPr>
          <p:cNvPr id="129" name="object 129" descr="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7831765" y="9694085"/>
            <a:ext cx="224448" cy="182300"/>
          </a:xfrm>
          <a:prstGeom prst="rect">
            <a:avLst/>
          </a:prstGeom>
        </p:spPr>
      </p:pic>
      <p:sp>
        <p:nvSpPr>
          <p:cNvPr id="130" name="object 130" descr=""/>
          <p:cNvSpPr/>
          <p:nvPr/>
        </p:nvSpPr>
        <p:spPr>
          <a:xfrm>
            <a:off x="8311130" y="9497566"/>
            <a:ext cx="223520" cy="193040"/>
          </a:xfrm>
          <a:custGeom>
            <a:avLst/>
            <a:gdLst/>
            <a:ahLst/>
            <a:cxnLst/>
            <a:rect l="l" t="t" r="r" b="b"/>
            <a:pathLst>
              <a:path w="223520" h="193040">
                <a:moveTo>
                  <a:pt x="0" y="192456"/>
                </a:moveTo>
                <a:lnTo>
                  <a:pt x="2539" y="91912"/>
                </a:lnTo>
                <a:lnTo>
                  <a:pt x="222925" y="0"/>
                </a:lnTo>
                <a:lnTo>
                  <a:pt x="221401" y="103083"/>
                </a:lnTo>
                <a:lnTo>
                  <a:pt x="0" y="19245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 descr=""/>
          <p:cNvSpPr/>
          <p:nvPr/>
        </p:nvSpPr>
        <p:spPr>
          <a:xfrm>
            <a:off x="8791003" y="9293937"/>
            <a:ext cx="221615" cy="200660"/>
          </a:xfrm>
          <a:custGeom>
            <a:avLst/>
            <a:gdLst/>
            <a:ahLst/>
            <a:cxnLst/>
            <a:rect l="l" t="t" r="r" b="b"/>
            <a:pathLst>
              <a:path w="221615" h="200659">
                <a:moveTo>
                  <a:pt x="0" y="200581"/>
                </a:moveTo>
                <a:lnTo>
                  <a:pt x="1016" y="94451"/>
                </a:lnTo>
                <a:lnTo>
                  <a:pt x="221401" y="0"/>
                </a:lnTo>
                <a:lnTo>
                  <a:pt x="221401" y="108669"/>
                </a:lnTo>
                <a:lnTo>
                  <a:pt x="0" y="20058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 descr=""/>
          <p:cNvSpPr/>
          <p:nvPr/>
        </p:nvSpPr>
        <p:spPr>
          <a:xfrm>
            <a:off x="9270369" y="9088784"/>
            <a:ext cx="221615" cy="205740"/>
          </a:xfrm>
          <a:custGeom>
            <a:avLst/>
            <a:gdLst/>
            <a:ahLst/>
            <a:cxnLst/>
            <a:rect l="l" t="t" r="r" b="b"/>
            <a:pathLst>
              <a:path w="221615" h="205740">
                <a:moveTo>
                  <a:pt x="0" y="205660"/>
                </a:moveTo>
                <a:lnTo>
                  <a:pt x="0" y="94451"/>
                </a:lnTo>
                <a:lnTo>
                  <a:pt x="220386" y="0"/>
                </a:lnTo>
                <a:lnTo>
                  <a:pt x="221401" y="113748"/>
                </a:lnTo>
                <a:lnTo>
                  <a:pt x="0" y="20566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 descr=""/>
          <p:cNvSpPr/>
          <p:nvPr/>
        </p:nvSpPr>
        <p:spPr>
          <a:xfrm>
            <a:off x="9748212" y="8887695"/>
            <a:ext cx="223520" cy="208915"/>
          </a:xfrm>
          <a:custGeom>
            <a:avLst/>
            <a:gdLst/>
            <a:ahLst/>
            <a:cxnLst/>
            <a:rect l="l" t="t" r="r" b="b"/>
            <a:pathLst>
              <a:path w="223520" h="208915">
                <a:moveTo>
                  <a:pt x="1523" y="208706"/>
                </a:moveTo>
                <a:lnTo>
                  <a:pt x="0" y="91912"/>
                </a:lnTo>
                <a:lnTo>
                  <a:pt x="220386" y="0"/>
                </a:lnTo>
                <a:lnTo>
                  <a:pt x="222924" y="119333"/>
                </a:lnTo>
                <a:lnTo>
                  <a:pt x="1523" y="20870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 descr=""/>
          <p:cNvSpPr/>
          <p:nvPr/>
        </p:nvSpPr>
        <p:spPr>
          <a:xfrm>
            <a:off x="10226055" y="8695745"/>
            <a:ext cx="224790" cy="209550"/>
          </a:xfrm>
          <a:custGeom>
            <a:avLst/>
            <a:gdLst/>
            <a:ahLst/>
            <a:cxnLst/>
            <a:rect l="l" t="t" r="r" b="b"/>
            <a:pathLst>
              <a:path w="224790" h="209550">
                <a:moveTo>
                  <a:pt x="3046" y="209214"/>
                </a:moveTo>
                <a:lnTo>
                  <a:pt x="0" y="86833"/>
                </a:lnTo>
                <a:lnTo>
                  <a:pt x="506" y="87342"/>
                </a:lnTo>
                <a:lnTo>
                  <a:pt x="220892" y="0"/>
                </a:lnTo>
                <a:lnTo>
                  <a:pt x="224447" y="124411"/>
                </a:lnTo>
                <a:lnTo>
                  <a:pt x="3046" y="20921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5" name="object 135" descr="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10703897" y="8518522"/>
            <a:ext cx="225971" cy="207183"/>
          </a:xfrm>
          <a:prstGeom prst="rect">
            <a:avLst/>
          </a:prstGeom>
        </p:spPr>
      </p:pic>
      <p:pic>
        <p:nvPicPr>
          <p:cNvPr id="136" name="object 136" descr="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11182248" y="8360088"/>
            <a:ext cx="227494" cy="201597"/>
          </a:xfrm>
          <a:prstGeom prst="rect">
            <a:avLst/>
          </a:prstGeom>
        </p:spPr>
      </p:pic>
      <p:pic>
        <p:nvPicPr>
          <p:cNvPr id="137" name="object 137" descr="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11660596" y="8227044"/>
            <a:ext cx="228511" cy="193472"/>
          </a:xfrm>
          <a:prstGeom prst="rect">
            <a:avLst/>
          </a:prstGeom>
        </p:spPr>
      </p:pic>
      <p:pic>
        <p:nvPicPr>
          <p:cNvPr id="138" name="object 138" descr="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12138438" y="8124467"/>
            <a:ext cx="230034" cy="182301"/>
          </a:xfrm>
          <a:prstGeom prst="rect">
            <a:avLst/>
          </a:prstGeom>
        </p:spPr>
      </p:pic>
      <p:pic>
        <p:nvPicPr>
          <p:cNvPr id="139" name="object 139" descr="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12616788" y="8056422"/>
            <a:ext cx="231557" cy="167574"/>
          </a:xfrm>
          <a:prstGeom prst="rect">
            <a:avLst/>
          </a:prstGeom>
        </p:spPr>
      </p:pic>
      <p:pic>
        <p:nvPicPr>
          <p:cNvPr id="140" name="object 140" descr="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13095138" y="8033254"/>
            <a:ext cx="232572" cy="146564"/>
          </a:xfrm>
          <a:prstGeom prst="rect">
            <a:avLst/>
          </a:prstGeom>
        </p:spPr>
      </p:pic>
      <p:pic>
        <p:nvPicPr>
          <p:cNvPr id="141" name="object 141" descr=""/>
          <p:cNvPicPr/>
          <p:nvPr/>
        </p:nvPicPr>
        <p:blipFill>
          <a:blip r:embed="rId87" cstate="print"/>
          <a:stretch>
            <a:fillRect/>
          </a:stretch>
        </p:blipFill>
        <p:spPr>
          <a:xfrm>
            <a:off x="13572982" y="8042711"/>
            <a:ext cx="234095" cy="146247"/>
          </a:xfrm>
          <a:prstGeom prst="rect">
            <a:avLst/>
          </a:prstGeom>
        </p:spPr>
      </p:pic>
      <p:pic>
        <p:nvPicPr>
          <p:cNvPr id="142" name="object 142" descr=""/>
          <p:cNvPicPr/>
          <p:nvPr/>
        </p:nvPicPr>
        <p:blipFill>
          <a:blip r:embed="rId88" cstate="print"/>
          <a:stretch>
            <a:fillRect/>
          </a:stretch>
        </p:blipFill>
        <p:spPr>
          <a:xfrm>
            <a:off x="14050824" y="8045758"/>
            <a:ext cx="235619" cy="142692"/>
          </a:xfrm>
          <a:prstGeom prst="rect">
            <a:avLst/>
          </a:prstGeom>
        </p:spPr>
      </p:pic>
      <p:pic>
        <p:nvPicPr>
          <p:cNvPr id="143" name="object 143" descr="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14529173" y="8036110"/>
            <a:ext cx="237142" cy="143200"/>
          </a:xfrm>
          <a:prstGeom prst="rect">
            <a:avLst/>
          </a:prstGeom>
        </p:spPr>
      </p:pic>
      <p:pic>
        <p:nvPicPr>
          <p:cNvPr id="144" name="object 144" descr="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15007586" y="8018336"/>
            <a:ext cx="238095" cy="141169"/>
          </a:xfrm>
          <a:prstGeom prst="rect">
            <a:avLst/>
          </a:prstGeom>
        </p:spPr>
      </p:pic>
      <p:sp>
        <p:nvSpPr>
          <p:cNvPr id="145" name="object 145" descr=""/>
          <p:cNvSpPr/>
          <p:nvPr/>
        </p:nvSpPr>
        <p:spPr>
          <a:xfrm>
            <a:off x="15485366" y="7994977"/>
            <a:ext cx="240029" cy="137795"/>
          </a:xfrm>
          <a:custGeom>
            <a:avLst/>
            <a:gdLst/>
            <a:ahLst/>
            <a:cxnLst/>
            <a:rect l="l" t="t" r="r" b="b"/>
            <a:pathLst>
              <a:path w="240030" h="137795">
                <a:moveTo>
                  <a:pt x="18280" y="137614"/>
                </a:moveTo>
                <a:lnTo>
                  <a:pt x="0" y="11171"/>
                </a:lnTo>
                <a:lnTo>
                  <a:pt x="506" y="11679"/>
                </a:lnTo>
                <a:lnTo>
                  <a:pt x="220893" y="0"/>
                </a:lnTo>
                <a:lnTo>
                  <a:pt x="239681" y="122888"/>
                </a:lnTo>
                <a:lnTo>
                  <a:pt x="18280" y="13761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 descr=""/>
          <p:cNvSpPr/>
          <p:nvPr/>
        </p:nvSpPr>
        <p:spPr>
          <a:xfrm>
            <a:off x="15963713" y="7966541"/>
            <a:ext cx="241300" cy="133350"/>
          </a:xfrm>
          <a:custGeom>
            <a:avLst/>
            <a:gdLst/>
            <a:ahLst/>
            <a:cxnLst/>
            <a:rect l="l" t="t" r="r" b="b"/>
            <a:pathLst>
              <a:path w="241300" h="133350">
                <a:moveTo>
                  <a:pt x="19804" y="133044"/>
                </a:moveTo>
                <a:lnTo>
                  <a:pt x="0" y="13710"/>
                </a:lnTo>
                <a:lnTo>
                  <a:pt x="508" y="13710"/>
                </a:lnTo>
                <a:lnTo>
                  <a:pt x="220894" y="0"/>
                </a:lnTo>
                <a:lnTo>
                  <a:pt x="241206" y="115778"/>
                </a:lnTo>
                <a:lnTo>
                  <a:pt x="19804" y="13304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 descr=""/>
          <p:cNvSpPr/>
          <p:nvPr/>
        </p:nvSpPr>
        <p:spPr>
          <a:xfrm>
            <a:off x="16441556" y="7934042"/>
            <a:ext cx="243204" cy="127000"/>
          </a:xfrm>
          <a:custGeom>
            <a:avLst/>
            <a:gdLst/>
            <a:ahLst/>
            <a:cxnLst/>
            <a:rect l="l" t="t" r="r" b="b"/>
            <a:pathLst>
              <a:path w="243205" h="127000">
                <a:moveTo>
                  <a:pt x="21328" y="126443"/>
                </a:moveTo>
                <a:lnTo>
                  <a:pt x="0" y="14726"/>
                </a:lnTo>
                <a:lnTo>
                  <a:pt x="508" y="15234"/>
                </a:lnTo>
                <a:lnTo>
                  <a:pt x="220894" y="0"/>
                </a:lnTo>
                <a:lnTo>
                  <a:pt x="242729" y="107654"/>
                </a:lnTo>
                <a:lnTo>
                  <a:pt x="21328" y="12644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8" name="object 148" descr="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16920415" y="7900019"/>
            <a:ext cx="243744" cy="119333"/>
          </a:xfrm>
          <a:prstGeom prst="rect">
            <a:avLst/>
          </a:prstGeom>
        </p:spPr>
      </p:pic>
      <p:sp>
        <p:nvSpPr>
          <p:cNvPr id="149" name="object 149" descr=""/>
          <p:cNvSpPr/>
          <p:nvPr/>
        </p:nvSpPr>
        <p:spPr>
          <a:xfrm>
            <a:off x="17397750" y="7865996"/>
            <a:ext cx="245745" cy="111760"/>
          </a:xfrm>
          <a:custGeom>
            <a:avLst/>
            <a:gdLst/>
            <a:ahLst/>
            <a:cxnLst/>
            <a:rect l="l" t="t" r="r" b="b"/>
            <a:pathLst>
              <a:path w="245744" h="111759">
                <a:moveTo>
                  <a:pt x="23866" y="111208"/>
                </a:moveTo>
                <a:lnTo>
                  <a:pt x="0" y="15742"/>
                </a:lnTo>
                <a:lnTo>
                  <a:pt x="506" y="15741"/>
                </a:lnTo>
                <a:lnTo>
                  <a:pt x="220892" y="0"/>
                </a:lnTo>
                <a:lnTo>
                  <a:pt x="245267" y="91404"/>
                </a:lnTo>
                <a:lnTo>
                  <a:pt x="23866" y="11120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 descr=""/>
          <p:cNvSpPr/>
          <p:nvPr/>
        </p:nvSpPr>
        <p:spPr>
          <a:xfrm>
            <a:off x="17876099" y="7831973"/>
            <a:ext cx="247015" cy="102870"/>
          </a:xfrm>
          <a:custGeom>
            <a:avLst/>
            <a:gdLst/>
            <a:ahLst/>
            <a:cxnLst/>
            <a:rect l="l" t="t" r="r" b="b"/>
            <a:pathLst>
              <a:path w="247015" h="102870">
                <a:moveTo>
                  <a:pt x="25390" y="102576"/>
                </a:moveTo>
                <a:lnTo>
                  <a:pt x="0" y="15234"/>
                </a:lnTo>
                <a:lnTo>
                  <a:pt x="506" y="15234"/>
                </a:lnTo>
                <a:lnTo>
                  <a:pt x="220893" y="0"/>
                </a:lnTo>
                <a:lnTo>
                  <a:pt x="246791" y="83787"/>
                </a:lnTo>
                <a:lnTo>
                  <a:pt x="25390" y="10257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1" name="object 151" descr="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103519" y="9129915"/>
            <a:ext cx="247807" cy="189410"/>
          </a:xfrm>
          <a:prstGeom prst="rect">
            <a:avLst/>
          </a:prstGeom>
        </p:spPr>
      </p:pic>
      <p:sp>
        <p:nvSpPr>
          <p:cNvPr id="152" name="object 152" descr=""/>
          <p:cNvSpPr/>
          <p:nvPr/>
        </p:nvSpPr>
        <p:spPr>
          <a:xfrm>
            <a:off x="585423" y="9318311"/>
            <a:ext cx="247015" cy="185420"/>
          </a:xfrm>
          <a:custGeom>
            <a:avLst/>
            <a:gdLst/>
            <a:ahLst/>
            <a:cxnLst/>
            <a:rect l="l" t="t" r="r" b="b"/>
            <a:pathLst>
              <a:path w="247015" h="185420">
                <a:moveTo>
                  <a:pt x="222417" y="185348"/>
                </a:moveTo>
                <a:lnTo>
                  <a:pt x="0" y="100037"/>
                </a:lnTo>
                <a:lnTo>
                  <a:pt x="24882" y="0"/>
                </a:lnTo>
                <a:lnTo>
                  <a:pt x="246792" y="88357"/>
                </a:lnTo>
                <a:lnTo>
                  <a:pt x="222417" y="18534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3" name="object 153" descr="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1068344" y="9510768"/>
            <a:ext cx="245268" cy="179254"/>
          </a:xfrm>
          <a:prstGeom prst="rect">
            <a:avLst/>
          </a:prstGeom>
        </p:spPr>
      </p:pic>
      <p:sp>
        <p:nvSpPr>
          <p:cNvPr id="154" name="object 154" descr=""/>
          <p:cNvSpPr/>
          <p:nvPr/>
        </p:nvSpPr>
        <p:spPr>
          <a:xfrm>
            <a:off x="1550756" y="9701703"/>
            <a:ext cx="243840" cy="171450"/>
          </a:xfrm>
          <a:custGeom>
            <a:avLst/>
            <a:gdLst/>
            <a:ahLst/>
            <a:cxnLst/>
            <a:rect l="l" t="t" r="r" b="b"/>
            <a:pathLst>
              <a:path w="243839" h="171450">
                <a:moveTo>
                  <a:pt x="222417" y="171129"/>
                </a:moveTo>
                <a:lnTo>
                  <a:pt x="0" y="87342"/>
                </a:lnTo>
                <a:lnTo>
                  <a:pt x="21835" y="0"/>
                </a:lnTo>
                <a:lnTo>
                  <a:pt x="21835" y="507"/>
                </a:lnTo>
                <a:lnTo>
                  <a:pt x="243745" y="86833"/>
                </a:lnTo>
                <a:lnTo>
                  <a:pt x="222417" y="17112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 descr=""/>
          <p:cNvSpPr/>
          <p:nvPr/>
        </p:nvSpPr>
        <p:spPr>
          <a:xfrm>
            <a:off x="2033676" y="9887557"/>
            <a:ext cx="242570" cy="161290"/>
          </a:xfrm>
          <a:custGeom>
            <a:avLst/>
            <a:gdLst/>
            <a:ahLst/>
            <a:cxnLst/>
            <a:rect l="l" t="t" r="r" b="b"/>
            <a:pathLst>
              <a:path w="242569" h="161290">
                <a:moveTo>
                  <a:pt x="20774" y="174"/>
                </a:moveTo>
                <a:lnTo>
                  <a:pt x="20309" y="0"/>
                </a:lnTo>
                <a:lnTo>
                  <a:pt x="20820" y="0"/>
                </a:lnTo>
                <a:lnTo>
                  <a:pt x="20774" y="174"/>
                </a:lnTo>
                <a:close/>
              </a:path>
              <a:path w="242569" h="161290">
                <a:moveTo>
                  <a:pt x="222417" y="160974"/>
                </a:moveTo>
                <a:lnTo>
                  <a:pt x="0" y="81248"/>
                </a:lnTo>
                <a:lnTo>
                  <a:pt x="10219" y="41005"/>
                </a:lnTo>
                <a:lnTo>
                  <a:pt x="15067" y="22121"/>
                </a:lnTo>
                <a:lnTo>
                  <a:pt x="20774" y="174"/>
                </a:lnTo>
                <a:lnTo>
                  <a:pt x="242221" y="82264"/>
                </a:lnTo>
                <a:lnTo>
                  <a:pt x="232129" y="122000"/>
                </a:lnTo>
                <a:lnTo>
                  <a:pt x="227582" y="140106"/>
                </a:lnTo>
                <a:lnTo>
                  <a:pt x="222417" y="16097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 descr=""/>
          <p:cNvSpPr/>
          <p:nvPr/>
        </p:nvSpPr>
        <p:spPr>
          <a:xfrm>
            <a:off x="2515581" y="10062242"/>
            <a:ext cx="241300" cy="149860"/>
          </a:xfrm>
          <a:custGeom>
            <a:avLst/>
            <a:gdLst/>
            <a:ahLst/>
            <a:cxnLst/>
            <a:rect l="l" t="t" r="r" b="b"/>
            <a:pathLst>
              <a:path w="241300" h="149859">
                <a:moveTo>
                  <a:pt x="222417" y="149294"/>
                </a:moveTo>
                <a:lnTo>
                  <a:pt x="91087" y="106662"/>
                </a:lnTo>
                <a:lnTo>
                  <a:pt x="0" y="76170"/>
                </a:lnTo>
                <a:lnTo>
                  <a:pt x="19296" y="0"/>
                </a:lnTo>
                <a:lnTo>
                  <a:pt x="150297" y="45227"/>
                </a:lnTo>
                <a:lnTo>
                  <a:pt x="241206" y="75662"/>
                </a:lnTo>
                <a:lnTo>
                  <a:pt x="222417" y="14929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 descr=""/>
          <p:cNvSpPr/>
          <p:nvPr/>
        </p:nvSpPr>
        <p:spPr>
          <a:xfrm>
            <a:off x="2999730" y="10220676"/>
            <a:ext cx="238125" cy="66675"/>
          </a:xfrm>
          <a:custGeom>
            <a:avLst/>
            <a:gdLst/>
            <a:ahLst/>
            <a:cxnLst/>
            <a:rect l="l" t="t" r="r" b="b"/>
            <a:pathLst>
              <a:path w="238125" h="66675">
                <a:moveTo>
                  <a:pt x="237771" y="66322"/>
                </a:moveTo>
                <a:lnTo>
                  <a:pt x="0" y="66322"/>
                </a:lnTo>
                <a:lnTo>
                  <a:pt x="16544" y="0"/>
                </a:lnTo>
                <a:lnTo>
                  <a:pt x="147544" y="39815"/>
                </a:lnTo>
                <a:lnTo>
                  <a:pt x="237771" y="6632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 descr=""/>
          <p:cNvSpPr/>
          <p:nvPr/>
        </p:nvSpPr>
        <p:spPr>
          <a:xfrm>
            <a:off x="6901472" y="10231848"/>
            <a:ext cx="186055" cy="55244"/>
          </a:xfrm>
          <a:custGeom>
            <a:avLst/>
            <a:gdLst/>
            <a:ahLst/>
            <a:cxnLst/>
            <a:rect l="l" t="t" r="r" b="b"/>
            <a:pathLst>
              <a:path w="186054" h="55245">
                <a:moveTo>
                  <a:pt x="181601" y="55150"/>
                </a:moveTo>
                <a:lnTo>
                  <a:pt x="0" y="55150"/>
                </a:lnTo>
                <a:lnTo>
                  <a:pt x="94945" y="27372"/>
                </a:lnTo>
                <a:lnTo>
                  <a:pt x="185853" y="0"/>
                </a:lnTo>
                <a:lnTo>
                  <a:pt x="181601" y="5515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9" name="object 159" descr="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7341227" y="10074936"/>
            <a:ext cx="226987" cy="155387"/>
          </a:xfrm>
          <a:prstGeom prst="rect">
            <a:avLst/>
          </a:prstGeom>
        </p:spPr>
      </p:pic>
      <p:sp>
        <p:nvSpPr>
          <p:cNvPr id="160" name="object 160" descr=""/>
          <p:cNvSpPr/>
          <p:nvPr/>
        </p:nvSpPr>
        <p:spPr>
          <a:xfrm>
            <a:off x="7824148" y="9901269"/>
            <a:ext cx="226060" cy="168275"/>
          </a:xfrm>
          <a:custGeom>
            <a:avLst/>
            <a:gdLst/>
            <a:ahLst/>
            <a:cxnLst/>
            <a:rect l="l" t="t" r="r" b="b"/>
            <a:pathLst>
              <a:path w="226059" h="168275">
                <a:moveTo>
                  <a:pt x="0" y="168082"/>
                </a:moveTo>
                <a:lnTo>
                  <a:pt x="4062" y="81756"/>
                </a:lnTo>
                <a:lnTo>
                  <a:pt x="3554" y="81756"/>
                </a:lnTo>
                <a:lnTo>
                  <a:pt x="225464" y="0"/>
                </a:lnTo>
                <a:lnTo>
                  <a:pt x="222417" y="89372"/>
                </a:lnTo>
                <a:lnTo>
                  <a:pt x="0" y="16808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 descr=""/>
          <p:cNvSpPr/>
          <p:nvPr/>
        </p:nvSpPr>
        <p:spPr>
          <a:xfrm>
            <a:off x="8306053" y="9716428"/>
            <a:ext cx="224790" cy="179070"/>
          </a:xfrm>
          <a:custGeom>
            <a:avLst/>
            <a:gdLst/>
            <a:ahLst/>
            <a:cxnLst/>
            <a:rect l="l" t="t" r="r" b="b"/>
            <a:pathLst>
              <a:path w="224790" h="179070">
                <a:moveTo>
                  <a:pt x="0" y="178746"/>
                </a:moveTo>
                <a:lnTo>
                  <a:pt x="2539" y="85818"/>
                </a:lnTo>
                <a:lnTo>
                  <a:pt x="2539" y="86326"/>
                </a:lnTo>
                <a:lnTo>
                  <a:pt x="224448" y="0"/>
                </a:lnTo>
                <a:lnTo>
                  <a:pt x="222418" y="95467"/>
                </a:lnTo>
                <a:lnTo>
                  <a:pt x="0" y="17874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 descr=""/>
          <p:cNvSpPr/>
          <p:nvPr/>
        </p:nvSpPr>
        <p:spPr>
          <a:xfrm>
            <a:off x="8789480" y="9524986"/>
            <a:ext cx="222885" cy="187960"/>
          </a:xfrm>
          <a:custGeom>
            <a:avLst/>
            <a:gdLst/>
            <a:ahLst/>
            <a:cxnLst/>
            <a:rect l="l" t="t" r="r" b="b"/>
            <a:pathLst>
              <a:path w="222884" h="187959">
                <a:moveTo>
                  <a:pt x="0" y="187886"/>
                </a:moveTo>
                <a:lnTo>
                  <a:pt x="1016" y="88865"/>
                </a:lnTo>
                <a:lnTo>
                  <a:pt x="508" y="88865"/>
                </a:lnTo>
                <a:lnTo>
                  <a:pt x="222418" y="0"/>
                </a:lnTo>
                <a:lnTo>
                  <a:pt x="222418" y="102068"/>
                </a:lnTo>
                <a:lnTo>
                  <a:pt x="0" y="18788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 descr=""/>
          <p:cNvSpPr/>
          <p:nvPr/>
        </p:nvSpPr>
        <p:spPr>
          <a:xfrm>
            <a:off x="9270878" y="9332530"/>
            <a:ext cx="223520" cy="194945"/>
          </a:xfrm>
          <a:custGeom>
            <a:avLst/>
            <a:gdLst/>
            <a:ahLst/>
            <a:cxnLst/>
            <a:rect l="l" t="t" r="r" b="b"/>
            <a:pathLst>
              <a:path w="223520" h="194945">
                <a:moveTo>
                  <a:pt x="507" y="194488"/>
                </a:moveTo>
                <a:lnTo>
                  <a:pt x="507" y="88865"/>
                </a:lnTo>
                <a:lnTo>
                  <a:pt x="0" y="88865"/>
                </a:lnTo>
                <a:lnTo>
                  <a:pt x="221910" y="0"/>
                </a:lnTo>
                <a:lnTo>
                  <a:pt x="222925" y="108669"/>
                </a:lnTo>
                <a:lnTo>
                  <a:pt x="507" y="19448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 descr=""/>
          <p:cNvSpPr/>
          <p:nvPr/>
        </p:nvSpPr>
        <p:spPr>
          <a:xfrm>
            <a:off x="9752274" y="9144135"/>
            <a:ext cx="224790" cy="198755"/>
          </a:xfrm>
          <a:custGeom>
            <a:avLst/>
            <a:gdLst/>
            <a:ahLst/>
            <a:cxnLst/>
            <a:rect l="l" t="t" r="r" b="b"/>
            <a:pathLst>
              <a:path w="224790" h="198754">
                <a:moveTo>
                  <a:pt x="2030" y="198550"/>
                </a:moveTo>
                <a:lnTo>
                  <a:pt x="0" y="86326"/>
                </a:lnTo>
                <a:lnTo>
                  <a:pt x="173237" y="18678"/>
                </a:lnTo>
                <a:lnTo>
                  <a:pt x="221909" y="0"/>
                </a:lnTo>
                <a:lnTo>
                  <a:pt x="224447" y="115271"/>
                </a:lnTo>
                <a:lnTo>
                  <a:pt x="2030" y="19855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5" name="object 165" descr=""/>
          <p:cNvPicPr/>
          <p:nvPr/>
        </p:nvPicPr>
        <p:blipFill>
          <a:blip r:embed="rId95" cstate="print"/>
          <a:stretch>
            <a:fillRect/>
          </a:stretch>
        </p:blipFill>
        <p:spPr>
          <a:xfrm>
            <a:off x="10233163" y="8963866"/>
            <a:ext cx="225971" cy="200074"/>
          </a:xfrm>
          <a:prstGeom prst="rect">
            <a:avLst/>
          </a:prstGeom>
        </p:spPr>
      </p:pic>
      <p:pic>
        <p:nvPicPr>
          <p:cNvPr id="166" name="object 166" descr=""/>
          <p:cNvPicPr/>
          <p:nvPr/>
        </p:nvPicPr>
        <p:blipFill>
          <a:blip r:embed="rId96" cstate="print"/>
          <a:stretch>
            <a:fillRect/>
          </a:stretch>
        </p:blipFill>
        <p:spPr>
          <a:xfrm>
            <a:off x="10714560" y="8797306"/>
            <a:ext cx="226987" cy="199058"/>
          </a:xfrm>
          <a:prstGeom prst="rect">
            <a:avLst/>
          </a:prstGeom>
        </p:spPr>
      </p:pic>
      <p:pic>
        <p:nvPicPr>
          <p:cNvPr id="167" name="object 167" descr=""/>
          <p:cNvPicPr/>
          <p:nvPr/>
        </p:nvPicPr>
        <p:blipFill>
          <a:blip r:embed="rId97" cstate="print"/>
          <a:stretch>
            <a:fillRect/>
          </a:stretch>
        </p:blipFill>
        <p:spPr>
          <a:xfrm>
            <a:off x="11195449" y="8649027"/>
            <a:ext cx="228511" cy="196011"/>
          </a:xfrm>
          <a:prstGeom prst="rect">
            <a:avLst/>
          </a:prstGeom>
        </p:spPr>
      </p:pic>
      <p:pic>
        <p:nvPicPr>
          <p:cNvPr id="168" name="object 168" descr="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11676846" y="8524108"/>
            <a:ext cx="230032" cy="189410"/>
          </a:xfrm>
          <a:prstGeom prst="rect">
            <a:avLst/>
          </a:prstGeom>
        </p:spPr>
      </p:pic>
      <p:pic>
        <p:nvPicPr>
          <p:cNvPr id="169" name="object 169" descr=""/>
          <p:cNvPicPr/>
          <p:nvPr/>
        </p:nvPicPr>
        <p:blipFill>
          <a:blip r:embed="rId99" cstate="print"/>
          <a:stretch>
            <a:fillRect/>
          </a:stretch>
        </p:blipFill>
        <p:spPr>
          <a:xfrm>
            <a:off x="12157839" y="8428133"/>
            <a:ext cx="231453" cy="179254"/>
          </a:xfrm>
          <a:prstGeom prst="rect">
            <a:avLst/>
          </a:prstGeom>
        </p:spPr>
      </p:pic>
      <p:pic>
        <p:nvPicPr>
          <p:cNvPr id="170" name="object 170" descr="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13120020" y="8345234"/>
            <a:ext cx="234095" cy="148405"/>
          </a:xfrm>
          <a:prstGeom prst="rect">
            <a:avLst/>
          </a:prstGeom>
        </p:spPr>
      </p:pic>
      <p:pic>
        <p:nvPicPr>
          <p:cNvPr id="171" name="object 171" descr="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12639132" y="8365673"/>
            <a:ext cx="232573" cy="167067"/>
          </a:xfrm>
          <a:prstGeom prst="rect">
            <a:avLst/>
          </a:prstGeom>
        </p:spPr>
      </p:pic>
      <p:pic>
        <p:nvPicPr>
          <p:cNvPr id="172" name="object 172" descr=""/>
          <p:cNvPicPr/>
          <p:nvPr/>
        </p:nvPicPr>
        <p:blipFill>
          <a:blip r:embed="rId102" cstate="print"/>
          <a:stretch>
            <a:fillRect/>
          </a:stretch>
        </p:blipFill>
        <p:spPr>
          <a:xfrm>
            <a:off x="13601417" y="8354502"/>
            <a:ext cx="235619" cy="144977"/>
          </a:xfrm>
          <a:prstGeom prst="rect">
            <a:avLst/>
          </a:prstGeom>
        </p:spPr>
      </p:pic>
      <p:pic>
        <p:nvPicPr>
          <p:cNvPr id="173" name="object 173" descr=""/>
          <p:cNvPicPr/>
          <p:nvPr/>
        </p:nvPicPr>
        <p:blipFill>
          <a:blip r:embed="rId103" cstate="print"/>
          <a:stretch>
            <a:fillRect/>
          </a:stretch>
        </p:blipFill>
        <p:spPr>
          <a:xfrm>
            <a:off x="14082306" y="8347901"/>
            <a:ext cx="237142" cy="145739"/>
          </a:xfrm>
          <a:prstGeom prst="rect">
            <a:avLst/>
          </a:prstGeom>
        </p:spPr>
      </p:pic>
      <p:sp>
        <p:nvSpPr>
          <p:cNvPr id="174" name="object 174" descr=""/>
          <p:cNvSpPr/>
          <p:nvPr/>
        </p:nvSpPr>
        <p:spPr>
          <a:xfrm>
            <a:off x="14563703" y="8328097"/>
            <a:ext cx="238760" cy="146685"/>
          </a:xfrm>
          <a:custGeom>
            <a:avLst/>
            <a:gdLst/>
            <a:ahLst/>
            <a:cxnLst/>
            <a:rect l="l" t="t" r="r" b="b"/>
            <a:pathLst>
              <a:path w="238759" h="146684">
                <a:moveTo>
                  <a:pt x="15741" y="146246"/>
                </a:moveTo>
                <a:lnTo>
                  <a:pt x="0" y="10663"/>
                </a:lnTo>
                <a:lnTo>
                  <a:pt x="221909" y="0"/>
                </a:lnTo>
                <a:lnTo>
                  <a:pt x="238159" y="132536"/>
                </a:lnTo>
                <a:lnTo>
                  <a:pt x="75488" y="142819"/>
                </a:lnTo>
                <a:lnTo>
                  <a:pt x="15741" y="14624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5" name="object 175" descr=""/>
          <p:cNvPicPr/>
          <p:nvPr/>
        </p:nvPicPr>
        <p:blipFill>
          <a:blip r:embed="rId104" cstate="print"/>
          <a:stretch>
            <a:fillRect/>
          </a:stretch>
        </p:blipFill>
        <p:spPr>
          <a:xfrm>
            <a:off x="15044593" y="8297120"/>
            <a:ext cx="239682" cy="144216"/>
          </a:xfrm>
          <a:prstGeom prst="rect">
            <a:avLst/>
          </a:prstGeom>
        </p:spPr>
      </p:pic>
      <p:sp>
        <p:nvSpPr>
          <p:cNvPr id="176" name="object 176" descr=""/>
          <p:cNvSpPr/>
          <p:nvPr/>
        </p:nvSpPr>
        <p:spPr>
          <a:xfrm>
            <a:off x="15525990" y="8258527"/>
            <a:ext cx="241300" cy="140335"/>
          </a:xfrm>
          <a:custGeom>
            <a:avLst/>
            <a:gdLst/>
            <a:ahLst/>
            <a:cxnLst/>
            <a:rect l="l" t="t" r="r" b="b"/>
            <a:pathLst>
              <a:path w="241300" h="140334">
                <a:moveTo>
                  <a:pt x="18788" y="140153"/>
                </a:moveTo>
                <a:lnTo>
                  <a:pt x="0" y="18788"/>
                </a:lnTo>
                <a:lnTo>
                  <a:pt x="221909" y="0"/>
                </a:lnTo>
                <a:lnTo>
                  <a:pt x="241206" y="117302"/>
                </a:lnTo>
                <a:lnTo>
                  <a:pt x="78534" y="134297"/>
                </a:lnTo>
                <a:lnTo>
                  <a:pt x="18788" y="14015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7" name="object 177" descr=""/>
          <p:cNvPicPr/>
          <p:nvPr/>
        </p:nvPicPr>
        <p:blipFill>
          <a:blip r:embed="rId105" cstate="print"/>
          <a:stretch>
            <a:fillRect/>
          </a:stretch>
        </p:blipFill>
        <p:spPr>
          <a:xfrm>
            <a:off x="16006934" y="8212318"/>
            <a:ext cx="242673" cy="134059"/>
          </a:xfrm>
          <a:prstGeom prst="rect">
            <a:avLst/>
          </a:prstGeom>
        </p:spPr>
      </p:pic>
      <p:sp>
        <p:nvSpPr>
          <p:cNvPr id="178" name="object 178" descr=""/>
          <p:cNvSpPr/>
          <p:nvPr/>
        </p:nvSpPr>
        <p:spPr>
          <a:xfrm>
            <a:off x="16487767" y="8162552"/>
            <a:ext cx="243840" cy="127000"/>
          </a:xfrm>
          <a:custGeom>
            <a:avLst/>
            <a:gdLst/>
            <a:ahLst/>
            <a:cxnLst/>
            <a:rect l="l" t="t" r="r" b="b"/>
            <a:pathLst>
              <a:path w="243840" h="127000">
                <a:moveTo>
                  <a:pt x="21327" y="126950"/>
                </a:moveTo>
                <a:lnTo>
                  <a:pt x="0" y="23358"/>
                </a:lnTo>
                <a:lnTo>
                  <a:pt x="221909" y="0"/>
                </a:lnTo>
                <a:lnTo>
                  <a:pt x="243744" y="99021"/>
                </a:lnTo>
                <a:lnTo>
                  <a:pt x="21327" y="12695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 descr=""/>
          <p:cNvSpPr/>
          <p:nvPr/>
        </p:nvSpPr>
        <p:spPr>
          <a:xfrm>
            <a:off x="16969164" y="8110249"/>
            <a:ext cx="245745" cy="118745"/>
          </a:xfrm>
          <a:custGeom>
            <a:avLst/>
            <a:gdLst/>
            <a:ahLst/>
            <a:cxnLst/>
            <a:rect l="l" t="t" r="r" b="b"/>
            <a:pathLst>
              <a:path w="245744" h="118745">
                <a:moveTo>
                  <a:pt x="22850" y="118318"/>
                </a:moveTo>
                <a:lnTo>
                  <a:pt x="0" y="24374"/>
                </a:lnTo>
                <a:lnTo>
                  <a:pt x="221909" y="0"/>
                </a:lnTo>
                <a:lnTo>
                  <a:pt x="245268" y="89373"/>
                </a:lnTo>
                <a:lnTo>
                  <a:pt x="22850" y="11831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 descr=""/>
          <p:cNvSpPr/>
          <p:nvPr/>
        </p:nvSpPr>
        <p:spPr>
          <a:xfrm>
            <a:off x="17450052" y="8057438"/>
            <a:ext cx="247015" cy="109220"/>
          </a:xfrm>
          <a:custGeom>
            <a:avLst/>
            <a:gdLst/>
            <a:ahLst/>
            <a:cxnLst/>
            <a:rect l="l" t="t" r="r" b="b"/>
            <a:pathLst>
              <a:path w="247015" h="109220">
                <a:moveTo>
                  <a:pt x="24373" y="108669"/>
                </a:moveTo>
                <a:lnTo>
                  <a:pt x="0" y="24374"/>
                </a:lnTo>
                <a:lnTo>
                  <a:pt x="221909" y="0"/>
                </a:lnTo>
                <a:lnTo>
                  <a:pt x="246791" y="80232"/>
                </a:lnTo>
                <a:lnTo>
                  <a:pt x="24373" y="10866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 descr=""/>
          <p:cNvSpPr/>
          <p:nvPr/>
        </p:nvSpPr>
        <p:spPr>
          <a:xfrm>
            <a:off x="17931449" y="8006150"/>
            <a:ext cx="248920" cy="99060"/>
          </a:xfrm>
          <a:custGeom>
            <a:avLst/>
            <a:gdLst/>
            <a:ahLst/>
            <a:cxnLst/>
            <a:rect l="l" t="t" r="r" b="b"/>
            <a:pathLst>
              <a:path w="248919" h="99059">
                <a:moveTo>
                  <a:pt x="25896" y="98513"/>
                </a:moveTo>
                <a:lnTo>
                  <a:pt x="506" y="23358"/>
                </a:lnTo>
                <a:lnTo>
                  <a:pt x="0" y="23358"/>
                </a:lnTo>
                <a:lnTo>
                  <a:pt x="221909" y="0"/>
                </a:lnTo>
                <a:lnTo>
                  <a:pt x="248314" y="71092"/>
                </a:lnTo>
                <a:lnTo>
                  <a:pt x="25896" y="9851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 descr=""/>
          <p:cNvSpPr/>
          <p:nvPr/>
        </p:nvSpPr>
        <p:spPr>
          <a:xfrm>
            <a:off x="46137" y="9360459"/>
            <a:ext cx="250190" cy="180975"/>
          </a:xfrm>
          <a:custGeom>
            <a:avLst/>
            <a:gdLst/>
            <a:ahLst/>
            <a:cxnLst/>
            <a:rect l="l" t="t" r="r" b="b"/>
            <a:pathLst>
              <a:path w="250190" h="180975">
                <a:moveTo>
                  <a:pt x="223941" y="180777"/>
                </a:moveTo>
                <a:lnTo>
                  <a:pt x="0" y="105114"/>
                </a:lnTo>
                <a:lnTo>
                  <a:pt x="26405" y="0"/>
                </a:lnTo>
                <a:lnTo>
                  <a:pt x="249839" y="79217"/>
                </a:lnTo>
                <a:lnTo>
                  <a:pt x="223941" y="18077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 descr=""/>
          <p:cNvSpPr/>
          <p:nvPr/>
        </p:nvSpPr>
        <p:spPr>
          <a:xfrm>
            <a:off x="531596" y="9533620"/>
            <a:ext cx="248920" cy="175895"/>
          </a:xfrm>
          <a:custGeom>
            <a:avLst/>
            <a:gdLst/>
            <a:ahLst/>
            <a:cxnLst/>
            <a:rect l="l" t="t" r="r" b="b"/>
            <a:pathLst>
              <a:path w="248920" h="175895">
                <a:moveTo>
                  <a:pt x="223941" y="175700"/>
                </a:moveTo>
                <a:lnTo>
                  <a:pt x="0" y="97498"/>
                </a:lnTo>
                <a:lnTo>
                  <a:pt x="24882" y="0"/>
                </a:lnTo>
                <a:lnTo>
                  <a:pt x="248315" y="81756"/>
                </a:lnTo>
                <a:lnTo>
                  <a:pt x="223941" y="17570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4" name="object 184" descr=""/>
          <p:cNvPicPr/>
          <p:nvPr/>
        </p:nvPicPr>
        <p:blipFill>
          <a:blip r:embed="rId106" cstate="print"/>
          <a:stretch>
            <a:fillRect/>
          </a:stretch>
        </p:blipFill>
        <p:spPr>
          <a:xfrm>
            <a:off x="1017563" y="9710843"/>
            <a:ext cx="246792" cy="169098"/>
          </a:xfrm>
          <a:prstGeom prst="rect">
            <a:avLst/>
          </a:prstGeom>
        </p:spPr>
      </p:pic>
      <p:sp>
        <p:nvSpPr>
          <p:cNvPr id="185" name="object 185" descr=""/>
          <p:cNvSpPr/>
          <p:nvPr/>
        </p:nvSpPr>
        <p:spPr>
          <a:xfrm>
            <a:off x="1502515" y="9888066"/>
            <a:ext cx="246379" cy="160020"/>
          </a:xfrm>
          <a:custGeom>
            <a:avLst/>
            <a:gdLst/>
            <a:ahLst/>
            <a:cxnLst/>
            <a:rect l="l" t="t" r="r" b="b"/>
            <a:pathLst>
              <a:path w="246380" h="160020">
                <a:moveTo>
                  <a:pt x="223940" y="159958"/>
                </a:moveTo>
                <a:lnTo>
                  <a:pt x="0" y="82772"/>
                </a:lnTo>
                <a:lnTo>
                  <a:pt x="6061" y="60627"/>
                </a:lnTo>
                <a:lnTo>
                  <a:pt x="16281" y="22430"/>
                </a:lnTo>
                <a:lnTo>
                  <a:pt x="22343" y="0"/>
                </a:lnTo>
                <a:lnTo>
                  <a:pt x="245776" y="80232"/>
                </a:lnTo>
                <a:lnTo>
                  <a:pt x="239936" y="101973"/>
                </a:lnTo>
                <a:lnTo>
                  <a:pt x="234858" y="120476"/>
                </a:lnTo>
                <a:lnTo>
                  <a:pt x="229780" y="138788"/>
                </a:lnTo>
                <a:lnTo>
                  <a:pt x="223940" y="15995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 descr=""/>
          <p:cNvSpPr/>
          <p:nvPr/>
        </p:nvSpPr>
        <p:spPr>
          <a:xfrm>
            <a:off x="1988481" y="10060211"/>
            <a:ext cx="244475" cy="149860"/>
          </a:xfrm>
          <a:custGeom>
            <a:avLst/>
            <a:gdLst/>
            <a:ahLst/>
            <a:cxnLst/>
            <a:rect l="l" t="t" r="r" b="b"/>
            <a:pathLst>
              <a:path w="244475" h="149859">
                <a:moveTo>
                  <a:pt x="223941" y="149294"/>
                </a:moveTo>
                <a:lnTo>
                  <a:pt x="0" y="76170"/>
                </a:lnTo>
                <a:lnTo>
                  <a:pt x="20820" y="0"/>
                </a:lnTo>
                <a:lnTo>
                  <a:pt x="244253" y="76170"/>
                </a:lnTo>
                <a:lnTo>
                  <a:pt x="223941" y="14929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 descr=""/>
          <p:cNvSpPr/>
          <p:nvPr/>
        </p:nvSpPr>
        <p:spPr>
          <a:xfrm>
            <a:off x="2475417" y="10222708"/>
            <a:ext cx="222885" cy="64769"/>
          </a:xfrm>
          <a:custGeom>
            <a:avLst/>
            <a:gdLst/>
            <a:ahLst/>
            <a:cxnLst/>
            <a:rect l="l" t="t" r="r" b="b"/>
            <a:pathLst>
              <a:path w="222885" h="64770">
                <a:moveTo>
                  <a:pt x="222413" y="64290"/>
                </a:moveTo>
                <a:lnTo>
                  <a:pt x="0" y="64290"/>
                </a:lnTo>
                <a:lnTo>
                  <a:pt x="17820" y="0"/>
                </a:lnTo>
                <a:lnTo>
                  <a:pt x="149735" y="41899"/>
                </a:lnTo>
                <a:lnTo>
                  <a:pt x="222413" y="6429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 descr=""/>
          <p:cNvSpPr/>
          <p:nvPr/>
        </p:nvSpPr>
        <p:spPr>
          <a:xfrm>
            <a:off x="7442693" y="10250637"/>
            <a:ext cx="116205" cy="36830"/>
          </a:xfrm>
          <a:custGeom>
            <a:avLst/>
            <a:gdLst/>
            <a:ahLst/>
            <a:cxnLst/>
            <a:rect l="l" t="t" r="r" b="b"/>
            <a:pathLst>
              <a:path w="116204" h="36829">
                <a:moveTo>
                  <a:pt x="113703" y="36362"/>
                </a:moveTo>
                <a:lnTo>
                  <a:pt x="0" y="36362"/>
                </a:lnTo>
                <a:lnTo>
                  <a:pt x="66896" y="15518"/>
                </a:lnTo>
                <a:lnTo>
                  <a:pt x="115873" y="0"/>
                </a:lnTo>
                <a:lnTo>
                  <a:pt x="113703" y="3636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 descr=""/>
          <p:cNvSpPr/>
          <p:nvPr/>
        </p:nvSpPr>
        <p:spPr>
          <a:xfrm>
            <a:off x="7815515" y="10090680"/>
            <a:ext cx="227329" cy="154940"/>
          </a:xfrm>
          <a:custGeom>
            <a:avLst/>
            <a:gdLst/>
            <a:ahLst/>
            <a:cxnLst/>
            <a:rect l="l" t="t" r="r" b="b"/>
            <a:pathLst>
              <a:path w="227329" h="154940">
                <a:moveTo>
                  <a:pt x="0" y="154879"/>
                </a:moveTo>
                <a:lnTo>
                  <a:pt x="4062" y="75662"/>
                </a:lnTo>
                <a:lnTo>
                  <a:pt x="3555" y="75154"/>
                </a:lnTo>
                <a:lnTo>
                  <a:pt x="226987" y="0"/>
                </a:lnTo>
                <a:lnTo>
                  <a:pt x="223940" y="82772"/>
                </a:lnTo>
                <a:lnTo>
                  <a:pt x="0" y="15487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 descr=""/>
          <p:cNvSpPr/>
          <p:nvPr/>
        </p:nvSpPr>
        <p:spPr>
          <a:xfrm>
            <a:off x="8300975" y="9920057"/>
            <a:ext cx="226060" cy="166370"/>
          </a:xfrm>
          <a:custGeom>
            <a:avLst/>
            <a:gdLst/>
            <a:ahLst/>
            <a:cxnLst/>
            <a:rect l="l" t="t" r="r" b="b"/>
            <a:pathLst>
              <a:path w="226059" h="166370">
                <a:moveTo>
                  <a:pt x="0" y="166051"/>
                </a:moveTo>
                <a:lnTo>
                  <a:pt x="2539" y="79725"/>
                </a:lnTo>
                <a:lnTo>
                  <a:pt x="225971" y="0"/>
                </a:lnTo>
                <a:lnTo>
                  <a:pt x="223940" y="89881"/>
                </a:lnTo>
                <a:lnTo>
                  <a:pt x="0" y="16605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1" name="object 191" descr=""/>
          <p:cNvPicPr/>
          <p:nvPr/>
        </p:nvPicPr>
        <p:blipFill>
          <a:blip r:embed="rId107" cstate="print"/>
          <a:stretch>
            <a:fillRect/>
          </a:stretch>
        </p:blipFill>
        <p:spPr>
          <a:xfrm>
            <a:off x="8786941" y="9743342"/>
            <a:ext cx="223940" cy="175191"/>
          </a:xfrm>
          <a:prstGeom prst="rect">
            <a:avLst/>
          </a:prstGeom>
        </p:spPr>
      </p:pic>
      <p:sp>
        <p:nvSpPr>
          <p:cNvPr id="192" name="object 192" descr=""/>
          <p:cNvSpPr/>
          <p:nvPr/>
        </p:nvSpPr>
        <p:spPr>
          <a:xfrm>
            <a:off x="9271893" y="9565611"/>
            <a:ext cx="224790" cy="182880"/>
          </a:xfrm>
          <a:custGeom>
            <a:avLst/>
            <a:gdLst/>
            <a:ahLst/>
            <a:cxnLst/>
            <a:rect l="l" t="t" r="r" b="b"/>
            <a:pathLst>
              <a:path w="224790" h="182879">
                <a:moveTo>
                  <a:pt x="506" y="182808"/>
                </a:moveTo>
                <a:lnTo>
                  <a:pt x="506" y="81755"/>
                </a:lnTo>
                <a:lnTo>
                  <a:pt x="0" y="81756"/>
                </a:lnTo>
                <a:lnTo>
                  <a:pt x="223432" y="0"/>
                </a:lnTo>
                <a:lnTo>
                  <a:pt x="224447" y="104607"/>
                </a:lnTo>
                <a:lnTo>
                  <a:pt x="506" y="18280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3" name="object 193" descr=""/>
          <p:cNvPicPr/>
          <p:nvPr/>
        </p:nvPicPr>
        <p:blipFill>
          <a:blip r:embed="rId108" cstate="print"/>
          <a:stretch>
            <a:fillRect/>
          </a:stretch>
        </p:blipFill>
        <p:spPr>
          <a:xfrm>
            <a:off x="9755839" y="9391434"/>
            <a:ext cx="225961" cy="187886"/>
          </a:xfrm>
          <a:prstGeom prst="rect">
            <a:avLst/>
          </a:prstGeom>
        </p:spPr>
      </p:pic>
      <p:pic>
        <p:nvPicPr>
          <p:cNvPr id="194" name="object 194" descr=""/>
          <p:cNvPicPr/>
          <p:nvPr/>
        </p:nvPicPr>
        <p:blipFill>
          <a:blip r:embed="rId109" cstate="print"/>
          <a:stretch>
            <a:fillRect/>
          </a:stretch>
        </p:blipFill>
        <p:spPr>
          <a:xfrm>
            <a:off x="10724208" y="9071519"/>
            <a:ext cx="228511" cy="191441"/>
          </a:xfrm>
          <a:prstGeom prst="rect">
            <a:avLst/>
          </a:prstGeom>
        </p:spPr>
      </p:pic>
      <p:pic>
        <p:nvPicPr>
          <p:cNvPr id="195" name="object 195" descr=""/>
          <p:cNvPicPr/>
          <p:nvPr/>
        </p:nvPicPr>
        <p:blipFill>
          <a:blip r:embed="rId110" cstate="print"/>
          <a:stretch>
            <a:fillRect/>
          </a:stretch>
        </p:blipFill>
        <p:spPr>
          <a:xfrm>
            <a:off x="11208675" y="8935428"/>
            <a:ext cx="230010" cy="188902"/>
          </a:xfrm>
          <a:prstGeom prst="rect">
            <a:avLst/>
          </a:prstGeom>
        </p:spPr>
      </p:pic>
      <p:pic>
        <p:nvPicPr>
          <p:cNvPr id="196" name="object 196" descr=""/>
          <p:cNvPicPr/>
          <p:nvPr/>
        </p:nvPicPr>
        <p:blipFill>
          <a:blip r:embed="rId111" cstate="print"/>
          <a:stretch>
            <a:fillRect/>
          </a:stretch>
        </p:blipFill>
        <p:spPr>
          <a:xfrm>
            <a:off x="11692587" y="8821173"/>
            <a:ext cx="231557" cy="184331"/>
          </a:xfrm>
          <a:prstGeom prst="rect">
            <a:avLst/>
          </a:prstGeom>
        </p:spPr>
      </p:pic>
      <p:pic>
        <p:nvPicPr>
          <p:cNvPr id="197" name="object 197" descr=""/>
          <p:cNvPicPr/>
          <p:nvPr/>
        </p:nvPicPr>
        <p:blipFill>
          <a:blip r:embed="rId112" cstate="print"/>
          <a:stretch>
            <a:fillRect/>
          </a:stretch>
        </p:blipFill>
        <p:spPr>
          <a:xfrm>
            <a:off x="12177031" y="8733831"/>
            <a:ext cx="233081" cy="176206"/>
          </a:xfrm>
          <a:prstGeom prst="rect">
            <a:avLst/>
          </a:prstGeom>
        </p:spPr>
      </p:pic>
      <p:pic>
        <p:nvPicPr>
          <p:cNvPr id="198" name="object 198" descr=""/>
          <p:cNvPicPr/>
          <p:nvPr/>
        </p:nvPicPr>
        <p:blipFill>
          <a:blip r:embed="rId113" cstate="print"/>
          <a:stretch>
            <a:fillRect/>
          </a:stretch>
        </p:blipFill>
        <p:spPr>
          <a:xfrm>
            <a:off x="12660967" y="8677972"/>
            <a:ext cx="234604" cy="165543"/>
          </a:xfrm>
          <a:prstGeom prst="rect">
            <a:avLst/>
          </a:prstGeom>
        </p:spPr>
      </p:pic>
      <p:pic>
        <p:nvPicPr>
          <p:cNvPr id="199" name="object 199" descr=""/>
          <p:cNvPicPr/>
          <p:nvPr/>
        </p:nvPicPr>
        <p:blipFill>
          <a:blip r:embed="rId114" cstate="print"/>
          <a:stretch>
            <a:fillRect/>
          </a:stretch>
        </p:blipFill>
        <p:spPr>
          <a:xfrm>
            <a:off x="13145448" y="8660762"/>
            <a:ext cx="235581" cy="150254"/>
          </a:xfrm>
          <a:prstGeom prst="rect">
            <a:avLst/>
          </a:prstGeom>
        </p:spPr>
      </p:pic>
      <p:pic>
        <p:nvPicPr>
          <p:cNvPr id="200" name="object 200" descr=""/>
          <p:cNvPicPr/>
          <p:nvPr/>
        </p:nvPicPr>
        <p:blipFill>
          <a:blip r:embed="rId115" cstate="print"/>
          <a:stretch>
            <a:fillRect/>
          </a:stretch>
        </p:blipFill>
        <p:spPr>
          <a:xfrm>
            <a:off x="13629346" y="8665278"/>
            <a:ext cx="237143" cy="146754"/>
          </a:xfrm>
          <a:prstGeom prst="rect">
            <a:avLst/>
          </a:prstGeom>
        </p:spPr>
      </p:pic>
      <p:pic>
        <p:nvPicPr>
          <p:cNvPr id="201" name="object 201" descr=""/>
          <p:cNvPicPr/>
          <p:nvPr/>
        </p:nvPicPr>
        <p:blipFill>
          <a:blip r:embed="rId116" cstate="print"/>
          <a:stretch>
            <a:fillRect/>
          </a:stretch>
        </p:blipFill>
        <p:spPr>
          <a:xfrm>
            <a:off x="14113791" y="8647504"/>
            <a:ext cx="238666" cy="150309"/>
          </a:xfrm>
          <a:prstGeom prst="rect">
            <a:avLst/>
          </a:prstGeom>
        </p:spPr>
      </p:pic>
      <p:pic>
        <p:nvPicPr>
          <p:cNvPr id="202" name="object 202" descr=""/>
          <p:cNvPicPr/>
          <p:nvPr/>
        </p:nvPicPr>
        <p:blipFill>
          <a:blip r:embed="rId117" cstate="print"/>
          <a:stretch>
            <a:fillRect/>
          </a:stretch>
        </p:blipFill>
        <p:spPr>
          <a:xfrm>
            <a:off x="14597727" y="8613481"/>
            <a:ext cx="240189" cy="150817"/>
          </a:xfrm>
          <a:prstGeom prst="rect">
            <a:avLst/>
          </a:prstGeom>
        </p:spPr>
      </p:pic>
      <p:pic>
        <p:nvPicPr>
          <p:cNvPr id="203" name="object 203" descr=""/>
          <p:cNvPicPr/>
          <p:nvPr/>
        </p:nvPicPr>
        <p:blipFill>
          <a:blip r:embed="rId118" cstate="print"/>
          <a:stretch>
            <a:fillRect/>
          </a:stretch>
        </p:blipFill>
        <p:spPr>
          <a:xfrm>
            <a:off x="15082169" y="8566764"/>
            <a:ext cx="241712" cy="148278"/>
          </a:xfrm>
          <a:prstGeom prst="rect">
            <a:avLst/>
          </a:prstGeom>
        </p:spPr>
      </p:pic>
      <p:pic>
        <p:nvPicPr>
          <p:cNvPr id="204" name="object 204" descr=""/>
          <p:cNvPicPr/>
          <p:nvPr/>
        </p:nvPicPr>
        <p:blipFill>
          <a:blip r:embed="rId119" cstate="print"/>
          <a:stretch>
            <a:fillRect/>
          </a:stretch>
        </p:blipFill>
        <p:spPr>
          <a:xfrm>
            <a:off x="15566107" y="8509382"/>
            <a:ext cx="242726" cy="144215"/>
          </a:xfrm>
          <a:prstGeom prst="rect">
            <a:avLst/>
          </a:prstGeom>
        </p:spPr>
      </p:pic>
      <p:sp>
        <p:nvSpPr>
          <p:cNvPr id="205" name="object 205" descr=""/>
          <p:cNvSpPr/>
          <p:nvPr/>
        </p:nvSpPr>
        <p:spPr>
          <a:xfrm>
            <a:off x="16050548" y="8443876"/>
            <a:ext cx="244475" cy="137795"/>
          </a:xfrm>
          <a:custGeom>
            <a:avLst/>
            <a:gdLst/>
            <a:ahLst/>
            <a:cxnLst/>
            <a:rect l="l" t="t" r="r" b="b"/>
            <a:pathLst>
              <a:path w="244475" h="137795">
                <a:moveTo>
                  <a:pt x="20311" y="137614"/>
                </a:moveTo>
                <a:lnTo>
                  <a:pt x="0" y="30976"/>
                </a:lnTo>
                <a:lnTo>
                  <a:pt x="223432" y="0"/>
                </a:lnTo>
                <a:lnTo>
                  <a:pt x="244253" y="102068"/>
                </a:lnTo>
                <a:lnTo>
                  <a:pt x="80438" y="128347"/>
                </a:lnTo>
                <a:lnTo>
                  <a:pt x="20311" y="13761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object 206" descr=""/>
          <p:cNvSpPr/>
          <p:nvPr/>
        </p:nvSpPr>
        <p:spPr>
          <a:xfrm>
            <a:off x="16534485" y="8373291"/>
            <a:ext cx="246379" cy="129539"/>
          </a:xfrm>
          <a:custGeom>
            <a:avLst/>
            <a:gdLst/>
            <a:ahLst/>
            <a:cxnLst/>
            <a:rect l="l" t="t" r="r" b="b"/>
            <a:pathLst>
              <a:path w="246380" h="129540">
                <a:moveTo>
                  <a:pt x="21835" y="129489"/>
                </a:moveTo>
                <a:lnTo>
                  <a:pt x="0" y="33007"/>
                </a:lnTo>
                <a:lnTo>
                  <a:pt x="223432" y="0"/>
                </a:lnTo>
                <a:lnTo>
                  <a:pt x="245775" y="91404"/>
                </a:lnTo>
                <a:lnTo>
                  <a:pt x="21835" y="12948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object 207" descr=""/>
          <p:cNvSpPr/>
          <p:nvPr/>
        </p:nvSpPr>
        <p:spPr>
          <a:xfrm>
            <a:off x="17018421" y="8299152"/>
            <a:ext cx="247650" cy="120014"/>
          </a:xfrm>
          <a:custGeom>
            <a:avLst/>
            <a:gdLst/>
            <a:ahLst/>
            <a:cxnLst/>
            <a:rect l="l" t="t" r="r" b="b"/>
            <a:pathLst>
              <a:path w="247650" h="120015">
                <a:moveTo>
                  <a:pt x="23358" y="119841"/>
                </a:moveTo>
                <a:lnTo>
                  <a:pt x="506" y="34022"/>
                </a:lnTo>
                <a:lnTo>
                  <a:pt x="0" y="34022"/>
                </a:lnTo>
                <a:lnTo>
                  <a:pt x="223432" y="0"/>
                </a:lnTo>
                <a:lnTo>
                  <a:pt x="247299" y="80740"/>
                </a:lnTo>
                <a:lnTo>
                  <a:pt x="23358" y="11984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8" name="object 208" descr=""/>
          <p:cNvPicPr/>
          <p:nvPr/>
        </p:nvPicPr>
        <p:blipFill>
          <a:blip r:embed="rId120" cstate="print"/>
          <a:stretch>
            <a:fillRect/>
          </a:stretch>
        </p:blipFill>
        <p:spPr>
          <a:xfrm>
            <a:off x="17502861" y="8225012"/>
            <a:ext cx="248316" cy="108669"/>
          </a:xfrm>
          <a:prstGeom prst="rect">
            <a:avLst/>
          </a:prstGeom>
        </p:spPr>
      </p:pic>
      <p:sp>
        <p:nvSpPr>
          <p:cNvPr id="209" name="object 209" descr=""/>
          <p:cNvSpPr/>
          <p:nvPr/>
        </p:nvSpPr>
        <p:spPr>
          <a:xfrm>
            <a:off x="17986799" y="8153920"/>
            <a:ext cx="250190" cy="97155"/>
          </a:xfrm>
          <a:custGeom>
            <a:avLst/>
            <a:gdLst/>
            <a:ahLst/>
            <a:cxnLst/>
            <a:rect l="l" t="t" r="r" b="b"/>
            <a:pathLst>
              <a:path w="250190" h="97154">
                <a:moveTo>
                  <a:pt x="25896" y="96990"/>
                </a:moveTo>
                <a:lnTo>
                  <a:pt x="0" y="32499"/>
                </a:lnTo>
                <a:lnTo>
                  <a:pt x="223433" y="0"/>
                </a:lnTo>
                <a:lnTo>
                  <a:pt x="242713" y="44416"/>
                </a:lnTo>
                <a:lnTo>
                  <a:pt x="249838" y="59920"/>
                </a:lnTo>
                <a:lnTo>
                  <a:pt x="25896" y="9699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 descr=""/>
          <p:cNvSpPr/>
          <p:nvPr/>
        </p:nvSpPr>
        <p:spPr>
          <a:xfrm>
            <a:off x="0" y="9588461"/>
            <a:ext cx="240029" cy="172720"/>
          </a:xfrm>
          <a:custGeom>
            <a:avLst/>
            <a:gdLst/>
            <a:ahLst/>
            <a:cxnLst/>
            <a:rect l="l" t="t" r="r" b="b"/>
            <a:pathLst>
              <a:path w="240029" h="172720">
                <a:moveTo>
                  <a:pt x="213204" y="172653"/>
                </a:moveTo>
                <a:lnTo>
                  <a:pt x="0" y="108764"/>
                </a:lnTo>
                <a:lnTo>
                  <a:pt x="0" y="57205"/>
                </a:lnTo>
                <a:lnTo>
                  <a:pt x="14653" y="0"/>
                </a:lnTo>
                <a:lnTo>
                  <a:pt x="239609" y="71092"/>
                </a:lnTo>
                <a:lnTo>
                  <a:pt x="213204" y="17265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 descr=""/>
          <p:cNvSpPr/>
          <p:nvPr/>
        </p:nvSpPr>
        <p:spPr>
          <a:xfrm>
            <a:off x="476754" y="9744357"/>
            <a:ext cx="250825" cy="167640"/>
          </a:xfrm>
          <a:custGeom>
            <a:avLst/>
            <a:gdLst/>
            <a:ahLst/>
            <a:cxnLst/>
            <a:rect l="l" t="t" r="r" b="b"/>
            <a:pathLst>
              <a:path w="250825" h="167640">
                <a:moveTo>
                  <a:pt x="225464" y="167067"/>
                </a:moveTo>
                <a:lnTo>
                  <a:pt x="0" y="96990"/>
                </a:lnTo>
                <a:lnTo>
                  <a:pt x="25390" y="0"/>
                </a:lnTo>
                <a:lnTo>
                  <a:pt x="25390" y="508"/>
                </a:lnTo>
                <a:lnTo>
                  <a:pt x="250346" y="74139"/>
                </a:lnTo>
                <a:lnTo>
                  <a:pt x="225464" y="16706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 descr=""/>
          <p:cNvSpPr/>
          <p:nvPr/>
        </p:nvSpPr>
        <p:spPr>
          <a:xfrm>
            <a:off x="965259" y="9905331"/>
            <a:ext cx="248920" cy="160020"/>
          </a:xfrm>
          <a:custGeom>
            <a:avLst/>
            <a:gdLst/>
            <a:ahLst/>
            <a:cxnLst/>
            <a:rect l="l" t="t" r="r" b="b"/>
            <a:pathLst>
              <a:path w="248919" h="160020">
                <a:moveTo>
                  <a:pt x="225464" y="159449"/>
                </a:moveTo>
                <a:lnTo>
                  <a:pt x="0" y="88865"/>
                </a:lnTo>
                <a:lnTo>
                  <a:pt x="23866" y="0"/>
                </a:lnTo>
                <a:lnTo>
                  <a:pt x="248823" y="74647"/>
                </a:lnTo>
                <a:lnTo>
                  <a:pt x="225464" y="15944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 descr=""/>
          <p:cNvSpPr/>
          <p:nvPr/>
        </p:nvSpPr>
        <p:spPr>
          <a:xfrm>
            <a:off x="1454273" y="10066304"/>
            <a:ext cx="247650" cy="150495"/>
          </a:xfrm>
          <a:custGeom>
            <a:avLst/>
            <a:gdLst/>
            <a:ahLst/>
            <a:cxnLst/>
            <a:rect l="l" t="t" r="r" b="b"/>
            <a:pathLst>
              <a:path w="247650" h="150495">
                <a:moveTo>
                  <a:pt x="225464" y="150309"/>
                </a:moveTo>
                <a:lnTo>
                  <a:pt x="0" y="80741"/>
                </a:lnTo>
                <a:lnTo>
                  <a:pt x="22343" y="0"/>
                </a:lnTo>
                <a:lnTo>
                  <a:pt x="247299" y="73123"/>
                </a:lnTo>
                <a:lnTo>
                  <a:pt x="225464" y="15030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 descr=""/>
          <p:cNvSpPr/>
          <p:nvPr/>
        </p:nvSpPr>
        <p:spPr>
          <a:xfrm>
            <a:off x="1945388" y="10222707"/>
            <a:ext cx="226060" cy="64769"/>
          </a:xfrm>
          <a:custGeom>
            <a:avLst/>
            <a:gdLst/>
            <a:ahLst/>
            <a:cxnLst/>
            <a:rect l="l" t="t" r="r" b="b"/>
            <a:pathLst>
              <a:path w="226060" h="64770">
                <a:moveTo>
                  <a:pt x="18675" y="147"/>
                </a:moveTo>
                <a:lnTo>
                  <a:pt x="18208" y="0"/>
                </a:lnTo>
                <a:lnTo>
                  <a:pt x="18718" y="0"/>
                </a:lnTo>
                <a:lnTo>
                  <a:pt x="18675" y="147"/>
                </a:lnTo>
                <a:close/>
              </a:path>
              <a:path w="226060" h="64770">
                <a:moveTo>
                  <a:pt x="225870" y="64292"/>
                </a:moveTo>
                <a:lnTo>
                  <a:pt x="0" y="64292"/>
                </a:lnTo>
                <a:lnTo>
                  <a:pt x="3150" y="53628"/>
                </a:lnTo>
                <a:lnTo>
                  <a:pt x="8054" y="36752"/>
                </a:lnTo>
                <a:lnTo>
                  <a:pt x="12957" y="19780"/>
                </a:lnTo>
                <a:lnTo>
                  <a:pt x="18675" y="147"/>
                </a:lnTo>
                <a:lnTo>
                  <a:pt x="225870" y="6429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 descr=""/>
          <p:cNvSpPr/>
          <p:nvPr/>
        </p:nvSpPr>
        <p:spPr>
          <a:xfrm>
            <a:off x="7969877" y="10266887"/>
            <a:ext cx="66040" cy="20320"/>
          </a:xfrm>
          <a:custGeom>
            <a:avLst/>
            <a:gdLst/>
            <a:ahLst/>
            <a:cxnLst/>
            <a:rect l="l" t="t" r="r" b="b"/>
            <a:pathLst>
              <a:path w="66040" h="20320">
                <a:moveTo>
                  <a:pt x="65095" y="20112"/>
                </a:moveTo>
                <a:lnTo>
                  <a:pt x="0" y="20112"/>
                </a:lnTo>
                <a:lnTo>
                  <a:pt x="66024" y="0"/>
                </a:lnTo>
                <a:lnTo>
                  <a:pt x="65095" y="2011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216" descr=""/>
          <p:cNvSpPr/>
          <p:nvPr/>
        </p:nvSpPr>
        <p:spPr>
          <a:xfrm>
            <a:off x="8295389" y="10112007"/>
            <a:ext cx="227965" cy="154940"/>
          </a:xfrm>
          <a:custGeom>
            <a:avLst/>
            <a:gdLst/>
            <a:ahLst/>
            <a:cxnLst/>
            <a:rect l="l" t="t" r="r" b="b"/>
            <a:pathLst>
              <a:path w="227965" h="154940">
                <a:moveTo>
                  <a:pt x="0" y="154372"/>
                </a:moveTo>
                <a:lnTo>
                  <a:pt x="2539" y="72107"/>
                </a:lnTo>
                <a:lnTo>
                  <a:pt x="227495" y="0"/>
                </a:lnTo>
                <a:lnTo>
                  <a:pt x="225464" y="85818"/>
                </a:lnTo>
                <a:lnTo>
                  <a:pt x="0" y="15437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object 217" descr=""/>
          <p:cNvSpPr/>
          <p:nvPr/>
        </p:nvSpPr>
        <p:spPr>
          <a:xfrm>
            <a:off x="8784911" y="9952049"/>
            <a:ext cx="226060" cy="165100"/>
          </a:xfrm>
          <a:custGeom>
            <a:avLst/>
            <a:gdLst/>
            <a:ahLst/>
            <a:cxnLst/>
            <a:rect l="l" t="t" r="r" b="b"/>
            <a:pathLst>
              <a:path w="226059" h="165100">
                <a:moveTo>
                  <a:pt x="0" y="164528"/>
                </a:moveTo>
                <a:lnTo>
                  <a:pt x="1015" y="74647"/>
                </a:lnTo>
                <a:lnTo>
                  <a:pt x="508" y="74139"/>
                </a:lnTo>
                <a:lnTo>
                  <a:pt x="225464" y="0"/>
                </a:lnTo>
                <a:lnTo>
                  <a:pt x="225464" y="93943"/>
                </a:lnTo>
                <a:lnTo>
                  <a:pt x="0" y="16452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 descr=""/>
          <p:cNvSpPr/>
          <p:nvPr/>
        </p:nvSpPr>
        <p:spPr>
          <a:xfrm>
            <a:off x="9272401" y="9791076"/>
            <a:ext cx="226060" cy="172720"/>
          </a:xfrm>
          <a:custGeom>
            <a:avLst/>
            <a:gdLst/>
            <a:ahLst/>
            <a:cxnLst/>
            <a:rect l="l" t="t" r="r" b="b"/>
            <a:pathLst>
              <a:path w="226059" h="172720">
                <a:moveTo>
                  <a:pt x="507" y="172652"/>
                </a:moveTo>
                <a:lnTo>
                  <a:pt x="507" y="74647"/>
                </a:lnTo>
                <a:lnTo>
                  <a:pt x="0" y="74139"/>
                </a:lnTo>
                <a:lnTo>
                  <a:pt x="224957" y="0"/>
                </a:lnTo>
                <a:lnTo>
                  <a:pt x="225972" y="102068"/>
                </a:lnTo>
                <a:lnTo>
                  <a:pt x="507" y="17265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 descr=""/>
          <p:cNvSpPr/>
          <p:nvPr/>
        </p:nvSpPr>
        <p:spPr>
          <a:xfrm>
            <a:off x="9759891" y="9632641"/>
            <a:ext cx="227965" cy="179070"/>
          </a:xfrm>
          <a:custGeom>
            <a:avLst/>
            <a:gdLst/>
            <a:ahLst/>
            <a:cxnLst/>
            <a:rect l="l" t="t" r="r" b="b"/>
            <a:pathLst>
              <a:path w="227965" h="179070">
                <a:moveTo>
                  <a:pt x="2030" y="178746"/>
                </a:moveTo>
                <a:lnTo>
                  <a:pt x="0" y="72107"/>
                </a:lnTo>
                <a:lnTo>
                  <a:pt x="224956" y="0"/>
                </a:lnTo>
                <a:lnTo>
                  <a:pt x="227494" y="110193"/>
                </a:lnTo>
                <a:lnTo>
                  <a:pt x="2030" y="17874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0" name="object 220" descr=""/>
          <p:cNvPicPr/>
          <p:nvPr/>
        </p:nvPicPr>
        <p:blipFill>
          <a:blip r:embed="rId121" cstate="print"/>
          <a:stretch>
            <a:fillRect/>
          </a:stretch>
        </p:blipFill>
        <p:spPr>
          <a:xfrm>
            <a:off x="10247382" y="9482332"/>
            <a:ext cx="229017" cy="182301"/>
          </a:xfrm>
          <a:prstGeom prst="rect">
            <a:avLst/>
          </a:prstGeom>
        </p:spPr>
      </p:pic>
      <p:pic>
        <p:nvPicPr>
          <p:cNvPr id="221" name="object 221" descr=""/>
          <p:cNvPicPr/>
          <p:nvPr/>
        </p:nvPicPr>
        <p:blipFill>
          <a:blip r:embed="rId122" cstate="print"/>
          <a:stretch>
            <a:fillRect/>
          </a:stretch>
        </p:blipFill>
        <p:spPr>
          <a:xfrm>
            <a:off x="10734364" y="9343194"/>
            <a:ext cx="230540" cy="183825"/>
          </a:xfrm>
          <a:prstGeom prst="rect">
            <a:avLst/>
          </a:prstGeom>
        </p:spPr>
      </p:pic>
      <p:pic>
        <p:nvPicPr>
          <p:cNvPr id="222" name="object 222" descr=""/>
          <p:cNvPicPr/>
          <p:nvPr/>
        </p:nvPicPr>
        <p:blipFill>
          <a:blip r:embed="rId123" cstate="print"/>
          <a:stretch>
            <a:fillRect/>
          </a:stretch>
        </p:blipFill>
        <p:spPr>
          <a:xfrm>
            <a:off x="11221855" y="9220813"/>
            <a:ext cx="231557" cy="183316"/>
          </a:xfrm>
          <a:prstGeom prst="rect">
            <a:avLst/>
          </a:prstGeom>
        </p:spPr>
      </p:pic>
      <p:pic>
        <p:nvPicPr>
          <p:cNvPr id="223" name="object 223" descr=""/>
          <p:cNvPicPr/>
          <p:nvPr/>
        </p:nvPicPr>
        <p:blipFill>
          <a:blip r:embed="rId124" cstate="print"/>
          <a:stretch>
            <a:fillRect/>
          </a:stretch>
        </p:blipFill>
        <p:spPr>
          <a:xfrm>
            <a:off x="11708838" y="9118745"/>
            <a:ext cx="233080" cy="179255"/>
          </a:xfrm>
          <a:prstGeom prst="rect">
            <a:avLst/>
          </a:prstGeom>
        </p:spPr>
      </p:pic>
      <p:pic>
        <p:nvPicPr>
          <p:cNvPr id="224" name="object 224" descr=""/>
          <p:cNvPicPr/>
          <p:nvPr/>
        </p:nvPicPr>
        <p:blipFill>
          <a:blip r:embed="rId125" cstate="print"/>
          <a:stretch>
            <a:fillRect/>
          </a:stretch>
        </p:blipFill>
        <p:spPr>
          <a:xfrm>
            <a:off x="12196360" y="9041559"/>
            <a:ext cx="234572" cy="172652"/>
          </a:xfrm>
          <a:prstGeom prst="rect">
            <a:avLst/>
          </a:prstGeom>
        </p:spPr>
      </p:pic>
      <p:pic>
        <p:nvPicPr>
          <p:cNvPr id="225" name="object 225" descr=""/>
          <p:cNvPicPr/>
          <p:nvPr/>
        </p:nvPicPr>
        <p:blipFill>
          <a:blip r:embed="rId126" cstate="print"/>
          <a:stretch>
            <a:fillRect/>
          </a:stretch>
        </p:blipFill>
        <p:spPr>
          <a:xfrm>
            <a:off x="12683311" y="8993826"/>
            <a:ext cx="236127" cy="163512"/>
          </a:xfrm>
          <a:prstGeom prst="rect">
            <a:avLst/>
          </a:prstGeom>
        </p:spPr>
      </p:pic>
      <p:pic>
        <p:nvPicPr>
          <p:cNvPr id="226" name="object 226" descr=""/>
          <p:cNvPicPr/>
          <p:nvPr/>
        </p:nvPicPr>
        <p:blipFill>
          <a:blip r:embed="rId127" cstate="print"/>
          <a:stretch>
            <a:fillRect/>
          </a:stretch>
        </p:blipFill>
        <p:spPr>
          <a:xfrm>
            <a:off x="13170802" y="8980306"/>
            <a:ext cx="237651" cy="151134"/>
          </a:xfrm>
          <a:prstGeom prst="rect">
            <a:avLst/>
          </a:prstGeom>
        </p:spPr>
      </p:pic>
      <p:pic>
        <p:nvPicPr>
          <p:cNvPr id="227" name="object 227" descr=""/>
          <p:cNvPicPr/>
          <p:nvPr/>
        </p:nvPicPr>
        <p:blipFill>
          <a:blip r:embed="rId128" cstate="print"/>
          <a:stretch>
            <a:fillRect/>
          </a:stretch>
        </p:blipFill>
        <p:spPr>
          <a:xfrm>
            <a:off x="13657783" y="8974528"/>
            <a:ext cx="238666" cy="152849"/>
          </a:xfrm>
          <a:prstGeom prst="rect">
            <a:avLst/>
          </a:prstGeom>
        </p:spPr>
      </p:pic>
      <p:pic>
        <p:nvPicPr>
          <p:cNvPr id="228" name="object 228" descr=""/>
          <p:cNvPicPr/>
          <p:nvPr/>
        </p:nvPicPr>
        <p:blipFill>
          <a:blip r:embed="rId129" cstate="print"/>
          <a:stretch>
            <a:fillRect/>
          </a:stretch>
        </p:blipFill>
        <p:spPr>
          <a:xfrm>
            <a:off x="14632317" y="8893788"/>
            <a:ext cx="241652" cy="156911"/>
          </a:xfrm>
          <a:prstGeom prst="rect">
            <a:avLst/>
          </a:prstGeom>
        </p:spPr>
      </p:pic>
      <p:pic>
        <p:nvPicPr>
          <p:cNvPr id="229" name="object 229" descr=""/>
          <p:cNvPicPr/>
          <p:nvPr/>
        </p:nvPicPr>
        <p:blipFill>
          <a:blip r:embed="rId130" cstate="print"/>
          <a:stretch>
            <a:fillRect/>
          </a:stretch>
        </p:blipFill>
        <p:spPr>
          <a:xfrm>
            <a:off x="14145274" y="8944061"/>
            <a:ext cx="240189" cy="156910"/>
          </a:xfrm>
          <a:prstGeom prst="rect">
            <a:avLst/>
          </a:prstGeom>
        </p:spPr>
      </p:pic>
      <p:pic>
        <p:nvPicPr>
          <p:cNvPr id="230" name="object 230" descr=""/>
          <p:cNvPicPr/>
          <p:nvPr/>
        </p:nvPicPr>
        <p:blipFill>
          <a:blip r:embed="rId131" cstate="print"/>
          <a:stretch>
            <a:fillRect/>
          </a:stretch>
        </p:blipFill>
        <p:spPr>
          <a:xfrm>
            <a:off x="15119748" y="8828790"/>
            <a:ext cx="243236" cy="155387"/>
          </a:xfrm>
          <a:prstGeom prst="rect">
            <a:avLst/>
          </a:prstGeom>
        </p:spPr>
      </p:pic>
      <p:sp>
        <p:nvSpPr>
          <p:cNvPr id="231" name="object 231" descr=""/>
          <p:cNvSpPr/>
          <p:nvPr/>
        </p:nvSpPr>
        <p:spPr>
          <a:xfrm>
            <a:off x="15607238" y="8750080"/>
            <a:ext cx="245110" cy="151130"/>
          </a:xfrm>
          <a:custGeom>
            <a:avLst/>
            <a:gdLst/>
            <a:ahLst/>
            <a:cxnLst/>
            <a:rect l="l" t="t" r="r" b="b"/>
            <a:pathLst>
              <a:path w="245109" h="151129">
                <a:moveTo>
                  <a:pt x="19296" y="150817"/>
                </a:moveTo>
                <a:lnTo>
                  <a:pt x="508" y="37577"/>
                </a:lnTo>
                <a:lnTo>
                  <a:pt x="0" y="37577"/>
                </a:lnTo>
                <a:lnTo>
                  <a:pt x="224956" y="0"/>
                </a:lnTo>
                <a:lnTo>
                  <a:pt x="244760" y="108162"/>
                </a:lnTo>
                <a:lnTo>
                  <a:pt x="19296" y="15081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2" name="object 232" descr=""/>
          <p:cNvSpPr/>
          <p:nvPr/>
        </p:nvSpPr>
        <p:spPr>
          <a:xfrm>
            <a:off x="16094220" y="8661723"/>
            <a:ext cx="246379" cy="144145"/>
          </a:xfrm>
          <a:custGeom>
            <a:avLst/>
            <a:gdLst/>
            <a:ahLst/>
            <a:cxnLst/>
            <a:rect l="l" t="t" r="r" b="b"/>
            <a:pathLst>
              <a:path w="246380" h="144145">
                <a:moveTo>
                  <a:pt x="20820" y="143707"/>
                </a:moveTo>
                <a:lnTo>
                  <a:pt x="508" y="41639"/>
                </a:lnTo>
                <a:lnTo>
                  <a:pt x="0" y="41639"/>
                </a:lnTo>
                <a:lnTo>
                  <a:pt x="224956" y="0"/>
                </a:lnTo>
                <a:lnTo>
                  <a:pt x="246284" y="96990"/>
                </a:lnTo>
                <a:lnTo>
                  <a:pt x="20820" y="14370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3" name="object 233" descr=""/>
          <p:cNvPicPr/>
          <p:nvPr/>
        </p:nvPicPr>
        <p:blipFill>
          <a:blip r:embed="rId132" cstate="print"/>
          <a:stretch>
            <a:fillRect/>
          </a:stretch>
        </p:blipFill>
        <p:spPr>
          <a:xfrm>
            <a:off x="16581823" y="8567271"/>
            <a:ext cx="247185" cy="134567"/>
          </a:xfrm>
          <a:prstGeom prst="rect">
            <a:avLst/>
          </a:prstGeom>
        </p:spPr>
      </p:pic>
      <p:sp>
        <p:nvSpPr>
          <p:cNvPr id="234" name="object 234" descr=""/>
          <p:cNvSpPr/>
          <p:nvPr/>
        </p:nvSpPr>
        <p:spPr>
          <a:xfrm>
            <a:off x="17068693" y="8469773"/>
            <a:ext cx="248920" cy="124460"/>
          </a:xfrm>
          <a:custGeom>
            <a:avLst/>
            <a:gdLst/>
            <a:ahLst/>
            <a:cxnLst/>
            <a:rect l="l" t="t" r="r" b="b"/>
            <a:pathLst>
              <a:path w="248919" h="124459">
                <a:moveTo>
                  <a:pt x="23358" y="124411"/>
                </a:moveTo>
                <a:lnTo>
                  <a:pt x="0" y="45194"/>
                </a:lnTo>
                <a:lnTo>
                  <a:pt x="224956" y="0"/>
                </a:lnTo>
                <a:lnTo>
                  <a:pt x="248822" y="73631"/>
                </a:lnTo>
                <a:lnTo>
                  <a:pt x="23358" y="12441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object 235" descr=""/>
          <p:cNvSpPr/>
          <p:nvPr/>
        </p:nvSpPr>
        <p:spPr>
          <a:xfrm>
            <a:off x="17556182" y="8372783"/>
            <a:ext cx="250825" cy="112395"/>
          </a:xfrm>
          <a:custGeom>
            <a:avLst/>
            <a:gdLst/>
            <a:ahLst/>
            <a:cxnLst/>
            <a:rect l="l" t="t" r="r" b="b"/>
            <a:pathLst>
              <a:path w="250825" h="112395">
                <a:moveTo>
                  <a:pt x="24881" y="112224"/>
                </a:moveTo>
                <a:lnTo>
                  <a:pt x="0" y="44686"/>
                </a:lnTo>
                <a:lnTo>
                  <a:pt x="224956" y="0"/>
                </a:lnTo>
                <a:lnTo>
                  <a:pt x="250346" y="62459"/>
                </a:lnTo>
                <a:lnTo>
                  <a:pt x="24881" y="11222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6" name="object 236" descr=""/>
          <p:cNvSpPr/>
          <p:nvPr/>
        </p:nvSpPr>
        <p:spPr>
          <a:xfrm>
            <a:off x="18043165" y="8278332"/>
            <a:ext cx="245110" cy="99060"/>
          </a:xfrm>
          <a:custGeom>
            <a:avLst/>
            <a:gdLst/>
            <a:ahLst/>
            <a:cxnLst/>
            <a:rect l="l" t="t" r="r" b="b"/>
            <a:pathLst>
              <a:path w="245109" h="99059">
                <a:moveTo>
                  <a:pt x="26405" y="99021"/>
                </a:moveTo>
                <a:lnTo>
                  <a:pt x="0" y="42655"/>
                </a:lnTo>
                <a:lnTo>
                  <a:pt x="224956" y="0"/>
                </a:lnTo>
                <a:lnTo>
                  <a:pt x="244833" y="38231"/>
                </a:lnTo>
                <a:lnTo>
                  <a:pt x="244833" y="52756"/>
                </a:lnTo>
                <a:lnTo>
                  <a:pt x="26405" y="9902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7" name="object 237" descr=""/>
          <p:cNvSpPr/>
          <p:nvPr/>
        </p:nvSpPr>
        <p:spPr>
          <a:xfrm>
            <a:off x="0" y="9829041"/>
            <a:ext cx="182245" cy="153670"/>
          </a:xfrm>
          <a:custGeom>
            <a:avLst/>
            <a:gdLst/>
            <a:ahLst/>
            <a:cxnLst/>
            <a:rect l="l" t="t" r="r" b="b"/>
            <a:pathLst>
              <a:path w="182245" h="153670">
                <a:moveTo>
                  <a:pt x="155822" y="153475"/>
                </a:moveTo>
                <a:lnTo>
                  <a:pt x="0" y="112891"/>
                </a:lnTo>
                <a:lnTo>
                  <a:pt x="0" y="0"/>
                </a:lnTo>
                <a:lnTo>
                  <a:pt x="182228" y="50898"/>
                </a:lnTo>
                <a:lnTo>
                  <a:pt x="155822" y="15347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object 238" descr=""/>
          <p:cNvSpPr/>
          <p:nvPr/>
        </p:nvSpPr>
        <p:spPr>
          <a:xfrm>
            <a:off x="420895" y="9955096"/>
            <a:ext cx="252095" cy="160020"/>
          </a:xfrm>
          <a:custGeom>
            <a:avLst/>
            <a:gdLst/>
            <a:ahLst/>
            <a:cxnLst/>
            <a:rect l="l" t="t" r="r" b="b"/>
            <a:pathLst>
              <a:path w="252095" h="160020">
                <a:moveTo>
                  <a:pt x="226987" y="159449"/>
                </a:moveTo>
                <a:lnTo>
                  <a:pt x="0" y="98005"/>
                </a:lnTo>
                <a:lnTo>
                  <a:pt x="25898" y="0"/>
                </a:lnTo>
                <a:lnTo>
                  <a:pt x="251869" y="65506"/>
                </a:lnTo>
                <a:lnTo>
                  <a:pt x="226987" y="15944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 descr=""/>
          <p:cNvSpPr/>
          <p:nvPr/>
        </p:nvSpPr>
        <p:spPr>
          <a:xfrm>
            <a:off x="911940" y="10097789"/>
            <a:ext cx="251460" cy="151130"/>
          </a:xfrm>
          <a:custGeom>
            <a:avLst/>
            <a:gdLst/>
            <a:ahLst/>
            <a:cxnLst/>
            <a:rect l="l" t="t" r="r" b="b"/>
            <a:pathLst>
              <a:path w="251459" h="151129">
                <a:moveTo>
                  <a:pt x="226987" y="150817"/>
                </a:moveTo>
                <a:lnTo>
                  <a:pt x="0" y="88865"/>
                </a:lnTo>
                <a:lnTo>
                  <a:pt x="24374" y="0"/>
                </a:lnTo>
                <a:lnTo>
                  <a:pt x="24882" y="0"/>
                </a:lnTo>
                <a:lnTo>
                  <a:pt x="250854" y="66014"/>
                </a:lnTo>
                <a:lnTo>
                  <a:pt x="226987" y="15081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 descr=""/>
          <p:cNvSpPr/>
          <p:nvPr/>
        </p:nvSpPr>
        <p:spPr>
          <a:xfrm>
            <a:off x="1413750" y="10240481"/>
            <a:ext cx="175260" cy="46990"/>
          </a:xfrm>
          <a:custGeom>
            <a:avLst/>
            <a:gdLst/>
            <a:ahLst/>
            <a:cxnLst/>
            <a:rect l="l" t="t" r="r" b="b"/>
            <a:pathLst>
              <a:path w="175259" h="46990">
                <a:moveTo>
                  <a:pt x="174960" y="46518"/>
                </a:moveTo>
                <a:lnTo>
                  <a:pt x="0" y="46518"/>
                </a:lnTo>
                <a:lnTo>
                  <a:pt x="13101" y="507"/>
                </a:lnTo>
                <a:lnTo>
                  <a:pt x="13609" y="0"/>
                </a:lnTo>
                <a:lnTo>
                  <a:pt x="174960" y="4651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 descr=""/>
          <p:cNvSpPr/>
          <p:nvPr/>
        </p:nvSpPr>
        <p:spPr>
          <a:xfrm>
            <a:off x="8781943" y="10154153"/>
            <a:ext cx="227329" cy="133350"/>
          </a:xfrm>
          <a:custGeom>
            <a:avLst/>
            <a:gdLst/>
            <a:ahLst/>
            <a:cxnLst/>
            <a:rect l="l" t="t" r="r" b="b"/>
            <a:pathLst>
              <a:path w="227329" h="133350">
                <a:moveTo>
                  <a:pt x="78742" y="132845"/>
                </a:moveTo>
                <a:lnTo>
                  <a:pt x="0" y="132845"/>
                </a:lnTo>
                <a:lnTo>
                  <a:pt x="936" y="66014"/>
                </a:lnTo>
                <a:lnTo>
                  <a:pt x="226908" y="0"/>
                </a:lnTo>
                <a:lnTo>
                  <a:pt x="226908" y="92420"/>
                </a:lnTo>
                <a:lnTo>
                  <a:pt x="78742" y="13284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object 242" descr=""/>
          <p:cNvSpPr/>
          <p:nvPr/>
        </p:nvSpPr>
        <p:spPr>
          <a:xfrm>
            <a:off x="9273417" y="10010954"/>
            <a:ext cx="227329" cy="163195"/>
          </a:xfrm>
          <a:custGeom>
            <a:avLst/>
            <a:gdLst/>
            <a:ahLst/>
            <a:cxnLst/>
            <a:rect l="l" t="t" r="r" b="b"/>
            <a:pathLst>
              <a:path w="227329" h="163195">
                <a:moveTo>
                  <a:pt x="0" y="163004"/>
                </a:moveTo>
                <a:lnTo>
                  <a:pt x="0" y="66014"/>
                </a:lnTo>
                <a:lnTo>
                  <a:pt x="225972" y="0"/>
                </a:lnTo>
                <a:lnTo>
                  <a:pt x="226987" y="101052"/>
                </a:lnTo>
                <a:lnTo>
                  <a:pt x="0" y="16300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object 243" descr=""/>
          <p:cNvSpPr/>
          <p:nvPr/>
        </p:nvSpPr>
        <p:spPr>
          <a:xfrm>
            <a:off x="9763446" y="9870801"/>
            <a:ext cx="229235" cy="170180"/>
          </a:xfrm>
          <a:custGeom>
            <a:avLst/>
            <a:gdLst/>
            <a:ahLst/>
            <a:cxnLst/>
            <a:rect l="l" t="t" r="r" b="b"/>
            <a:pathLst>
              <a:path w="229234" h="170179">
                <a:moveTo>
                  <a:pt x="2031" y="169605"/>
                </a:moveTo>
                <a:lnTo>
                  <a:pt x="0" y="63982"/>
                </a:lnTo>
                <a:lnTo>
                  <a:pt x="508" y="63982"/>
                </a:lnTo>
                <a:lnTo>
                  <a:pt x="226480" y="0"/>
                </a:lnTo>
                <a:lnTo>
                  <a:pt x="229019" y="109685"/>
                </a:lnTo>
                <a:lnTo>
                  <a:pt x="2031" y="16960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4" name="object 244" descr=""/>
          <p:cNvSpPr/>
          <p:nvPr/>
        </p:nvSpPr>
        <p:spPr>
          <a:xfrm>
            <a:off x="10253983" y="9737249"/>
            <a:ext cx="230504" cy="175260"/>
          </a:xfrm>
          <a:custGeom>
            <a:avLst/>
            <a:gdLst/>
            <a:ahLst/>
            <a:cxnLst/>
            <a:rect l="l" t="t" r="r" b="b"/>
            <a:pathLst>
              <a:path w="230504" h="175259">
                <a:moveTo>
                  <a:pt x="3046" y="174684"/>
                </a:moveTo>
                <a:lnTo>
                  <a:pt x="0" y="60428"/>
                </a:lnTo>
                <a:lnTo>
                  <a:pt x="225973" y="0"/>
                </a:lnTo>
                <a:lnTo>
                  <a:pt x="230034" y="117810"/>
                </a:lnTo>
                <a:lnTo>
                  <a:pt x="52831" y="161944"/>
                </a:lnTo>
                <a:lnTo>
                  <a:pt x="3046" y="17468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5" name="object 245" descr=""/>
          <p:cNvSpPr/>
          <p:nvPr/>
        </p:nvSpPr>
        <p:spPr>
          <a:xfrm>
            <a:off x="10744521" y="9614868"/>
            <a:ext cx="231775" cy="177165"/>
          </a:xfrm>
          <a:custGeom>
            <a:avLst/>
            <a:gdLst/>
            <a:ahLst/>
            <a:cxnLst/>
            <a:rect l="l" t="t" r="r" b="b"/>
            <a:pathLst>
              <a:path w="231775" h="177165">
                <a:moveTo>
                  <a:pt x="4569" y="176715"/>
                </a:moveTo>
                <a:lnTo>
                  <a:pt x="0" y="54842"/>
                </a:lnTo>
                <a:lnTo>
                  <a:pt x="176439" y="11748"/>
                </a:lnTo>
                <a:lnTo>
                  <a:pt x="225972" y="0"/>
                </a:lnTo>
                <a:lnTo>
                  <a:pt x="231557" y="125427"/>
                </a:lnTo>
                <a:lnTo>
                  <a:pt x="4569" y="17671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6" name="object 246" descr=""/>
          <p:cNvPicPr/>
          <p:nvPr/>
        </p:nvPicPr>
        <p:blipFill>
          <a:blip r:embed="rId133" cstate="print"/>
          <a:stretch>
            <a:fillRect/>
          </a:stretch>
        </p:blipFill>
        <p:spPr>
          <a:xfrm>
            <a:off x="11235083" y="9507214"/>
            <a:ext cx="233057" cy="176715"/>
          </a:xfrm>
          <a:prstGeom prst="rect">
            <a:avLst/>
          </a:prstGeom>
        </p:spPr>
      </p:pic>
      <p:pic>
        <p:nvPicPr>
          <p:cNvPr id="247" name="object 247" descr=""/>
          <p:cNvPicPr/>
          <p:nvPr/>
        </p:nvPicPr>
        <p:blipFill>
          <a:blip r:embed="rId134" cstate="print"/>
          <a:stretch>
            <a:fillRect/>
          </a:stretch>
        </p:blipFill>
        <p:spPr>
          <a:xfrm>
            <a:off x="11725089" y="9418349"/>
            <a:ext cx="234604" cy="174684"/>
          </a:xfrm>
          <a:prstGeom prst="rect">
            <a:avLst/>
          </a:prstGeom>
        </p:spPr>
      </p:pic>
      <p:pic>
        <p:nvPicPr>
          <p:cNvPr id="248" name="object 248" descr=""/>
          <p:cNvPicPr/>
          <p:nvPr/>
        </p:nvPicPr>
        <p:blipFill>
          <a:blip r:embed="rId135" cstate="print"/>
          <a:stretch>
            <a:fillRect/>
          </a:stretch>
        </p:blipFill>
        <p:spPr>
          <a:xfrm>
            <a:off x="12215118" y="9352335"/>
            <a:ext cx="236127" cy="169606"/>
          </a:xfrm>
          <a:prstGeom prst="rect">
            <a:avLst/>
          </a:prstGeom>
        </p:spPr>
      </p:pic>
      <p:pic>
        <p:nvPicPr>
          <p:cNvPr id="249" name="object 249" descr=""/>
          <p:cNvPicPr/>
          <p:nvPr/>
        </p:nvPicPr>
        <p:blipFill>
          <a:blip r:embed="rId136" cstate="print"/>
          <a:stretch>
            <a:fillRect/>
          </a:stretch>
        </p:blipFill>
        <p:spPr>
          <a:xfrm>
            <a:off x="12705655" y="9313741"/>
            <a:ext cx="237651" cy="161480"/>
          </a:xfrm>
          <a:prstGeom prst="rect">
            <a:avLst/>
          </a:prstGeom>
        </p:spPr>
      </p:pic>
      <p:pic>
        <p:nvPicPr>
          <p:cNvPr id="250" name="object 250" descr=""/>
          <p:cNvPicPr/>
          <p:nvPr/>
        </p:nvPicPr>
        <p:blipFill>
          <a:blip r:embed="rId137" cstate="print"/>
          <a:stretch>
            <a:fillRect/>
          </a:stretch>
        </p:blipFill>
        <p:spPr>
          <a:xfrm>
            <a:off x="13196191" y="9304093"/>
            <a:ext cx="239174" cy="150817"/>
          </a:xfrm>
          <a:prstGeom prst="rect">
            <a:avLst/>
          </a:prstGeom>
        </p:spPr>
      </p:pic>
      <p:pic>
        <p:nvPicPr>
          <p:cNvPr id="251" name="object 251" descr=""/>
          <p:cNvPicPr/>
          <p:nvPr/>
        </p:nvPicPr>
        <p:blipFill>
          <a:blip r:embed="rId138" cstate="print"/>
          <a:stretch>
            <a:fillRect/>
          </a:stretch>
        </p:blipFill>
        <p:spPr>
          <a:xfrm>
            <a:off x="13686221" y="9285305"/>
            <a:ext cx="240697" cy="158942"/>
          </a:xfrm>
          <a:prstGeom prst="rect">
            <a:avLst/>
          </a:prstGeom>
        </p:spPr>
      </p:pic>
      <p:pic>
        <p:nvPicPr>
          <p:cNvPr id="252" name="object 252" descr=""/>
          <p:cNvPicPr/>
          <p:nvPr/>
        </p:nvPicPr>
        <p:blipFill>
          <a:blip r:embed="rId139" cstate="print"/>
          <a:stretch>
            <a:fillRect/>
          </a:stretch>
        </p:blipFill>
        <p:spPr>
          <a:xfrm>
            <a:off x="14177266" y="9239602"/>
            <a:ext cx="241714" cy="164019"/>
          </a:xfrm>
          <a:prstGeom prst="rect">
            <a:avLst/>
          </a:prstGeom>
        </p:spPr>
      </p:pic>
      <p:pic>
        <p:nvPicPr>
          <p:cNvPr id="253" name="object 253" descr=""/>
          <p:cNvPicPr/>
          <p:nvPr/>
        </p:nvPicPr>
        <p:blipFill>
          <a:blip r:embed="rId140" cstate="print"/>
          <a:stretch>
            <a:fillRect/>
          </a:stretch>
        </p:blipFill>
        <p:spPr>
          <a:xfrm>
            <a:off x="14667802" y="9171557"/>
            <a:ext cx="243237" cy="165543"/>
          </a:xfrm>
          <a:prstGeom prst="rect">
            <a:avLst/>
          </a:prstGeom>
        </p:spPr>
      </p:pic>
      <p:pic>
        <p:nvPicPr>
          <p:cNvPr id="254" name="object 254" descr=""/>
          <p:cNvPicPr/>
          <p:nvPr/>
        </p:nvPicPr>
        <p:blipFill>
          <a:blip r:embed="rId141" cstate="print"/>
          <a:stretch>
            <a:fillRect/>
          </a:stretch>
        </p:blipFill>
        <p:spPr>
          <a:xfrm>
            <a:off x="15157324" y="9084214"/>
            <a:ext cx="244761" cy="164020"/>
          </a:xfrm>
          <a:prstGeom prst="rect">
            <a:avLst/>
          </a:prstGeom>
        </p:spPr>
      </p:pic>
      <p:pic>
        <p:nvPicPr>
          <p:cNvPr id="255" name="object 255" descr=""/>
          <p:cNvPicPr/>
          <p:nvPr/>
        </p:nvPicPr>
        <p:blipFill>
          <a:blip r:embed="rId142" cstate="print"/>
          <a:stretch>
            <a:fillRect/>
          </a:stretch>
        </p:blipFill>
        <p:spPr>
          <a:xfrm>
            <a:off x="15647863" y="8982146"/>
            <a:ext cx="246284" cy="158942"/>
          </a:xfrm>
          <a:prstGeom prst="rect">
            <a:avLst/>
          </a:prstGeom>
        </p:spPr>
      </p:pic>
      <p:sp>
        <p:nvSpPr>
          <p:cNvPr id="256" name="object 256" descr=""/>
          <p:cNvSpPr/>
          <p:nvPr/>
        </p:nvSpPr>
        <p:spPr>
          <a:xfrm>
            <a:off x="16138399" y="8869414"/>
            <a:ext cx="248285" cy="152400"/>
          </a:xfrm>
          <a:custGeom>
            <a:avLst/>
            <a:gdLst/>
            <a:ahLst/>
            <a:cxnLst/>
            <a:rect l="l" t="t" r="r" b="b"/>
            <a:pathLst>
              <a:path w="248284" h="152400">
                <a:moveTo>
                  <a:pt x="20819" y="152340"/>
                </a:moveTo>
                <a:lnTo>
                  <a:pt x="0" y="53319"/>
                </a:lnTo>
                <a:lnTo>
                  <a:pt x="506" y="53319"/>
                </a:lnTo>
                <a:lnTo>
                  <a:pt x="226479" y="0"/>
                </a:lnTo>
                <a:lnTo>
                  <a:pt x="247807" y="93435"/>
                </a:lnTo>
                <a:lnTo>
                  <a:pt x="20819" y="15234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7" name="object 257" descr=""/>
          <p:cNvSpPr/>
          <p:nvPr/>
        </p:nvSpPr>
        <p:spPr>
          <a:xfrm>
            <a:off x="16628429" y="8750080"/>
            <a:ext cx="249554" cy="142240"/>
          </a:xfrm>
          <a:custGeom>
            <a:avLst/>
            <a:gdLst/>
            <a:ahLst/>
            <a:cxnLst/>
            <a:rect l="l" t="t" r="r" b="b"/>
            <a:pathLst>
              <a:path w="249555" h="142240">
                <a:moveTo>
                  <a:pt x="22343" y="142184"/>
                </a:moveTo>
                <a:lnTo>
                  <a:pt x="0" y="55350"/>
                </a:lnTo>
                <a:lnTo>
                  <a:pt x="506" y="55858"/>
                </a:lnTo>
                <a:lnTo>
                  <a:pt x="226479" y="0"/>
                </a:lnTo>
                <a:lnTo>
                  <a:pt x="249331" y="80740"/>
                </a:lnTo>
                <a:lnTo>
                  <a:pt x="22343" y="14218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8" name="object 258" descr=""/>
          <p:cNvSpPr/>
          <p:nvPr/>
        </p:nvSpPr>
        <p:spPr>
          <a:xfrm>
            <a:off x="17118965" y="8626685"/>
            <a:ext cx="251460" cy="132080"/>
          </a:xfrm>
          <a:custGeom>
            <a:avLst/>
            <a:gdLst/>
            <a:ahLst/>
            <a:cxnLst/>
            <a:rect l="l" t="t" r="r" b="b"/>
            <a:pathLst>
              <a:path w="251459" h="132079">
                <a:moveTo>
                  <a:pt x="23866" y="131521"/>
                </a:moveTo>
                <a:lnTo>
                  <a:pt x="0" y="57381"/>
                </a:lnTo>
                <a:lnTo>
                  <a:pt x="506" y="56874"/>
                </a:lnTo>
                <a:lnTo>
                  <a:pt x="226479" y="0"/>
                </a:lnTo>
                <a:lnTo>
                  <a:pt x="250854" y="68553"/>
                </a:lnTo>
                <a:lnTo>
                  <a:pt x="23866" y="13152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9" name="object 259" descr=""/>
          <p:cNvSpPr/>
          <p:nvPr/>
        </p:nvSpPr>
        <p:spPr>
          <a:xfrm>
            <a:off x="17610010" y="8503796"/>
            <a:ext cx="252095" cy="118745"/>
          </a:xfrm>
          <a:custGeom>
            <a:avLst/>
            <a:gdLst/>
            <a:ahLst/>
            <a:cxnLst/>
            <a:rect l="l" t="t" r="r" b="b"/>
            <a:pathLst>
              <a:path w="252094" h="118745">
                <a:moveTo>
                  <a:pt x="24883" y="118318"/>
                </a:moveTo>
                <a:lnTo>
                  <a:pt x="6531" y="73329"/>
                </a:lnTo>
                <a:lnTo>
                  <a:pt x="0" y="56366"/>
                </a:lnTo>
                <a:lnTo>
                  <a:pt x="225972" y="0"/>
                </a:lnTo>
                <a:lnTo>
                  <a:pt x="244753" y="41560"/>
                </a:lnTo>
                <a:lnTo>
                  <a:pt x="251871" y="56366"/>
                </a:lnTo>
                <a:lnTo>
                  <a:pt x="24883" y="11831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 descr=""/>
          <p:cNvSpPr/>
          <p:nvPr/>
        </p:nvSpPr>
        <p:spPr>
          <a:xfrm>
            <a:off x="18100546" y="8394571"/>
            <a:ext cx="187960" cy="95250"/>
          </a:xfrm>
          <a:custGeom>
            <a:avLst/>
            <a:gdLst/>
            <a:ahLst/>
            <a:cxnLst/>
            <a:rect l="l" t="t" r="r" b="b"/>
            <a:pathLst>
              <a:path w="187959" h="95250">
                <a:moveTo>
                  <a:pt x="26406" y="95006"/>
                </a:moveTo>
                <a:lnTo>
                  <a:pt x="1" y="45242"/>
                </a:lnTo>
                <a:lnTo>
                  <a:pt x="0" y="44734"/>
                </a:lnTo>
                <a:lnTo>
                  <a:pt x="187451" y="0"/>
                </a:lnTo>
                <a:lnTo>
                  <a:pt x="187451" y="52582"/>
                </a:lnTo>
                <a:lnTo>
                  <a:pt x="26406" y="9500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 descr=""/>
          <p:cNvSpPr/>
          <p:nvPr/>
        </p:nvSpPr>
        <p:spPr>
          <a:xfrm>
            <a:off x="0" y="10073777"/>
            <a:ext cx="124460" cy="135255"/>
          </a:xfrm>
          <a:custGeom>
            <a:avLst/>
            <a:gdLst/>
            <a:ahLst/>
            <a:cxnLst/>
            <a:rect l="l" t="t" r="r" b="b"/>
            <a:pathLst>
              <a:path w="124460" h="135254">
                <a:moveTo>
                  <a:pt x="97425" y="134712"/>
                </a:moveTo>
                <a:lnTo>
                  <a:pt x="0" y="113141"/>
                </a:lnTo>
                <a:lnTo>
                  <a:pt x="0" y="0"/>
                </a:lnTo>
                <a:lnTo>
                  <a:pt x="124338" y="29596"/>
                </a:lnTo>
                <a:lnTo>
                  <a:pt x="97425" y="13471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2" name="object 262" descr=""/>
          <p:cNvPicPr/>
          <p:nvPr/>
        </p:nvPicPr>
        <p:blipFill>
          <a:blip r:embed="rId143" cstate="print"/>
          <a:stretch>
            <a:fillRect/>
          </a:stretch>
        </p:blipFill>
        <p:spPr>
          <a:xfrm>
            <a:off x="364021" y="10167865"/>
            <a:ext cx="253901" cy="119133"/>
          </a:xfrm>
          <a:prstGeom prst="rect">
            <a:avLst/>
          </a:prstGeom>
        </p:spPr>
      </p:pic>
      <p:sp>
        <p:nvSpPr>
          <p:cNvPr id="263" name="object 263" descr=""/>
          <p:cNvSpPr/>
          <p:nvPr/>
        </p:nvSpPr>
        <p:spPr>
          <a:xfrm>
            <a:off x="9274432" y="10229308"/>
            <a:ext cx="227965" cy="57785"/>
          </a:xfrm>
          <a:custGeom>
            <a:avLst/>
            <a:gdLst/>
            <a:ahLst/>
            <a:cxnLst/>
            <a:rect l="l" t="t" r="r" b="b"/>
            <a:pathLst>
              <a:path w="227965" h="57784">
                <a:moveTo>
                  <a:pt x="227909" y="57690"/>
                </a:moveTo>
                <a:lnTo>
                  <a:pt x="0" y="57690"/>
                </a:lnTo>
                <a:lnTo>
                  <a:pt x="0" y="57381"/>
                </a:lnTo>
                <a:lnTo>
                  <a:pt x="227496" y="0"/>
                </a:lnTo>
                <a:lnTo>
                  <a:pt x="227909" y="5769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 descr=""/>
          <p:cNvSpPr/>
          <p:nvPr/>
        </p:nvSpPr>
        <p:spPr>
          <a:xfrm>
            <a:off x="9767508" y="10108452"/>
            <a:ext cx="231140" cy="161925"/>
          </a:xfrm>
          <a:custGeom>
            <a:avLst/>
            <a:gdLst/>
            <a:ahLst/>
            <a:cxnLst/>
            <a:rect l="l" t="t" r="r" b="b"/>
            <a:pathLst>
              <a:path w="231140" h="161925">
                <a:moveTo>
                  <a:pt x="2031" y="161480"/>
                </a:moveTo>
                <a:lnTo>
                  <a:pt x="0" y="55350"/>
                </a:lnTo>
                <a:lnTo>
                  <a:pt x="508" y="55350"/>
                </a:lnTo>
                <a:lnTo>
                  <a:pt x="228004" y="0"/>
                </a:lnTo>
                <a:lnTo>
                  <a:pt x="230542" y="110193"/>
                </a:lnTo>
                <a:lnTo>
                  <a:pt x="2031" y="16148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5" name="object 265" descr=""/>
          <p:cNvPicPr/>
          <p:nvPr/>
        </p:nvPicPr>
        <p:blipFill>
          <a:blip r:embed="rId144" cstate="print"/>
          <a:stretch>
            <a:fillRect/>
          </a:stretch>
        </p:blipFill>
        <p:spPr>
          <a:xfrm>
            <a:off x="10261092" y="9992673"/>
            <a:ext cx="232066" cy="167066"/>
          </a:xfrm>
          <a:prstGeom prst="rect">
            <a:avLst/>
          </a:prstGeom>
        </p:spPr>
      </p:pic>
      <p:pic>
        <p:nvPicPr>
          <p:cNvPr id="266" name="object 266" descr=""/>
          <p:cNvPicPr/>
          <p:nvPr/>
        </p:nvPicPr>
        <p:blipFill>
          <a:blip r:embed="rId145" cstate="print"/>
          <a:stretch>
            <a:fillRect/>
          </a:stretch>
        </p:blipFill>
        <p:spPr>
          <a:xfrm>
            <a:off x="10755184" y="9887558"/>
            <a:ext cx="233081" cy="170621"/>
          </a:xfrm>
          <a:prstGeom prst="rect">
            <a:avLst/>
          </a:prstGeom>
        </p:spPr>
      </p:pic>
      <p:pic>
        <p:nvPicPr>
          <p:cNvPr id="267" name="object 267" descr=""/>
          <p:cNvPicPr/>
          <p:nvPr/>
        </p:nvPicPr>
        <p:blipFill>
          <a:blip r:embed="rId146" cstate="print"/>
          <a:stretch>
            <a:fillRect/>
          </a:stretch>
        </p:blipFill>
        <p:spPr>
          <a:xfrm>
            <a:off x="11248264" y="9795645"/>
            <a:ext cx="234601" cy="171636"/>
          </a:xfrm>
          <a:prstGeom prst="rect">
            <a:avLst/>
          </a:prstGeom>
        </p:spPr>
      </p:pic>
      <p:pic>
        <p:nvPicPr>
          <p:cNvPr id="268" name="object 268" descr=""/>
          <p:cNvPicPr/>
          <p:nvPr/>
        </p:nvPicPr>
        <p:blipFill>
          <a:blip r:embed="rId147" cstate="print"/>
          <a:stretch>
            <a:fillRect/>
          </a:stretch>
        </p:blipFill>
        <p:spPr>
          <a:xfrm>
            <a:off x="11741844" y="9721506"/>
            <a:ext cx="236129" cy="170114"/>
          </a:xfrm>
          <a:prstGeom prst="rect">
            <a:avLst/>
          </a:prstGeom>
        </p:spPr>
      </p:pic>
      <p:pic>
        <p:nvPicPr>
          <p:cNvPr id="269" name="object 269" descr=""/>
          <p:cNvPicPr/>
          <p:nvPr/>
        </p:nvPicPr>
        <p:blipFill>
          <a:blip r:embed="rId148" cstate="print"/>
          <a:stretch>
            <a:fillRect/>
          </a:stretch>
        </p:blipFill>
        <p:spPr>
          <a:xfrm>
            <a:off x="12235428" y="9667680"/>
            <a:ext cx="237653" cy="166559"/>
          </a:xfrm>
          <a:prstGeom prst="rect">
            <a:avLst/>
          </a:prstGeom>
        </p:spPr>
      </p:pic>
      <p:pic>
        <p:nvPicPr>
          <p:cNvPr id="270" name="object 270" descr=""/>
          <p:cNvPicPr/>
          <p:nvPr/>
        </p:nvPicPr>
        <p:blipFill>
          <a:blip r:embed="rId149" cstate="print"/>
          <a:stretch>
            <a:fillRect/>
          </a:stretch>
        </p:blipFill>
        <p:spPr>
          <a:xfrm>
            <a:off x="12728506" y="9637720"/>
            <a:ext cx="239174" cy="159957"/>
          </a:xfrm>
          <a:prstGeom prst="rect">
            <a:avLst/>
          </a:prstGeom>
        </p:spPr>
      </p:pic>
      <p:pic>
        <p:nvPicPr>
          <p:cNvPr id="271" name="object 271" descr=""/>
          <p:cNvPicPr/>
          <p:nvPr/>
        </p:nvPicPr>
        <p:blipFill>
          <a:blip r:embed="rId150" cstate="print"/>
          <a:stretch>
            <a:fillRect/>
          </a:stretch>
        </p:blipFill>
        <p:spPr>
          <a:xfrm>
            <a:off x="13222090" y="9629594"/>
            <a:ext cx="240697" cy="156403"/>
          </a:xfrm>
          <a:prstGeom prst="rect">
            <a:avLst/>
          </a:prstGeom>
        </p:spPr>
      </p:pic>
      <p:pic>
        <p:nvPicPr>
          <p:cNvPr id="272" name="object 272" descr=""/>
          <p:cNvPicPr/>
          <p:nvPr/>
        </p:nvPicPr>
        <p:blipFill>
          <a:blip r:embed="rId151" cstate="print"/>
          <a:stretch>
            <a:fillRect/>
          </a:stretch>
        </p:blipFill>
        <p:spPr>
          <a:xfrm>
            <a:off x="13715674" y="9597603"/>
            <a:ext cx="242221" cy="166050"/>
          </a:xfrm>
          <a:prstGeom prst="rect">
            <a:avLst/>
          </a:prstGeom>
        </p:spPr>
      </p:pic>
      <p:pic>
        <p:nvPicPr>
          <p:cNvPr id="273" name="object 273" descr=""/>
          <p:cNvPicPr/>
          <p:nvPr/>
        </p:nvPicPr>
        <p:blipFill>
          <a:blip r:embed="rId152" cstate="print"/>
          <a:stretch>
            <a:fillRect/>
          </a:stretch>
        </p:blipFill>
        <p:spPr>
          <a:xfrm>
            <a:off x="14209258" y="9534635"/>
            <a:ext cx="243744" cy="173160"/>
          </a:xfrm>
          <a:prstGeom prst="rect">
            <a:avLst/>
          </a:prstGeom>
        </p:spPr>
      </p:pic>
      <p:pic>
        <p:nvPicPr>
          <p:cNvPr id="274" name="object 274" descr=""/>
          <p:cNvPicPr/>
          <p:nvPr/>
        </p:nvPicPr>
        <p:blipFill>
          <a:blip r:embed="rId153" cstate="print"/>
          <a:stretch>
            <a:fillRect/>
          </a:stretch>
        </p:blipFill>
        <p:spPr>
          <a:xfrm>
            <a:off x="14702842" y="9446278"/>
            <a:ext cx="245268" cy="174684"/>
          </a:xfrm>
          <a:prstGeom prst="rect">
            <a:avLst/>
          </a:prstGeom>
        </p:spPr>
      </p:pic>
      <p:pic>
        <p:nvPicPr>
          <p:cNvPr id="275" name="object 275" descr=""/>
          <p:cNvPicPr/>
          <p:nvPr/>
        </p:nvPicPr>
        <p:blipFill>
          <a:blip r:embed="rId154" cstate="print"/>
          <a:stretch>
            <a:fillRect/>
          </a:stretch>
        </p:blipFill>
        <p:spPr>
          <a:xfrm>
            <a:off x="15196425" y="9336592"/>
            <a:ext cx="246791" cy="174175"/>
          </a:xfrm>
          <a:prstGeom prst="rect">
            <a:avLst/>
          </a:prstGeom>
        </p:spPr>
      </p:pic>
      <p:sp>
        <p:nvSpPr>
          <p:cNvPr id="276" name="object 276" descr=""/>
          <p:cNvSpPr/>
          <p:nvPr/>
        </p:nvSpPr>
        <p:spPr>
          <a:xfrm>
            <a:off x="15690516" y="9209642"/>
            <a:ext cx="248285" cy="170180"/>
          </a:xfrm>
          <a:custGeom>
            <a:avLst/>
            <a:gdLst/>
            <a:ahLst/>
            <a:cxnLst/>
            <a:rect l="l" t="t" r="r" b="b"/>
            <a:pathLst>
              <a:path w="248284" h="170179">
                <a:moveTo>
                  <a:pt x="19297" y="169605"/>
                </a:moveTo>
                <a:lnTo>
                  <a:pt x="0" y="60428"/>
                </a:lnTo>
                <a:lnTo>
                  <a:pt x="134328" y="25292"/>
                </a:lnTo>
                <a:lnTo>
                  <a:pt x="227496" y="0"/>
                </a:lnTo>
                <a:lnTo>
                  <a:pt x="247808" y="103591"/>
                </a:lnTo>
                <a:lnTo>
                  <a:pt x="19297" y="16960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77" name="object 277" descr=""/>
          <p:cNvSpPr/>
          <p:nvPr/>
        </p:nvSpPr>
        <p:spPr>
          <a:xfrm>
            <a:off x="16184102" y="9070504"/>
            <a:ext cx="249554" cy="162560"/>
          </a:xfrm>
          <a:custGeom>
            <a:avLst/>
            <a:gdLst/>
            <a:ahLst/>
            <a:cxnLst/>
            <a:rect l="l" t="t" r="r" b="b"/>
            <a:pathLst>
              <a:path w="249555" h="162559">
                <a:moveTo>
                  <a:pt x="20820" y="162496"/>
                </a:moveTo>
                <a:lnTo>
                  <a:pt x="0" y="65506"/>
                </a:lnTo>
                <a:lnTo>
                  <a:pt x="227496" y="0"/>
                </a:lnTo>
                <a:lnTo>
                  <a:pt x="249331" y="91404"/>
                </a:lnTo>
                <a:lnTo>
                  <a:pt x="20820" y="16249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78" name="object 278" descr=""/>
          <p:cNvSpPr/>
          <p:nvPr/>
        </p:nvSpPr>
        <p:spPr>
          <a:xfrm>
            <a:off x="16677687" y="8923240"/>
            <a:ext cx="251460" cy="153035"/>
          </a:xfrm>
          <a:custGeom>
            <a:avLst/>
            <a:gdLst/>
            <a:ahLst/>
            <a:cxnLst/>
            <a:rect l="l" t="t" r="r" b="b"/>
            <a:pathLst>
              <a:path w="251459" h="153034">
                <a:moveTo>
                  <a:pt x="22341" y="152848"/>
                </a:moveTo>
                <a:lnTo>
                  <a:pt x="16207" y="130322"/>
                </a:lnTo>
                <a:lnTo>
                  <a:pt x="10979" y="110890"/>
                </a:lnTo>
                <a:lnTo>
                  <a:pt x="5845" y="91364"/>
                </a:lnTo>
                <a:lnTo>
                  <a:pt x="0" y="68552"/>
                </a:lnTo>
                <a:lnTo>
                  <a:pt x="227493" y="0"/>
                </a:lnTo>
                <a:lnTo>
                  <a:pt x="233642" y="21145"/>
                </a:lnTo>
                <a:lnTo>
                  <a:pt x="238982" y="39290"/>
                </a:lnTo>
                <a:lnTo>
                  <a:pt x="244417" y="57341"/>
                </a:lnTo>
                <a:lnTo>
                  <a:pt x="250852" y="78201"/>
                </a:lnTo>
                <a:lnTo>
                  <a:pt x="22341" y="15284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79" name="object 279" descr=""/>
          <p:cNvSpPr/>
          <p:nvPr/>
        </p:nvSpPr>
        <p:spPr>
          <a:xfrm>
            <a:off x="17170254" y="8772932"/>
            <a:ext cx="252729" cy="141605"/>
          </a:xfrm>
          <a:custGeom>
            <a:avLst/>
            <a:gdLst/>
            <a:ahLst/>
            <a:cxnLst/>
            <a:rect l="l" t="t" r="r" b="b"/>
            <a:pathLst>
              <a:path w="252730" h="141604">
                <a:moveTo>
                  <a:pt x="23866" y="141169"/>
                </a:moveTo>
                <a:lnTo>
                  <a:pt x="0" y="69568"/>
                </a:lnTo>
                <a:lnTo>
                  <a:pt x="506" y="69568"/>
                </a:lnTo>
                <a:lnTo>
                  <a:pt x="228002" y="0"/>
                </a:lnTo>
                <a:lnTo>
                  <a:pt x="252377" y="65506"/>
                </a:lnTo>
                <a:lnTo>
                  <a:pt x="23866" y="14116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0" name="object 280" descr=""/>
          <p:cNvSpPr/>
          <p:nvPr/>
        </p:nvSpPr>
        <p:spPr>
          <a:xfrm>
            <a:off x="17663839" y="8623637"/>
            <a:ext cx="254000" cy="127000"/>
          </a:xfrm>
          <a:custGeom>
            <a:avLst/>
            <a:gdLst/>
            <a:ahLst/>
            <a:cxnLst/>
            <a:rect l="l" t="t" r="r" b="b"/>
            <a:pathLst>
              <a:path w="254000" h="127000">
                <a:moveTo>
                  <a:pt x="25390" y="126951"/>
                </a:moveTo>
                <a:lnTo>
                  <a:pt x="0" y="68045"/>
                </a:lnTo>
                <a:lnTo>
                  <a:pt x="506" y="68553"/>
                </a:lnTo>
                <a:lnTo>
                  <a:pt x="228002" y="0"/>
                </a:lnTo>
                <a:lnTo>
                  <a:pt x="253901" y="52811"/>
                </a:lnTo>
                <a:lnTo>
                  <a:pt x="25390" y="12695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1" name="object 281" descr=""/>
          <p:cNvSpPr/>
          <p:nvPr/>
        </p:nvSpPr>
        <p:spPr>
          <a:xfrm>
            <a:off x="18157421" y="8507290"/>
            <a:ext cx="130810" cy="84455"/>
          </a:xfrm>
          <a:custGeom>
            <a:avLst/>
            <a:gdLst/>
            <a:ahLst/>
            <a:cxnLst/>
            <a:rect l="l" t="t" r="r" b="b"/>
            <a:pathLst>
              <a:path w="130809" h="84454">
                <a:moveTo>
                  <a:pt x="26913" y="84355"/>
                </a:moveTo>
                <a:lnTo>
                  <a:pt x="0" y="38145"/>
                </a:lnTo>
                <a:lnTo>
                  <a:pt x="506" y="37638"/>
                </a:lnTo>
                <a:lnTo>
                  <a:pt x="130576" y="0"/>
                </a:lnTo>
                <a:lnTo>
                  <a:pt x="130576" y="51739"/>
                </a:lnTo>
                <a:lnTo>
                  <a:pt x="26913" y="8435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2" name="object 282" descr=""/>
          <p:cNvSpPr/>
          <p:nvPr/>
        </p:nvSpPr>
        <p:spPr>
          <a:xfrm>
            <a:off x="10314499" y="10252160"/>
            <a:ext cx="184785" cy="34925"/>
          </a:xfrm>
          <a:custGeom>
            <a:avLst/>
            <a:gdLst/>
            <a:ahLst/>
            <a:cxnLst/>
            <a:rect l="l" t="t" r="r" b="b"/>
            <a:pathLst>
              <a:path w="184784" h="34925">
                <a:moveTo>
                  <a:pt x="184375" y="34839"/>
                </a:moveTo>
                <a:lnTo>
                  <a:pt x="0" y="34839"/>
                </a:lnTo>
                <a:lnTo>
                  <a:pt x="183230" y="0"/>
                </a:lnTo>
                <a:lnTo>
                  <a:pt x="184375" y="3483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3" name="object 283" descr=""/>
          <p:cNvSpPr/>
          <p:nvPr/>
        </p:nvSpPr>
        <p:spPr>
          <a:xfrm>
            <a:off x="10764832" y="10164309"/>
            <a:ext cx="234950" cy="123189"/>
          </a:xfrm>
          <a:custGeom>
            <a:avLst/>
            <a:gdLst/>
            <a:ahLst/>
            <a:cxnLst/>
            <a:rect l="l" t="t" r="r" b="b"/>
            <a:pathLst>
              <a:path w="234950" h="123190">
                <a:moveTo>
                  <a:pt x="234830" y="122689"/>
                </a:moveTo>
                <a:lnTo>
                  <a:pt x="3369" y="122689"/>
                </a:lnTo>
                <a:lnTo>
                  <a:pt x="0" y="39100"/>
                </a:lnTo>
                <a:lnTo>
                  <a:pt x="229527" y="0"/>
                </a:lnTo>
                <a:lnTo>
                  <a:pt x="234830" y="12268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84" name="object 284" descr=""/>
          <p:cNvPicPr/>
          <p:nvPr/>
        </p:nvPicPr>
        <p:blipFill>
          <a:blip r:embed="rId155" cstate="print"/>
          <a:stretch>
            <a:fillRect/>
          </a:stretch>
        </p:blipFill>
        <p:spPr>
          <a:xfrm>
            <a:off x="11261465" y="10089156"/>
            <a:ext cx="236635" cy="167066"/>
          </a:xfrm>
          <a:prstGeom prst="rect">
            <a:avLst/>
          </a:prstGeom>
        </p:spPr>
      </p:pic>
      <p:pic>
        <p:nvPicPr>
          <p:cNvPr id="285" name="object 285" descr=""/>
          <p:cNvPicPr/>
          <p:nvPr/>
        </p:nvPicPr>
        <p:blipFill>
          <a:blip r:embed="rId156" cstate="print"/>
          <a:stretch>
            <a:fillRect/>
          </a:stretch>
        </p:blipFill>
        <p:spPr>
          <a:xfrm>
            <a:off x="11759110" y="10028220"/>
            <a:ext cx="237652" cy="166559"/>
          </a:xfrm>
          <a:prstGeom prst="rect">
            <a:avLst/>
          </a:prstGeom>
        </p:spPr>
      </p:pic>
      <p:pic>
        <p:nvPicPr>
          <p:cNvPr id="286" name="object 286" descr=""/>
          <p:cNvPicPr/>
          <p:nvPr/>
        </p:nvPicPr>
        <p:blipFill>
          <a:blip r:embed="rId157" cstate="print"/>
          <a:stretch>
            <a:fillRect/>
          </a:stretch>
        </p:blipFill>
        <p:spPr>
          <a:xfrm>
            <a:off x="12255740" y="9987088"/>
            <a:ext cx="239176" cy="163512"/>
          </a:xfrm>
          <a:prstGeom prst="rect">
            <a:avLst/>
          </a:prstGeom>
        </p:spPr>
      </p:pic>
      <p:pic>
        <p:nvPicPr>
          <p:cNvPr id="287" name="object 287" descr=""/>
          <p:cNvPicPr/>
          <p:nvPr/>
        </p:nvPicPr>
        <p:blipFill>
          <a:blip r:embed="rId158" cstate="print"/>
          <a:stretch>
            <a:fillRect/>
          </a:stretch>
        </p:blipFill>
        <p:spPr>
          <a:xfrm>
            <a:off x="12752371" y="9967283"/>
            <a:ext cx="240699" cy="157926"/>
          </a:xfrm>
          <a:prstGeom prst="rect">
            <a:avLst/>
          </a:prstGeom>
        </p:spPr>
      </p:pic>
      <p:pic>
        <p:nvPicPr>
          <p:cNvPr id="288" name="object 288" descr=""/>
          <p:cNvPicPr/>
          <p:nvPr/>
        </p:nvPicPr>
        <p:blipFill>
          <a:blip r:embed="rId159" cstate="print"/>
          <a:stretch>
            <a:fillRect/>
          </a:stretch>
        </p:blipFill>
        <p:spPr>
          <a:xfrm>
            <a:off x="13249003" y="9957127"/>
            <a:ext cx="242222" cy="162496"/>
          </a:xfrm>
          <a:prstGeom prst="rect">
            <a:avLst/>
          </a:prstGeom>
        </p:spPr>
      </p:pic>
      <p:pic>
        <p:nvPicPr>
          <p:cNvPr id="289" name="object 289" descr=""/>
          <p:cNvPicPr/>
          <p:nvPr/>
        </p:nvPicPr>
        <p:blipFill>
          <a:blip r:embed="rId160" cstate="print"/>
          <a:stretch>
            <a:fillRect/>
          </a:stretch>
        </p:blipFill>
        <p:spPr>
          <a:xfrm>
            <a:off x="13745633" y="9910917"/>
            <a:ext cx="243746" cy="174684"/>
          </a:xfrm>
          <a:prstGeom prst="rect">
            <a:avLst/>
          </a:prstGeom>
        </p:spPr>
      </p:pic>
      <p:pic>
        <p:nvPicPr>
          <p:cNvPr id="290" name="object 290" descr=""/>
          <p:cNvPicPr/>
          <p:nvPr/>
        </p:nvPicPr>
        <p:blipFill>
          <a:blip r:embed="rId161" cstate="print"/>
          <a:stretch>
            <a:fillRect/>
          </a:stretch>
        </p:blipFill>
        <p:spPr>
          <a:xfrm>
            <a:off x="14242826" y="9830684"/>
            <a:ext cx="245214" cy="182300"/>
          </a:xfrm>
          <a:prstGeom prst="rect">
            <a:avLst/>
          </a:prstGeom>
        </p:spPr>
      </p:pic>
      <p:pic>
        <p:nvPicPr>
          <p:cNvPr id="291" name="object 291" descr=""/>
          <p:cNvPicPr/>
          <p:nvPr/>
        </p:nvPicPr>
        <p:blipFill>
          <a:blip r:embed="rId162" cstate="print"/>
          <a:stretch>
            <a:fillRect/>
          </a:stretch>
        </p:blipFill>
        <p:spPr>
          <a:xfrm>
            <a:off x="14738895" y="9720999"/>
            <a:ext cx="246791" cy="186363"/>
          </a:xfrm>
          <a:prstGeom prst="rect">
            <a:avLst/>
          </a:prstGeom>
        </p:spPr>
      </p:pic>
      <p:pic>
        <p:nvPicPr>
          <p:cNvPr id="292" name="object 292" descr=""/>
          <p:cNvPicPr/>
          <p:nvPr/>
        </p:nvPicPr>
        <p:blipFill>
          <a:blip r:embed="rId163" cstate="print"/>
          <a:stretch>
            <a:fillRect/>
          </a:stretch>
        </p:blipFill>
        <p:spPr>
          <a:xfrm>
            <a:off x="15235527" y="9586938"/>
            <a:ext cx="248314" cy="185855"/>
          </a:xfrm>
          <a:prstGeom prst="rect">
            <a:avLst/>
          </a:prstGeom>
        </p:spPr>
      </p:pic>
      <p:pic>
        <p:nvPicPr>
          <p:cNvPr id="293" name="object 293" descr=""/>
          <p:cNvPicPr/>
          <p:nvPr/>
        </p:nvPicPr>
        <p:blipFill>
          <a:blip r:embed="rId164" cstate="print"/>
          <a:stretch>
            <a:fillRect/>
          </a:stretch>
        </p:blipFill>
        <p:spPr>
          <a:xfrm>
            <a:off x="15732156" y="9434599"/>
            <a:ext cx="249839" cy="182300"/>
          </a:xfrm>
          <a:prstGeom prst="rect">
            <a:avLst/>
          </a:prstGeom>
        </p:spPr>
      </p:pic>
      <p:sp>
        <p:nvSpPr>
          <p:cNvPr id="294" name="object 294" descr=""/>
          <p:cNvSpPr/>
          <p:nvPr/>
        </p:nvSpPr>
        <p:spPr>
          <a:xfrm>
            <a:off x="16229294" y="9268039"/>
            <a:ext cx="251460" cy="175260"/>
          </a:xfrm>
          <a:custGeom>
            <a:avLst/>
            <a:gdLst/>
            <a:ahLst/>
            <a:cxnLst/>
            <a:rect l="l" t="t" r="r" b="b"/>
            <a:pathLst>
              <a:path w="251459" h="175259">
                <a:moveTo>
                  <a:pt x="21328" y="175191"/>
                </a:moveTo>
                <a:lnTo>
                  <a:pt x="0" y="78201"/>
                </a:lnTo>
                <a:lnTo>
                  <a:pt x="508" y="78201"/>
                </a:lnTo>
                <a:lnTo>
                  <a:pt x="229527" y="0"/>
                </a:lnTo>
                <a:lnTo>
                  <a:pt x="251362" y="90896"/>
                </a:lnTo>
                <a:lnTo>
                  <a:pt x="21328" y="17519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5" name="object 295" descr=""/>
          <p:cNvSpPr/>
          <p:nvPr/>
        </p:nvSpPr>
        <p:spPr>
          <a:xfrm>
            <a:off x="16725926" y="9092847"/>
            <a:ext cx="253365" cy="165735"/>
          </a:xfrm>
          <a:custGeom>
            <a:avLst/>
            <a:gdLst/>
            <a:ahLst/>
            <a:cxnLst/>
            <a:rect l="l" t="t" r="r" b="b"/>
            <a:pathLst>
              <a:path w="253365" h="165734">
                <a:moveTo>
                  <a:pt x="22851" y="165543"/>
                </a:moveTo>
                <a:lnTo>
                  <a:pt x="0" y="81247"/>
                </a:lnTo>
                <a:lnTo>
                  <a:pt x="508" y="81756"/>
                </a:lnTo>
                <a:lnTo>
                  <a:pt x="229527" y="0"/>
                </a:lnTo>
                <a:lnTo>
                  <a:pt x="252886" y="78201"/>
                </a:lnTo>
                <a:lnTo>
                  <a:pt x="22851" y="16554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6" name="object 296" descr=""/>
          <p:cNvSpPr/>
          <p:nvPr/>
        </p:nvSpPr>
        <p:spPr>
          <a:xfrm>
            <a:off x="17222556" y="8914609"/>
            <a:ext cx="254635" cy="153670"/>
          </a:xfrm>
          <a:custGeom>
            <a:avLst/>
            <a:gdLst/>
            <a:ahLst/>
            <a:cxnLst/>
            <a:rect l="l" t="t" r="r" b="b"/>
            <a:pathLst>
              <a:path w="254634" h="153670">
                <a:moveTo>
                  <a:pt x="24375" y="153356"/>
                </a:moveTo>
                <a:lnTo>
                  <a:pt x="0" y="82264"/>
                </a:lnTo>
                <a:lnTo>
                  <a:pt x="508" y="82263"/>
                </a:lnTo>
                <a:lnTo>
                  <a:pt x="229527" y="0"/>
                </a:lnTo>
                <a:lnTo>
                  <a:pt x="254409" y="64998"/>
                </a:lnTo>
                <a:lnTo>
                  <a:pt x="24375" y="15335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7" name="object 297" descr=""/>
          <p:cNvSpPr/>
          <p:nvPr/>
        </p:nvSpPr>
        <p:spPr>
          <a:xfrm>
            <a:off x="17719188" y="8737385"/>
            <a:ext cx="256540" cy="139700"/>
          </a:xfrm>
          <a:custGeom>
            <a:avLst/>
            <a:gdLst/>
            <a:ahLst/>
            <a:cxnLst/>
            <a:rect l="l" t="t" r="r" b="b"/>
            <a:pathLst>
              <a:path w="256540" h="139700">
                <a:moveTo>
                  <a:pt x="25898" y="139138"/>
                </a:moveTo>
                <a:lnTo>
                  <a:pt x="0" y="81248"/>
                </a:lnTo>
                <a:lnTo>
                  <a:pt x="508" y="81248"/>
                </a:lnTo>
                <a:lnTo>
                  <a:pt x="229527" y="0"/>
                </a:lnTo>
                <a:lnTo>
                  <a:pt x="255932" y="52303"/>
                </a:lnTo>
                <a:lnTo>
                  <a:pt x="25898" y="13913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8" name="object 298" descr=""/>
          <p:cNvPicPr/>
          <p:nvPr/>
        </p:nvPicPr>
        <p:blipFill>
          <a:blip r:embed="rId165" cstate="print"/>
          <a:stretch>
            <a:fillRect/>
          </a:stretch>
        </p:blipFill>
        <p:spPr>
          <a:xfrm>
            <a:off x="18215818" y="8620468"/>
            <a:ext cx="72181" cy="70706"/>
          </a:xfrm>
          <a:prstGeom prst="rect">
            <a:avLst/>
          </a:prstGeom>
        </p:spPr>
      </p:pic>
      <p:sp>
        <p:nvSpPr>
          <p:cNvPr id="299" name="object 299" descr=""/>
          <p:cNvSpPr/>
          <p:nvPr/>
        </p:nvSpPr>
        <p:spPr>
          <a:xfrm>
            <a:off x="13775594" y="10227785"/>
            <a:ext cx="237490" cy="59690"/>
          </a:xfrm>
          <a:custGeom>
            <a:avLst/>
            <a:gdLst/>
            <a:ahLst/>
            <a:cxnLst/>
            <a:rect l="l" t="t" r="r" b="b"/>
            <a:pathLst>
              <a:path w="237490" h="59690">
                <a:moveTo>
                  <a:pt x="236991" y="59213"/>
                </a:moveTo>
                <a:lnTo>
                  <a:pt x="2450" y="59213"/>
                </a:lnTo>
                <a:lnTo>
                  <a:pt x="0" y="33007"/>
                </a:lnTo>
                <a:lnTo>
                  <a:pt x="95112" y="20949"/>
                </a:lnTo>
                <a:lnTo>
                  <a:pt x="136809" y="14981"/>
                </a:lnTo>
                <a:lnTo>
                  <a:pt x="231049" y="0"/>
                </a:lnTo>
                <a:lnTo>
                  <a:pt x="236991" y="5921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0" name="object 300" descr=""/>
          <p:cNvPicPr/>
          <p:nvPr/>
        </p:nvPicPr>
        <p:blipFill>
          <a:blip r:embed="rId166" cstate="print"/>
          <a:stretch>
            <a:fillRect/>
          </a:stretch>
        </p:blipFill>
        <p:spPr>
          <a:xfrm>
            <a:off x="14275271" y="10129780"/>
            <a:ext cx="247299" cy="157218"/>
          </a:xfrm>
          <a:prstGeom prst="rect">
            <a:avLst/>
          </a:prstGeom>
        </p:spPr>
      </p:pic>
      <p:pic>
        <p:nvPicPr>
          <p:cNvPr id="301" name="object 301" descr=""/>
          <p:cNvPicPr/>
          <p:nvPr/>
        </p:nvPicPr>
        <p:blipFill>
          <a:blip r:embed="rId167" cstate="print"/>
          <a:stretch>
            <a:fillRect/>
          </a:stretch>
        </p:blipFill>
        <p:spPr>
          <a:xfrm>
            <a:off x="14775457" y="9997750"/>
            <a:ext cx="248823" cy="198550"/>
          </a:xfrm>
          <a:prstGeom prst="rect">
            <a:avLst/>
          </a:prstGeom>
        </p:spPr>
      </p:pic>
      <p:pic>
        <p:nvPicPr>
          <p:cNvPr id="302" name="object 302" descr=""/>
          <p:cNvPicPr/>
          <p:nvPr/>
        </p:nvPicPr>
        <p:blipFill>
          <a:blip r:embed="rId168" cstate="print"/>
          <a:stretch>
            <a:fillRect/>
          </a:stretch>
        </p:blipFill>
        <p:spPr>
          <a:xfrm>
            <a:off x="15276221" y="9839824"/>
            <a:ext cx="249767" cy="199059"/>
          </a:xfrm>
          <a:prstGeom prst="rect">
            <a:avLst/>
          </a:prstGeom>
        </p:spPr>
      </p:pic>
      <p:pic>
        <p:nvPicPr>
          <p:cNvPr id="303" name="object 303" descr=""/>
          <p:cNvPicPr/>
          <p:nvPr/>
        </p:nvPicPr>
        <p:blipFill>
          <a:blip r:embed="rId169" cstate="print"/>
          <a:stretch>
            <a:fillRect/>
          </a:stretch>
        </p:blipFill>
        <p:spPr>
          <a:xfrm>
            <a:off x="15775909" y="9660570"/>
            <a:ext cx="251281" cy="196011"/>
          </a:xfrm>
          <a:prstGeom prst="rect">
            <a:avLst/>
          </a:prstGeom>
        </p:spPr>
      </p:pic>
      <p:sp>
        <p:nvSpPr>
          <p:cNvPr id="304" name="object 304" descr=""/>
          <p:cNvSpPr/>
          <p:nvPr/>
        </p:nvSpPr>
        <p:spPr>
          <a:xfrm>
            <a:off x="16276014" y="9466591"/>
            <a:ext cx="253365" cy="190500"/>
          </a:xfrm>
          <a:custGeom>
            <a:avLst/>
            <a:gdLst/>
            <a:ahLst/>
            <a:cxnLst/>
            <a:rect l="l" t="t" r="r" b="b"/>
            <a:pathLst>
              <a:path w="253365" h="190500">
                <a:moveTo>
                  <a:pt x="21328" y="189918"/>
                </a:moveTo>
                <a:lnTo>
                  <a:pt x="0" y="90896"/>
                </a:lnTo>
                <a:lnTo>
                  <a:pt x="230542" y="0"/>
                </a:lnTo>
                <a:lnTo>
                  <a:pt x="252886" y="92927"/>
                </a:lnTo>
                <a:lnTo>
                  <a:pt x="72221" y="168960"/>
                </a:lnTo>
                <a:lnTo>
                  <a:pt x="21328" y="18991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5" name="object 305" descr=""/>
          <p:cNvSpPr/>
          <p:nvPr/>
        </p:nvSpPr>
        <p:spPr>
          <a:xfrm>
            <a:off x="16775690" y="9262961"/>
            <a:ext cx="254635" cy="180975"/>
          </a:xfrm>
          <a:custGeom>
            <a:avLst/>
            <a:gdLst/>
            <a:ahLst/>
            <a:cxnLst/>
            <a:rect l="l" t="t" r="r" b="b"/>
            <a:pathLst>
              <a:path w="254634" h="180975">
                <a:moveTo>
                  <a:pt x="22851" y="180777"/>
                </a:moveTo>
                <a:lnTo>
                  <a:pt x="0" y="94451"/>
                </a:lnTo>
                <a:lnTo>
                  <a:pt x="230542" y="0"/>
                </a:lnTo>
                <a:lnTo>
                  <a:pt x="254409" y="80232"/>
                </a:lnTo>
                <a:lnTo>
                  <a:pt x="22851" y="18077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6" name="object 306" descr=""/>
          <p:cNvSpPr/>
          <p:nvPr/>
        </p:nvSpPr>
        <p:spPr>
          <a:xfrm>
            <a:off x="17275877" y="9056285"/>
            <a:ext cx="256540" cy="168910"/>
          </a:xfrm>
          <a:custGeom>
            <a:avLst/>
            <a:gdLst/>
            <a:ahLst/>
            <a:cxnLst/>
            <a:rect l="l" t="t" r="r" b="b"/>
            <a:pathLst>
              <a:path w="256540" h="168909">
                <a:moveTo>
                  <a:pt x="24375" y="168590"/>
                </a:moveTo>
                <a:lnTo>
                  <a:pt x="0" y="95467"/>
                </a:lnTo>
                <a:lnTo>
                  <a:pt x="230542" y="0"/>
                </a:lnTo>
                <a:lnTo>
                  <a:pt x="255932" y="67537"/>
                </a:lnTo>
                <a:lnTo>
                  <a:pt x="24375" y="16859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7" name="object 307" descr=""/>
          <p:cNvSpPr/>
          <p:nvPr/>
        </p:nvSpPr>
        <p:spPr>
          <a:xfrm>
            <a:off x="17776062" y="8852149"/>
            <a:ext cx="257810" cy="154305"/>
          </a:xfrm>
          <a:custGeom>
            <a:avLst/>
            <a:gdLst/>
            <a:ahLst/>
            <a:cxnLst/>
            <a:rect l="l" t="t" r="r" b="b"/>
            <a:pathLst>
              <a:path w="257809" h="154304">
                <a:moveTo>
                  <a:pt x="25898" y="153864"/>
                </a:moveTo>
                <a:lnTo>
                  <a:pt x="0" y="93435"/>
                </a:lnTo>
                <a:lnTo>
                  <a:pt x="230542" y="0"/>
                </a:lnTo>
                <a:lnTo>
                  <a:pt x="257456" y="54842"/>
                </a:lnTo>
                <a:lnTo>
                  <a:pt x="25898" y="15386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8" name="object 308" descr=""/>
          <p:cNvSpPr/>
          <p:nvPr/>
        </p:nvSpPr>
        <p:spPr>
          <a:xfrm>
            <a:off x="18275738" y="8740277"/>
            <a:ext cx="12700" cy="26670"/>
          </a:xfrm>
          <a:custGeom>
            <a:avLst/>
            <a:gdLst/>
            <a:ahLst/>
            <a:cxnLst/>
            <a:rect l="l" t="t" r="r" b="b"/>
            <a:pathLst>
              <a:path w="12700" h="26670">
                <a:moveTo>
                  <a:pt x="12259" y="26124"/>
                </a:moveTo>
                <a:lnTo>
                  <a:pt x="7213" y="17190"/>
                </a:lnTo>
                <a:lnTo>
                  <a:pt x="0" y="4725"/>
                </a:lnTo>
                <a:lnTo>
                  <a:pt x="12259" y="0"/>
                </a:lnTo>
                <a:lnTo>
                  <a:pt x="12259" y="2612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9" name="object 309" descr=""/>
          <p:cNvSpPr/>
          <p:nvPr/>
        </p:nvSpPr>
        <p:spPr>
          <a:xfrm>
            <a:off x="15024324" y="10280089"/>
            <a:ext cx="22225" cy="6985"/>
          </a:xfrm>
          <a:custGeom>
            <a:avLst/>
            <a:gdLst/>
            <a:ahLst/>
            <a:cxnLst/>
            <a:rect l="l" t="t" r="r" b="b"/>
            <a:pathLst>
              <a:path w="22225" h="6984">
                <a:moveTo>
                  <a:pt x="21705" y="6909"/>
                </a:moveTo>
                <a:lnTo>
                  <a:pt x="0" y="6909"/>
                </a:lnTo>
                <a:lnTo>
                  <a:pt x="20775" y="0"/>
                </a:lnTo>
                <a:lnTo>
                  <a:pt x="21705" y="690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0" name="object 310" descr=""/>
          <p:cNvPicPr/>
          <p:nvPr/>
        </p:nvPicPr>
        <p:blipFill>
          <a:blip r:embed="rId170" cstate="print"/>
          <a:stretch>
            <a:fillRect/>
          </a:stretch>
        </p:blipFill>
        <p:spPr>
          <a:xfrm>
            <a:off x="15315759" y="10097788"/>
            <a:ext cx="251869" cy="189211"/>
          </a:xfrm>
          <a:prstGeom prst="rect">
            <a:avLst/>
          </a:prstGeom>
        </p:spPr>
      </p:pic>
      <p:pic>
        <p:nvPicPr>
          <p:cNvPr id="311" name="object 311" descr=""/>
          <p:cNvPicPr/>
          <p:nvPr/>
        </p:nvPicPr>
        <p:blipFill>
          <a:blip r:embed="rId171" cstate="print"/>
          <a:stretch>
            <a:fillRect/>
          </a:stretch>
        </p:blipFill>
        <p:spPr>
          <a:xfrm>
            <a:off x="15818992" y="9892128"/>
            <a:ext cx="253392" cy="212261"/>
          </a:xfrm>
          <a:prstGeom prst="rect">
            <a:avLst/>
          </a:prstGeom>
        </p:spPr>
      </p:pic>
      <p:sp>
        <p:nvSpPr>
          <p:cNvPr id="312" name="object 312" descr=""/>
          <p:cNvSpPr/>
          <p:nvPr/>
        </p:nvSpPr>
        <p:spPr>
          <a:xfrm>
            <a:off x="16322225" y="9670218"/>
            <a:ext cx="255270" cy="207645"/>
          </a:xfrm>
          <a:custGeom>
            <a:avLst/>
            <a:gdLst/>
            <a:ahLst/>
            <a:cxnLst/>
            <a:rect l="l" t="t" r="r" b="b"/>
            <a:pathLst>
              <a:path w="255269" h="207645">
                <a:moveTo>
                  <a:pt x="21835" y="207183"/>
                </a:moveTo>
                <a:lnTo>
                  <a:pt x="0" y="103592"/>
                </a:lnTo>
                <a:lnTo>
                  <a:pt x="506" y="104099"/>
                </a:lnTo>
                <a:lnTo>
                  <a:pt x="232573" y="0"/>
                </a:lnTo>
                <a:lnTo>
                  <a:pt x="254916" y="97497"/>
                </a:lnTo>
                <a:lnTo>
                  <a:pt x="73034" y="183442"/>
                </a:lnTo>
                <a:lnTo>
                  <a:pt x="21835" y="20718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3" name="object 313" descr=""/>
          <p:cNvSpPr/>
          <p:nvPr/>
        </p:nvSpPr>
        <p:spPr>
          <a:xfrm>
            <a:off x="16825456" y="9439168"/>
            <a:ext cx="256540" cy="198755"/>
          </a:xfrm>
          <a:custGeom>
            <a:avLst/>
            <a:gdLst/>
            <a:ahLst/>
            <a:cxnLst/>
            <a:rect l="l" t="t" r="r" b="b"/>
            <a:pathLst>
              <a:path w="256540" h="198754">
                <a:moveTo>
                  <a:pt x="23358" y="198550"/>
                </a:moveTo>
                <a:lnTo>
                  <a:pt x="0" y="107653"/>
                </a:lnTo>
                <a:lnTo>
                  <a:pt x="506" y="107653"/>
                </a:lnTo>
                <a:lnTo>
                  <a:pt x="232572" y="0"/>
                </a:lnTo>
                <a:lnTo>
                  <a:pt x="256439" y="85310"/>
                </a:lnTo>
                <a:lnTo>
                  <a:pt x="23358" y="19855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4" name="object 314" descr=""/>
          <p:cNvSpPr/>
          <p:nvPr/>
        </p:nvSpPr>
        <p:spPr>
          <a:xfrm>
            <a:off x="17328689" y="9204563"/>
            <a:ext cx="258445" cy="186690"/>
          </a:xfrm>
          <a:custGeom>
            <a:avLst/>
            <a:gdLst/>
            <a:ahLst/>
            <a:cxnLst/>
            <a:rect l="l" t="t" r="r" b="b"/>
            <a:pathLst>
              <a:path w="258444" h="186690">
                <a:moveTo>
                  <a:pt x="24881" y="186363"/>
                </a:moveTo>
                <a:lnTo>
                  <a:pt x="0" y="108162"/>
                </a:lnTo>
                <a:lnTo>
                  <a:pt x="506" y="108162"/>
                </a:lnTo>
                <a:lnTo>
                  <a:pt x="232573" y="0"/>
                </a:lnTo>
                <a:lnTo>
                  <a:pt x="257963" y="72615"/>
                </a:lnTo>
                <a:lnTo>
                  <a:pt x="24881" y="18636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5" name="object 315" descr=""/>
          <p:cNvSpPr/>
          <p:nvPr/>
        </p:nvSpPr>
        <p:spPr>
          <a:xfrm>
            <a:off x="17831920" y="8974022"/>
            <a:ext cx="259715" cy="172085"/>
          </a:xfrm>
          <a:custGeom>
            <a:avLst/>
            <a:gdLst/>
            <a:ahLst/>
            <a:cxnLst/>
            <a:rect l="l" t="t" r="r" b="b"/>
            <a:pathLst>
              <a:path w="259715" h="172084">
                <a:moveTo>
                  <a:pt x="26405" y="171636"/>
                </a:moveTo>
                <a:lnTo>
                  <a:pt x="0" y="105114"/>
                </a:lnTo>
                <a:lnTo>
                  <a:pt x="506" y="105623"/>
                </a:lnTo>
                <a:lnTo>
                  <a:pt x="232573" y="0"/>
                </a:lnTo>
                <a:lnTo>
                  <a:pt x="259486" y="60936"/>
                </a:lnTo>
                <a:lnTo>
                  <a:pt x="26405" y="17163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6" name="object 316" descr=""/>
          <p:cNvSpPr/>
          <p:nvPr/>
        </p:nvSpPr>
        <p:spPr>
          <a:xfrm>
            <a:off x="15863171" y="10133843"/>
            <a:ext cx="255904" cy="153670"/>
          </a:xfrm>
          <a:custGeom>
            <a:avLst/>
            <a:gdLst/>
            <a:ahLst/>
            <a:cxnLst/>
            <a:rect l="l" t="t" r="r" b="b"/>
            <a:pathLst>
              <a:path w="255905" h="153670">
                <a:moveTo>
                  <a:pt x="180533" y="153156"/>
                </a:moveTo>
                <a:lnTo>
                  <a:pt x="7801" y="153156"/>
                </a:lnTo>
                <a:lnTo>
                  <a:pt x="0" y="109177"/>
                </a:lnTo>
                <a:lnTo>
                  <a:pt x="96184" y="65189"/>
                </a:lnTo>
                <a:lnTo>
                  <a:pt x="234095" y="0"/>
                </a:lnTo>
                <a:lnTo>
                  <a:pt x="255424" y="116286"/>
                </a:lnTo>
                <a:lnTo>
                  <a:pt x="180533" y="15315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7" name="object 317" descr=""/>
          <p:cNvSpPr/>
          <p:nvPr/>
        </p:nvSpPr>
        <p:spPr>
          <a:xfrm>
            <a:off x="16369957" y="9885527"/>
            <a:ext cx="257175" cy="226695"/>
          </a:xfrm>
          <a:custGeom>
            <a:avLst/>
            <a:gdLst/>
            <a:ahLst/>
            <a:cxnLst/>
            <a:rect l="l" t="t" r="r" b="b"/>
            <a:pathLst>
              <a:path w="257175" h="226695">
                <a:moveTo>
                  <a:pt x="22343" y="226480"/>
                </a:moveTo>
                <a:lnTo>
                  <a:pt x="0" y="116287"/>
                </a:lnTo>
                <a:lnTo>
                  <a:pt x="506" y="116286"/>
                </a:lnTo>
                <a:lnTo>
                  <a:pt x="182893" y="25840"/>
                </a:lnTo>
                <a:lnTo>
                  <a:pt x="234095" y="0"/>
                </a:lnTo>
                <a:lnTo>
                  <a:pt x="256947" y="105115"/>
                </a:lnTo>
                <a:lnTo>
                  <a:pt x="73797" y="200257"/>
                </a:lnTo>
                <a:lnTo>
                  <a:pt x="22343" y="22648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8" name="object 318" descr=""/>
          <p:cNvSpPr/>
          <p:nvPr/>
        </p:nvSpPr>
        <p:spPr>
          <a:xfrm>
            <a:off x="16876236" y="9628072"/>
            <a:ext cx="259079" cy="218440"/>
          </a:xfrm>
          <a:custGeom>
            <a:avLst/>
            <a:gdLst/>
            <a:ahLst/>
            <a:cxnLst/>
            <a:rect l="l" t="t" r="r" b="b"/>
            <a:pathLst>
              <a:path w="259080" h="218440">
                <a:moveTo>
                  <a:pt x="23866" y="218355"/>
                </a:moveTo>
                <a:lnTo>
                  <a:pt x="0" y="119841"/>
                </a:lnTo>
                <a:lnTo>
                  <a:pt x="506" y="119841"/>
                </a:lnTo>
                <a:lnTo>
                  <a:pt x="234095" y="0"/>
                </a:lnTo>
                <a:lnTo>
                  <a:pt x="258470" y="93435"/>
                </a:lnTo>
                <a:lnTo>
                  <a:pt x="23866" y="21835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9" name="object 319" descr=""/>
          <p:cNvSpPr/>
          <p:nvPr/>
        </p:nvSpPr>
        <p:spPr>
          <a:xfrm>
            <a:off x="17383024" y="9367568"/>
            <a:ext cx="260350" cy="207645"/>
          </a:xfrm>
          <a:custGeom>
            <a:avLst/>
            <a:gdLst/>
            <a:ahLst/>
            <a:cxnLst/>
            <a:rect l="l" t="t" r="r" b="b"/>
            <a:pathLst>
              <a:path w="260350" h="207645">
                <a:moveTo>
                  <a:pt x="25390" y="207183"/>
                </a:moveTo>
                <a:lnTo>
                  <a:pt x="0" y="119841"/>
                </a:lnTo>
                <a:lnTo>
                  <a:pt x="506" y="119841"/>
                </a:lnTo>
                <a:lnTo>
                  <a:pt x="234095" y="0"/>
                </a:lnTo>
                <a:lnTo>
                  <a:pt x="259994" y="81756"/>
                </a:lnTo>
                <a:lnTo>
                  <a:pt x="25390" y="20718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0" name="object 320" descr=""/>
          <p:cNvSpPr/>
          <p:nvPr/>
        </p:nvSpPr>
        <p:spPr>
          <a:xfrm>
            <a:off x="17889811" y="9111636"/>
            <a:ext cx="261620" cy="193040"/>
          </a:xfrm>
          <a:custGeom>
            <a:avLst/>
            <a:gdLst/>
            <a:ahLst/>
            <a:cxnLst/>
            <a:rect l="l" t="t" r="r" b="b"/>
            <a:pathLst>
              <a:path w="261619" h="193040">
                <a:moveTo>
                  <a:pt x="26913" y="192964"/>
                </a:moveTo>
                <a:lnTo>
                  <a:pt x="0" y="116793"/>
                </a:lnTo>
                <a:lnTo>
                  <a:pt x="506" y="116794"/>
                </a:lnTo>
                <a:lnTo>
                  <a:pt x="234095" y="0"/>
                </a:lnTo>
                <a:lnTo>
                  <a:pt x="261517" y="71092"/>
                </a:lnTo>
                <a:lnTo>
                  <a:pt x="26913" y="19296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1" name="object 321" descr=""/>
          <p:cNvSpPr/>
          <p:nvPr/>
        </p:nvSpPr>
        <p:spPr>
          <a:xfrm>
            <a:off x="16418281" y="10119116"/>
            <a:ext cx="258445" cy="168275"/>
          </a:xfrm>
          <a:custGeom>
            <a:avLst/>
            <a:gdLst/>
            <a:ahLst/>
            <a:cxnLst/>
            <a:rect l="l" t="t" r="r" b="b"/>
            <a:pathLst>
              <a:path w="258444" h="168275">
                <a:moveTo>
                  <a:pt x="164931" y="167882"/>
                </a:moveTo>
                <a:lnTo>
                  <a:pt x="7440" y="167882"/>
                </a:lnTo>
                <a:lnTo>
                  <a:pt x="0" y="127412"/>
                </a:lnTo>
                <a:lnTo>
                  <a:pt x="235027" y="0"/>
                </a:lnTo>
                <a:lnTo>
                  <a:pt x="251951" y="83692"/>
                </a:lnTo>
                <a:lnTo>
                  <a:pt x="258386" y="115271"/>
                </a:lnTo>
                <a:lnTo>
                  <a:pt x="164931" y="16788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2" name="object 322" descr=""/>
          <p:cNvSpPr/>
          <p:nvPr/>
        </p:nvSpPr>
        <p:spPr>
          <a:xfrm>
            <a:off x="16928540" y="9836777"/>
            <a:ext cx="260350" cy="241300"/>
          </a:xfrm>
          <a:custGeom>
            <a:avLst/>
            <a:gdLst/>
            <a:ahLst/>
            <a:cxnLst/>
            <a:rect l="l" t="t" r="r" b="b"/>
            <a:pathLst>
              <a:path w="260350" h="241300">
                <a:moveTo>
                  <a:pt x="23866" y="240698"/>
                </a:moveTo>
                <a:lnTo>
                  <a:pt x="0" y="131013"/>
                </a:lnTo>
                <a:lnTo>
                  <a:pt x="235112" y="0"/>
                </a:lnTo>
                <a:lnTo>
                  <a:pt x="259994" y="105115"/>
                </a:lnTo>
                <a:lnTo>
                  <a:pt x="23866" y="24069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3" name="object 323" descr=""/>
          <p:cNvSpPr/>
          <p:nvPr/>
        </p:nvSpPr>
        <p:spPr>
          <a:xfrm>
            <a:off x="17438374" y="9551900"/>
            <a:ext cx="261620" cy="231140"/>
          </a:xfrm>
          <a:custGeom>
            <a:avLst/>
            <a:gdLst/>
            <a:ahLst/>
            <a:cxnLst/>
            <a:rect l="l" t="t" r="r" b="b"/>
            <a:pathLst>
              <a:path w="261619" h="231140">
                <a:moveTo>
                  <a:pt x="25390" y="231050"/>
                </a:moveTo>
                <a:lnTo>
                  <a:pt x="0" y="131013"/>
                </a:lnTo>
                <a:lnTo>
                  <a:pt x="235113" y="0"/>
                </a:lnTo>
                <a:lnTo>
                  <a:pt x="261518" y="95467"/>
                </a:lnTo>
                <a:lnTo>
                  <a:pt x="25390" y="23105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4" name="object 324" descr=""/>
          <p:cNvSpPr/>
          <p:nvPr/>
        </p:nvSpPr>
        <p:spPr>
          <a:xfrm>
            <a:off x="17948206" y="9274133"/>
            <a:ext cx="263525" cy="217170"/>
          </a:xfrm>
          <a:custGeom>
            <a:avLst/>
            <a:gdLst/>
            <a:ahLst/>
            <a:cxnLst/>
            <a:rect l="l" t="t" r="r" b="b"/>
            <a:pathLst>
              <a:path w="263525" h="217170">
                <a:moveTo>
                  <a:pt x="26913" y="216831"/>
                </a:moveTo>
                <a:lnTo>
                  <a:pt x="19709" y="191782"/>
                </a:lnTo>
                <a:lnTo>
                  <a:pt x="13456" y="170685"/>
                </a:lnTo>
                <a:lnTo>
                  <a:pt x="7204" y="150063"/>
                </a:lnTo>
                <a:lnTo>
                  <a:pt x="132" y="126878"/>
                </a:lnTo>
                <a:lnTo>
                  <a:pt x="235113" y="0"/>
                </a:lnTo>
                <a:lnTo>
                  <a:pt x="242618" y="22335"/>
                </a:lnTo>
                <a:lnTo>
                  <a:pt x="249077" y="41957"/>
                </a:lnTo>
                <a:lnTo>
                  <a:pt x="255535" y="62055"/>
                </a:lnTo>
                <a:lnTo>
                  <a:pt x="263041" y="85818"/>
                </a:lnTo>
                <a:lnTo>
                  <a:pt x="26913" y="216831"/>
                </a:lnTo>
                <a:close/>
              </a:path>
              <a:path w="263525" h="217170">
                <a:moveTo>
                  <a:pt x="132" y="126878"/>
                </a:moveTo>
                <a:lnTo>
                  <a:pt x="0" y="126878"/>
                </a:lnTo>
                <a:lnTo>
                  <a:pt x="0" y="126443"/>
                </a:lnTo>
                <a:lnTo>
                  <a:pt x="132" y="12687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5" name="object 325" descr=""/>
          <p:cNvSpPr/>
          <p:nvPr/>
        </p:nvSpPr>
        <p:spPr>
          <a:xfrm>
            <a:off x="16980335" y="10073413"/>
            <a:ext cx="262255" cy="213995"/>
          </a:xfrm>
          <a:custGeom>
            <a:avLst/>
            <a:gdLst/>
            <a:ahLst/>
            <a:cxnLst/>
            <a:rect l="l" t="t" r="r" b="b"/>
            <a:pathLst>
              <a:path w="262255" h="213995">
                <a:moveTo>
                  <a:pt x="109738" y="213585"/>
                </a:moveTo>
                <a:lnTo>
                  <a:pt x="14409" y="213585"/>
                </a:lnTo>
                <a:lnTo>
                  <a:pt x="0" y="140661"/>
                </a:lnTo>
                <a:lnTo>
                  <a:pt x="237144" y="0"/>
                </a:lnTo>
                <a:lnTo>
                  <a:pt x="255496" y="87548"/>
                </a:lnTo>
                <a:lnTo>
                  <a:pt x="262026" y="120857"/>
                </a:lnTo>
                <a:lnTo>
                  <a:pt x="109738" y="21358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6" name="object 326" descr=""/>
          <p:cNvSpPr/>
          <p:nvPr/>
        </p:nvSpPr>
        <p:spPr>
          <a:xfrm>
            <a:off x="17493722" y="9768224"/>
            <a:ext cx="264160" cy="257175"/>
          </a:xfrm>
          <a:custGeom>
            <a:avLst/>
            <a:gdLst/>
            <a:ahLst/>
            <a:cxnLst/>
            <a:rect l="l" t="t" r="r" b="b"/>
            <a:pathLst>
              <a:path w="264159" h="257175">
                <a:moveTo>
                  <a:pt x="25898" y="256947"/>
                </a:moveTo>
                <a:lnTo>
                  <a:pt x="0" y="140153"/>
                </a:lnTo>
                <a:lnTo>
                  <a:pt x="508" y="140153"/>
                </a:lnTo>
                <a:lnTo>
                  <a:pt x="237144" y="0"/>
                </a:lnTo>
                <a:lnTo>
                  <a:pt x="263549" y="113239"/>
                </a:lnTo>
                <a:lnTo>
                  <a:pt x="25898" y="25694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7" name="object 327" descr=""/>
          <p:cNvSpPr/>
          <p:nvPr/>
        </p:nvSpPr>
        <p:spPr>
          <a:xfrm>
            <a:off x="18007731" y="9471159"/>
            <a:ext cx="265430" cy="244475"/>
          </a:xfrm>
          <a:custGeom>
            <a:avLst/>
            <a:gdLst/>
            <a:ahLst/>
            <a:cxnLst/>
            <a:rect l="l" t="t" r="r" b="b"/>
            <a:pathLst>
              <a:path w="265430" h="244475">
                <a:moveTo>
                  <a:pt x="27308" y="244252"/>
                </a:moveTo>
                <a:lnTo>
                  <a:pt x="19811" y="213840"/>
                </a:lnTo>
                <a:lnTo>
                  <a:pt x="13408" y="188331"/>
                </a:lnTo>
                <a:lnTo>
                  <a:pt x="0" y="135518"/>
                </a:lnTo>
                <a:lnTo>
                  <a:pt x="236523" y="0"/>
                </a:lnTo>
                <a:lnTo>
                  <a:pt x="244037" y="27429"/>
                </a:lnTo>
                <a:lnTo>
                  <a:pt x="250551" y="51478"/>
                </a:lnTo>
                <a:lnTo>
                  <a:pt x="257160" y="76194"/>
                </a:lnTo>
                <a:lnTo>
                  <a:pt x="264951" y="105590"/>
                </a:lnTo>
                <a:lnTo>
                  <a:pt x="79372" y="213455"/>
                </a:lnTo>
                <a:lnTo>
                  <a:pt x="27308" y="24425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8" name="object 328" descr=""/>
          <p:cNvSpPr/>
          <p:nvPr/>
        </p:nvSpPr>
        <p:spPr>
          <a:xfrm>
            <a:off x="17550600" y="10026188"/>
            <a:ext cx="266065" cy="260985"/>
          </a:xfrm>
          <a:custGeom>
            <a:avLst/>
            <a:gdLst/>
            <a:ahLst/>
            <a:cxnLst/>
            <a:rect l="l" t="t" r="r" b="b"/>
            <a:pathLst>
              <a:path w="266065" h="260984">
                <a:moveTo>
                  <a:pt x="66096" y="260810"/>
                </a:moveTo>
                <a:lnTo>
                  <a:pt x="21747" y="260810"/>
                </a:lnTo>
                <a:lnTo>
                  <a:pt x="0" y="147262"/>
                </a:lnTo>
                <a:lnTo>
                  <a:pt x="238666" y="0"/>
                </a:lnTo>
                <a:lnTo>
                  <a:pt x="258375" y="98188"/>
                </a:lnTo>
                <a:lnTo>
                  <a:pt x="265579" y="136090"/>
                </a:lnTo>
                <a:lnTo>
                  <a:pt x="66096" y="26081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9" name="object 329" descr=""/>
          <p:cNvSpPr/>
          <p:nvPr/>
        </p:nvSpPr>
        <p:spPr>
          <a:xfrm>
            <a:off x="18067033" y="9725284"/>
            <a:ext cx="220979" cy="265430"/>
          </a:xfrm>
          <a:custGeom>
            <a:avLst/>
            <a:gdLst/>
            <a:ahLst/>
            <a:cxnLst/>
            <a:rect l="l" t="t" r="r" b="b"/>
            <a:pathLst>
              <a:path w="220980" h="265429">
                <a:moveTo>
                  <a:pt x="27928" y="264850"/>
                </a:moveTo>
                <a:lnTo>
                  <a:pt x="0" y="131297"/>
                </a:lnTo>
                <a:lnTo>
                  <a:pt x="220965" y="0"/>
                </a:lnTo>
                <a:lnTo>
                  <a:pt x="220965" y="148439"/>
                </a:lnTo>
                <a:lnTo>
                  <a:pt x="80297" y="232890"/>
                </a:lnTo>
                <a:lnTo>
                  <a:pt x="27928" y="26485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0" name="object 330" descr=""/>
          <p:cNvPicPr/>
          <p:nvPr/>
        </p:nvPicPr>
        <p:blipFill>
          <a:blip r:embed="rId172" cstate="print"/>
          <a:stretch>
            <a:fillRect/>
          </a:stretch>
        </p:blipFill>
        <p:spPr>
          <a:xfrm>
            <a:off x="18127969" y="10074880"/>
            <a:ext cx="160028" cy="212118"/>
          </a:xfrm>
          <a:prstGeom prst="rect">
            <a:avLst/>
          </a:prstGeom>
        </p:spPr>
      </p:pic>
      <p:grpSp>
        <p:nvGrpSpPr>
          <p:cNvPr id="331" name="object 331" descr=""/>
          <p:cNvGrpSpPr/>
          <p:nvPr/>
        </p:nvGrpSpPr>
        <p:grpSpPr>
          <a:xfrm>
            <a:off x="11087470" y="0"/>
            <a:ext cx="7200900" cy="10287000"/>
            <a:chOff x="11087470" y="0"/>
            <a:chExt cx="7200900" cy="10287000"/>
          </a:xfrm>
        </p:grpSpPr>
        <p:sp>
          <p:nvSpPr>
            <p:cNvPr id="332" name="object 332" descr=""/>
            <p:cNvSpPr/>
            <p:nvPr/>
          </p:nvSpPr>
          <p:spPr>
            <a:xfrm>
              <a:off x="11697102" y="2779822"/>
              <a:ext cx="3429000" cy="4724400"/>
            </a:xfrm>
            <a:custGeom>
              <a:avLst/>
              <a:gdLst/>
              <a:ahLst/>
              <a:cxnLst/>
              <a:rect l="l" t="t" r="r" b="b"/>
              <a:pathLst>
                <a:path w="3429000" h="4724400">
                  <a:moveTo>
                    <a:pt x="3428967" y="2367677"/>
                  </a:moveTo>
                  <a:lnTo>
                    <a:pt x="2411264" y="4724400"/>
                  </a:lnTo>
                </a:path>
                <a:path w="3429000" h="4724400">
                  <a:moveTo>
                    <a:pt x="1221" y="4724399"/>
                  </a:moveTo>
                  <a:lnTo>
                    <a:pt x="1020679" y="2363613"/>
                  </a:lnTo>
                  <a:lnTo>
                    <a:pt x="0" y="0"/>
                  </a:lnTo>
                  <a:lnTo>
                    <a:pt x="2410043" y="0"/>
                  </a:lnTo>
                  <a:lnTo>
                    <a:pt x="3428967" y="2359550"/>
                  </a:lnTo>
                </a:path>
              </a:pathLst>
            </a:custGeom>
            <a:ln w="76200">
              <a:solidFill>
                <a:srgbClr val="7379A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3" name="object 333" descr="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11087470" y="0"/>
              <a:ext cx="7200529" cy="10286999"/>
            </a:xfrm>
            <a:prstGeom prst="rect">
              <a:avLst/>
            </a:prstGeom>
          </p:spPr>
        </p:pic>
        <p:sp>
          <p:nvSpPr>
            <p:cNvPr id="334" name="object 334" descr=""/>
            <p:cNvSpPr/>
            <p:nvPr/>
          </p:nvSpPr>
          <p:spPr>
            <a:xfrm>
              <a:off x="15718435" y="4431564"/>
              <a:ext cx="2569845" cy="5855970"/>
            </a:xfrm>
            <a:custGeom>
              <a:avLst/>
              <a:gdLst/>
              <a:ahLst/>
              <a:cxnLst/>
              <a:rect l="l" t="t" r="r" b="b"/>
              <a:pathLst>
                <a:path w="2569844" h="5855970">
                  <a:moveTo>
                    <a:pt x="2569563" y="5855435"/>
                  </a:moveTo>
                  <a:lnTo>
                    <a:pt x="0" y="5855435"/>
                  </a:lnTo>
                  <a:lnTo>
                    <a:pt x="2569563" y="0"/>
                  </a:lnTo>
                  <a:lnTo>
                    <a:pt x="2569563" y="5855435"/>
                  </a:lnTo>
                  <a:close/>
                </a:path>
              </a:pathLst>
            </a:custGeom>
            <a:solidFill>
              <a:srgbClr val="7379A7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5" name="object 335" descr=""/>
          <p:cNvGrpSpPr/>
          <p:nvPr/>
        </p:nvGrpSpPr>
        <p:grpSpPr>
          <a:xfrm>
            <a:off x="2247524" y="0"/>
            <a:ext cx="4601210" cy="2418080"/>
            <a:chOff x="2247524" y="0"/>
            <a:chExt cx="4601210" cy="2418080"/>
          </a:xfrm>
        </p:grpSpPr>
        <p:sp>
          <p:nvSpPr>
            <p:cNvPr id="336" name="object 336" descr=""/>
            <p:cNvSpPr/>
            <p:nvPr/>
          </p:nvSpPr>
          <p:spPr>
            <a:xfrm>
              <a:off x="2791704" y="1345555"/>
              <a:ext cx="3029585" cy="1072515"/>
            </a:xfrm>
            <a:custGeom>
              <a:avLst/>
              <a:gdLst/>
              <a:ahLst/>
              <a:cxnLst/>
              <a:rect l="l" t="t" r="r" b="b"/>
              <a:pathLst>
                <a:path w="3029585" h="1072514">
                  <a:moveTo>
                    <a:pt x="135821" y="513174"/>
                  </a:moveTo>
                  <a:lnTo>
                    <a:pt x="131558" y="512437"/>
                  </a:lnTo>
                  <a:lnTo>
                    <a:pt x="122626" y="512638"/>
                  </a:lnTo>
                  <a:lnTo>
                    <a:pt x="122767" y="512662"/>
                  </a:lnTo>
                  <a:lnTo>
                    <a:pt x="118614" y="513613"/>
                  </a:lnTo>
                  <a:lnTo>
                    <a:pt x="95078" y="542335"/>
                  </a:lnTo>
                  <a:lnTo>
                    <a:pt x="95260" y="550469"/>
                  </a:lnTo>
                  <a:lnTo>
                    <a:pt x="147825" y="604236"/>
                  </a:lnTo>
                  <a:lnTo>
                    <a:pt x="194372" y="632117"/>
                  </a:lnTo>
                  <a:lnTo>
                    <a:pt x="244945" y="652764"/>
                  </a:lnTo>
                  <a:lnTo>
                    <a:pt x="299543" y="666176"/>
                  </a:lnTo>
                  <a:lnTo>
                    <a:pt x="2615365" y="1066852"/>
                  </a:lnTo>
                  <a:lnTo>
                    <a:pt x="2686184" y="1072497"/>
                  </a:lnTo>
                  <a:lnTo>
                    <a:pt x="2721281" y="1070310"/>
                  </a:lnTo>
                  <a:lnTo>
                    <a:pt x="2756169" y="1064783"/>
                  </a:lnTo>
                  <a:lnTo>
                    <a:pt x="2789193" y="1056370"/>
                  </a:lnTo>
                  <a:lnTo>
                    <a:pt x="2820866" y="1045076"/>
                  </a:lnTo>
                  <a:lnTo>
                    <a:pt x="2835453" y="1038256"/>
                  </a:lnTo>
                  <a:lnTo>
                    <a:pt x="310743" y="601439"/>
                  </a:lnTo>
                  <a:lnTo>
                    <a:pt x="265679" y="590385"/>
                  </a:lnTo>
                  <a:lnTo>
                    <a:pt x="223982" y="573398"/>
                  </a:lnTo>
                  <a:lnTo>
                    <a:pt x="185654" y="550479"/>
                  </a:lnTo>
                  <a:lnTo>
                    <a:pt x="150693" y="521628"/>
                  </a:lnTo>
                  <a:lnTo>
                    <a:pt x="147545" y="518619"/>
                  </a:lnTo>
                  <a:lnTo>
                    <a:pt x="143941" y="516326"/>
                  </a:lnTo>
                  <a:lnTo>
                    <a:pt x="135821" y="513174"/>
                  </a:lnTo>
                  <a:close/>
                </a:path>
                <a:path w="3029585" h="1072514">
                  <a:moveTo>
                    <a:pt x="2986500" y="616317"/>
                  </a:moveTo>
                  <a:lnTo>
                    <a:pt x="2948820" y="638526"/>
                  </a:lnTo>
                  <a:lnTo>
                    <a:pt x="2947286" y="650867"/>
                  </a:lnTo>
                  <a:lnTo>
                    <a:pt x="2947258" y="651361"/>
                  </a:lnTo>
                  <a:lnTo>
                    <a:pt x="2947854" y="655592"/>
                  </a:lnTo>
                  <a:lnTo>
                    <a:pt x="2949290" y="659704"/>
                  </a:lnTo>
                  <a:lnTo>
                    <a:pt x="2958103" y="690939"/>
                  </a:lnTo>
                  <a:lnTo>
                    <a:pt x="2962808" y="722433"/>
                  </a:lnTo>
                  <a:lnTo>
                    <a:pt x="2963407" y="754186"/>
                  </a:lnTo>
                  <a:lnTo>
                    <a:pt x="2959899" y="786199"/>
                  </a:lnTo>
                  <a:lnTo>
                    <a:pt x="2953919" y="812497"/>
                  </a:lnTo>
                  <a:lnTo>
                    <a:pt x="2945262" y="837730"/>
                  </a:lnTo>
                  <a:lnTo>
                    <a:pt x="2933929" y="861900"/>
                  </a:lnTo>
                  <a:lnTo>
                    <a:pt x="2920082" y="884737"/>
                  </a:lnTo>
                  <a:lnTo>
                    <a:pt x="2919918" y="885007"/>
                  </a:lnTo>
                  <a:lnTo>
                    <a:pt x="2886086" y="925396"/>
                  </a:lnTo>
                  <a:lnTo>
                    <a:pt x="2844226" y="958851"/>
                  </a:lnTo>
                  <a:lnTo>
                    <a:pt x="2795805" y="984338"/>
                  </a:lnTo>
                  <a:lnTo>
                    <a:pt x="2742867" y="1000447"/>
                  </a:lnTo>
                  <a:lnTo>
                    <a:pt x="2685115" y="1006798"/>
                  </a:lnTo>
                  <a:lnTo>
                    <a:pt x="2655940" y="1005836"/>
                  </a:lnTo>
                  <a:lnTo>
                    <a:pt x="2626566" y="1002115"/>
                  </a:lnTo>
                  <a:lnTo>
                    <a:pt x="2835453" y="1038256"/>
                  </a:lnTo>
                  <a:lnTo>
                    <a:pt x="2880158" y="1013845"/>
                  </a:lnTo>
                  <a:lnTo>
                    <a:pt x="2932113" y="972283"/>
                  </a:lnTo>
                  <a:lnTo>
                    <a:pt x="2974234" y="921948"/>
                  </a:lnTo>
                  <a:lnTo>
                    <a:pt x="3006173" y="862362"/>
                  </a:lnTo>
                  <a:lnTo>
                    <a:pt x="3024623" y="797398"/>
                  </a:lnTo>
                  <a:lnTo>
                    <a:pt x="3029051" y="757035"/>
                  </a:lnTo>
                  <a:lnTo>
                    <a:pt x="3028306" y="717019"/>
                  </a:lnTo>
                  <a:lnTo>
                    <a:pt x="3022389" y="677351"/>
                  </a:lnTo>
                  <a:lnTo>
                    <a:pt x="3011301" y="638031"/>
                  </a:lnTo>
                  <a:lnTo>
                    <a:pt x="2990636" y="617386"/>
                  </a:lnTo>
                  <a:lnTo>
                    <a:pt x="2986500" y="616317"/>
                  </a:lnTo>
                  <a:close/>
                </a:path>
                <a:path w="3029585" h="1072514">
                  <a:moveTo>
                    <a:pt x="2729648" y="406321"/>
                  </a:moveTo>
                  <a:lnTo>
                    <a:pt x="413825" y="5645"/>
                  </a:lnTo>
                  <a:lnTo>
                    <a:pt x="378314" y="1153"/>
                  </a:lnTo>
                  <a:lnTo>
                    <a:pt x="343010" y="0"/>
                  </a:lnTo>
                  <a:lnTo>
                    <a:pt x="307913" y="2185"/>
                  </a:lnTo>
                  <a:lnTo>
                    <a:pt x="240004" y="16119"/>
                  </a:lnTo>
                  <a:lnTo>
                    <a:pt x="178014" y="41575"/>
                  </a:lnTo>
                  <a:lnTo>
                    <a:pt x="121840" y="78292"/>
                  </a:lnTo>
                  <a:lnTo>
                    <a:pt x="74806" y="124206"/>
                  </a:lnTo>
                  <a:lnTo>
                    <a:pt x="37324" y="179546"/>
                  </a:lnTo>
                  <a:lnTo>
                    <a:pt x="12138" y="241763"/>
                  </a:lnTo>
                  <a:lnTo>
                    <a:pt x="1769" y="295043"/>
                  </a:lnTo>
                  <a:lnTo>
                    <a:pt x="0" y="335456"/>
                  </a:lnTo>
                  <a:lnTo>
                    <a:pt x="1065" y="355710"/>
                  </a:lnTo>
                  <a:lnTo>
                    <a:pt x="27976" y="385561"/>
                  </a:lnTo>
                  <a:lnTo>
                    <a:pt x="63764" y="367053"/>
                  </a:lnTo>
                  <a:lnTo>
                    <a:pt x="66517" y="350165"/>
                  </a:lnTo>
                  <a:lnTo>
                    <a:pt x="65673" y="334114"/>
                  </a:lnTo>
                  <a:lnTo>
                    <a:pt x="69328" y="286082"/>
                  </a:lnTo>
                  <a:lnTo>
                    <a:pt x="83951" y="234626"/>
                  </a:lnTo>
                  <a:lnTo>
                    <a:pt x="109282" y="187408"/>
                  </a:lnTo>
                  <a:lnTo>
                    <a:pt x="143107" y="147054"/>
                  </a:lnTo>
                  <a:lnTo>
                    <a:pt x="184963" y="113624"/>
                  </a:lnTo>
                  <a:lnTo>
                    <a:pt x="233385" y="88149"/>
                  </a:lnTo>
                  <a:lnTo>
                    <a:pt x="286322" y="72047"/>
                  </a:lnTo>
                  <a:lnTo>
                    <a:pt x="344077" y="65699"/>
                  </a:lnTo>
                  <a:lnTo>
                    <a:pt x="373252" y="66662"/>
                  </a:lnTo>
                  <a:lnTo>
                    <a:pt x="402625" y="70382"/>
                  </a:lnTo>
                  <a:lnTo>
                    <a:pt x="2873229" y="497838"/>
                  </a:lnTo>
                  <a:lnTo>
                    <a:pt x="2874078" y="496432"/>
                  </a:lnTo>
                  <a:lnTo>
                    <a:pt x="2875533" y="492415"/>
                  </a:lnTo>
                  <a:lnTo>
                    <a:pt x="2876188" y="488108"/>
                  </a:lnTo>
                  <a:lnTo>
                    <a:pt x="2876844" y="483802"/>
                  </a:lnTo>
                  <a:lnTo>
                    <a:pt x="2876651" y="479534"/>
                  </a:lnTo>
                  <a:lnTo>
                    <a:pt x="2829890" y="438321"/>
                  </a:lnTo>
                  <a:lnTo>
                    <a:pt x="2798137" y="424778"/>
                  </a:lnTo>
                  <a:lnTo>
                    <a:pt x="2798405" y="424824"/>
                  </a:lnTo>
                  <a:lnTo>
                    <a:pt x="2764515" y="414005"/>
                  </a:lnTo>
                  <a:lnTo>
                    <a:pt x="2764851" y="414064"/>
                  </a:lnTo>
                  <a:lnTo>
                    <a:pt x="2729648" y="406321"/>
                  </a:lnTo>
                  <a:close/>
                </a:path>
                <a:path w="3029585" h="1072514">
                  <a:moveTo>
                    <a:pt x="2873229" y="497838"/>
                  </a:moveTo>
                  <a:lnTo>
                    <a:pt x="2718448" y="471058"/>
                  </a:lnTo>
                  <a:lnTo>
                    <a:pt x="2747566" y="477458"/>
                  </a:lnTo>
                  <a:lnTo>
                    <a:pt x="2747289" y="477410"/>
                  </a:lnTo>
                  <a:lnTo>
                    <a:pt x="2775299" y="486341"/>
                  </a:lnTo>
                  <a:lnTo>
                    <a:pt x="2775077" y="486303"/>
                  </a:lnTo>
                  <a:lnTo>
                    <a:pt x="2801298" y="497477"/>
                  </a:lnTo>
                  <a:lnTo>
                    <a:pt x="2826727" y="511275"/>
                  </a:lnTo>
                  <a:lnTo>
                    <a:pt x="2830453" y="513528"/>
                  </a:lnTo>
                  <a:lnTo>
                    <a:pt x="2834469" y="514984"/>
                  </a:lnTo>
                  <a:lnTo>
                    <a:pt x="2842261" y="516332"/>
                  </a:lnTo>
                  <a:lnTo>
                    <a:pt x="2847348" y="516101"/>
                  </a:lnTo>
                  <a:lnTo>
                    <a:pt x="2855805" y="514017"/>
                  </a:lnTo>
                  <a:lnTo>
                    <a:pt x="2859673" y="512205"/>
                  </a:lnTo>
                  <a:lnTo>
                    <a:pt x="2866690" y="507042"/>
                  </a:lnTo>
                  <a:lnTo>
                    <a:pt x="2869571" y="503887"/>
                  </a:lnTo>
                  <a:lnTo>
                    <a:pt x="2873229" y="497838"/>
                  </a:lnTo>
                  <a:close/>
                </a:path>
              </a:pathLst>
            </a:custGeom>
            <a:solidFill>
              <a:srgbClr val="24578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2280470" y="0"/>
              <a:ext cx="4535170" cy="2058035"/>
            </a:xfrm>
            <a:custGeom>
              <a:avLst/>
              <a:gdLst/>
              <a:ahLst/>
              <a:cxnLst/>
              <a:rect l="l" t="t" r="r" b="b"/>
              <a:pathLst>
                <a:path w="4535170" h="2058035">
                  <a:moveTo>
                    <a:pt x="3701796" y="2050760"/>
                  </a:moveTo>
                  <a:lnTo>
                    <a:pt x="390519" y="1477854"/>
                  </a:lnTo>
                  <a:lnTo>
                    <a:pt x="343484" y="1467248"/>
                  </a:lnTo>
                  <a:lnTo>
                    <a:pt x="298622" y="1452242"/>
                  </a:lnTo>
                  <a:lnTo>
                    <a:pt x="256127" y="1433110"/>
                  </a:lnTo>
                  <a:lnTo>
                    <a:pt x="216190" y="1410125"/>
                  </a:lnTo>
                  <a:lnTo>
                    <a:pt x="179005" y="1383561"/>
                  </a:lnTo>
                  <a:lnTo>
                    <a:pt x="144765" y="1353692"/>
                  </a:lnTo>
                  <a:lnTo>
                    <a:pt x="113662" y="1320790"/>
                  </a:lnTo>
                  <a:lnTo>
                    <a:pt x="85890" y="1285131"/>
                  </a:lnTo>
                  <a:lnTo>
                    <a:pt x="61642" y="1246987"/>
                  </a:lnTo>
                  <a:lnTo>
                    <a:pt x="41109" y="1206633"/>
                  </a:lnTo>
                  <a:lnTo>
                    <a:pt x="24486" y="1164341"/>
                  </a:lnTo>
                  <a:lnTo>
                    <a:pt x="11965" y="1120385"/>
                  </a:lnTo>
                  <a:lnTo>
                    <a:pt x="3738" y="1075039"/>
                  </a:lnTo>
                  <a:lnTo>
                    <a:pt x="0" y="1028577"/>
                  </a:lnTo>
                  <a:lnTo>
                    <a:pt x="941" y="981273"/>
                  </a:lnTo>
                  <a:lnTo>
                    <a:pt x="6757" y="933399"/>
                  </a:lnTo>
                  <a:lnTo>
                    <a:pt x="168251" y="0"/>
                  </a:lnTo>
                  <a:lnTo>
                    <a:pt x="4534796" y="0"/>
                  </a:lnTo>
                  <a:lnTo>
                    <a:pt x="4246390" y="1666927"/>
                  </a:lnTo>
                  <a:lnTo>
                    <a:pt x="4235780" y="1713971"/>
                  </a:lnTo>
                  <a:lnTo>
                    <a:pt x="4220768" y="1758841"/>
                  </a:lnTo>
                  <a:lnTo>
                    <a:pt x="4201625" y="1801344"/>
                  </a:lnTo>
                  <a:lnTo>
                    <a:pt x="4178628" y="1841288"/>
                  </a:lnTo>
                  <a:lnTo>
                    <a:pt x="4152050" y="1878478"/>
                  </a:lnTo>
                  <a:lnTo>
                    <a:pt x="4122166" y="1912724"/>
                  </a:lnTo>
                  <a:lnTo>
                    <a:pt x="4089250" y="1943831"/>
                  </a:lnTo>
                  <a:lnTo>
                    <a:pt x="4053575" y="1971607"/>
                  </a:lnTo>
                  <a:lnTo>
                    <a:pt x="4015416" y="1995859"/>
                  </a:lnTo>
                  <a:lnTo>
                    <a:pt x="3975048" y="2016395"/>
                  </a:lnTo>
                  <a:lnTo>
                    <a:pt x="3932745" y="2033021"/>
                  </a:lnTo>
                  <a:lnTo>
                    <a:pt x="3888781" y="2045545"/>
                  </a:lnTo>
                  <a:lnTo>
                    <a:pt x="3843429" y="2053773"/>
                  </a:lnTo>
                  <a:lnTo>
                    <a:pt x="3796965" y="2057514"/>
                  </a:lnTo>
                  <a:lnTo>
                    <a:pt x="3749663" y="2056574"/>
                  </a:lnTo>
                  <a:lnTo>
                    <a:pt x="3701796" y="205076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2247524" y="0"/>
              <a:ext cx="4601210" cy="2091055"/>
            </a:xfrm>
            <a:custGeom>
              <a:avLst/>
              <a:gdLst/>
              <a:ahLst/>
              <a:cxnLst/>
              <a:rect l="l" t="t" r="r" b="b"/>
              <a:pathLst>
                <a:path w="4601209" h="2091055">
                  <a:moveTo>
                    <a:pt x="234528" y="0"/>
                  </a:moveTo>
                  <a:lnTo>
                    <a:pt x="167866" y="0"/>
                  </a:lnTo>
                  <a:lnTo>
                    <a:pt x="7341" y="927801"/>
                  </a:lnTo>
                  <a:lnTo>
                    <a:pt x="1137" y="978178"/>
                  </a:lnTo>
                  <a:lnTo>
                    <a:pt x="0" y="1028310"/>
                  </a:lnTo>
                  <a:lnTo>
                    <a:pt x="3928" y="1078196"/>
                  </a:lnTo>
                  <a:lnTo>
                    <a:pt x="12924" y="1127837"/>
                  </a:lnTo>
                  <a:lnTo>
                    <a:pt x="26215" y="1174713"/>
                  </a:lnTo>
                  <a:lnTo>
                    <a:pt x="43824" y="1219709"/>
                  </a:lnTo>
                  <a:lnTo>
                    <a:pt x="65750" y="1262825"/>
                  </a:lnTo>
                  <a:lnTo>
                    <a:pt x="91993" y="1304060"/>
                  </a:lnTo>
                  <a:lnTo>
                    <a:pt x="122007" y="1342638"/>
                  </a:lnTo>
                  <a:lnTo>
                    <a:pt x="155241" y="1377780"/>
                  </a:lnTo>
                  <a:lnTo>
                    <a:pt x="191696" y="1409486"/>
                  </a:lnTo>
                  <a:lnTo>
                    <a:pt x="231372" y="1437756"/>
                  </a:lnTo>
                  <a:lnTo>
                    <a:pt x="275095" y="1462908"/>
                  </a:lnTo>
                  <a:lnTo>
                    <a:pt x="320752" y="1483370"/>
                  </a:lnTo>
                  <a:lnTo>
                    <a:pt x="368342" y="1499142"/>
                  </a:lnTo>
                  <a:lnTo>
                    <a:pt x="417866" y="1510223"/>
                  </a:lnTo>
                  <a:lnTo>
                    <a:pt x="1247728" y="1653803"/>
                  </a:lnTo>
                  <a:lnTo>
                    <a:pt x="1251998" y="1653696"/>
                  </a:lnTo>
                  <a:lnTo>
                    <a:pt x="1282141" y="1621999"/>
                  </a:lnTo>
                  <a:lnTo>
                    <a:pt x="1282034" y="1617728"/>
                  </a:lnTo>
                  <a:lnTo>
                    <a:pt x="429072" y="1445487"/>
                  </a:lnTo>
                  <a:lnTo>
                    <a:pt x="385985" y="1435849"/>
                  </a:lnTo>
                  <a:lnTo>
                    <a:pt x="344597" y="1422138"/>
                  </a:lnTo>
                  <a:lnTo>
                    <a:pt x="304902" y="1404353"/>
                  </a:lnTo>
                  <a:lnTo>
                    <a:pt x="266900" y="1382495"/>
                  </a:lnTo>
                  <a:lnTo>
                    <a:pt x="232400" y="1357911"/>
                  </a:lnTo>
                  <a:lnTo>
                    <a:pt x="200696" y="1330334"/>
                  </a:lnTo>
                  <a:lnTo>
                    <a:pt x="171790" y="1299765"/>
                  </a:lnTo>
                  <a:lnTo>
                    <a:pt x="145680" y="1266203"/>
                  </a:lnTo>
                  <a:lnTo>
                    <a:pt x="122848" y="1230330"/>
                  </a:lnTo>
                  <a:lnTo>
                    <a:pt x="103773" y="1192827"/>
                  </a:lnTo>
                  <a:lnTo>
                    <a:pt x="88457" y="1153695"/>
                  </a:lnTo>
                  <a:lnTo>
                    <a:pt x="76898" y="1112933"/>
                  </a:lnTo>
                  <a:lnTo>
                    <a:pt x="69083" y="1069789"/>
                  </a:lnTo>
                  <a:lnTo>
                    <a:pt x="65672" y="1026419"/>
                  </a:lnTo>
                  <a:lnTo>
                    <a:pt x="66666" y="982822"/>
                  </a:lnTo>
                  <a:lnTo>
                    <a:pt x="72065" y="938999"/>
                  </a:lnTo>
                  <a:lnTo>
                    <a:pt x="234528" y="0"/>
                  </a:lnTo>
                  <a:close/>
                </a:path>
                <a:path w="4601209" h="2091055">
                  <a:moveTo>
                    <a:pt x="4601074" y="0"/>
                  </a:moveTo>
                  <a:lnTo>
                    <a:pt x="4534413" y="0"/>
                  </a:lnTo>
                  <a:lnTo>
                    <a:pt x="4522988" y="66030"/>
                  </a:lnTo>
                  <a:lnTo>
                    <a:pt x="4523094" y="70302"/>
                  </a:lnTo>
                  <a:lnTo>
                    <a:pt x="4554784" y="100448"/>
                  </a:lnTo>
                  <a:lnTo>
                    <a:pt x="4559053" y="100341"/>
                  </a:lnTo>
                  <a:lnTo>
                    <a:pt x="4601074" y="0"/>
                  </a:lnTo>
                  <a:close/>
                </a:path>
                <a:path w="4601209" h="2091055">
                  <a:moveTo>
                    <a:pt x="4528649" y="251501"/>
                  </a:moveTo>
                  <a:lnTo>
                    <a:pt x="4520066" y="250016"/>
                  </a:lnTo>
                  <a:lnTo>
                    <a:pt x="4515795" y="250123"/>
                  </a:lnTo>
                  <a:lnTo>
                    <a:pt x="4507297" y="252036"/>
                  </a:lnTo>
                  <a:lnTo>
                    <a:pt x="4246975" y="1661328"/>
                  </a:lnTo>
                  <a:lnTo>
                    <a:pt x="4237336" y="1704413"/>
                  </a:lnTo>
                  <a:lnTo>
                    <a:pt x="4223620" y="1745806"/>
                  </a:lnTo>
                  <a:lnTo>
                    <a:pt x="4205827" y="1785506"/>
                  </a:lnTo>
                  <a:lnTo>
                    <a:pt x="4183957" y="1823514"/>
                  </a:lnTo>
                  <a:lnTo>
                    <a:pt x="4159362" y="1858018"/>
                  </a:lnTo>
                  <a:lnTo>
                    <a:pt x="4131771" y="1889727"/>
                  </a:lnTo>
                  <a:lnTo>
                    <a:pt x="4101187" y="1918639"/>
                  </a:lnTo>
                  <a:lnTo>
                    <a:pt x="4067607" y="1944754"/>
                  </a:lnTo>
                  <a:lnTo>
                    <a:pt x="4031719" y="1967591"/>
                  </a:lnTo>
                  <a:lnTo>
                    <a:pt x="3994202" y="1986669"/>
                  </a:lnTo>
                  <a:lnTo>
                    <a:pt x="3955057" y="2001990"/>
                  </a:lnTo>
                  <a:lnTo>
                    <a:pt x="3914283" y="2013552"/>
                  </a:lnTo>
                  <a:lnTo>
                    <a:pt x="3871132" y="2021370"/>
                  </a:lnTo>
                  <a:lnTo>
                    <a:pt x="3827758" y="2024783"/>
                  </a:lnTo>
                  <a:lnTo>
                    <a:pt x="3784162" y="2023790"/>
                  </a:lnTo>
                  <a:lnTo>
                    <a:pt x="3740337" y="2018392"/>
                  </a:lnTo>
                  <a:lnTo>
                    <a:pt x="1466092" y="1624909"/>
                  </a:lnTo>
                  <a:lnTo>
                    <a:pt x="1461821" y="1625016"/>
                  </a:lnTo>
                  <a:lnTo>
                    <a:pt x="1431678" y="1656713"/>
                  </a:lnTo>
                  <a:lnTo>
                    <a:pt x="1431785" y="1660984"/>
                  </a:lnTo>
                  <a:lnTo>
                    <a:pt x="3729142" y="2083129"/>
                  </a:lnTo>
                  <a:lnTo>
                    <a:pt x="3779512" y="2089331"/>
                  </a:lnTo>
                  <a:lnTo>
                    <a:pt x="3829640" y="2090467"/>
                  </a:lnTo>
                  <a:lnTo>
                    <a:pt x="3879527" y="2086536"/>
                  </a:lnTo>
                  <a:lnTo>
                    <a:pt x="3929172" y="2077539"/>
                  </a:lnTo>
                  <a:lnTo>
                    <a:pt x="3976056" y="2064245"/>
                  </a:lnTo>
                  <a:lnTo>
                    <a:pt x="4021062" y="2046635"/>
                  </a:lnTo>
                  <a:lnTo>
                    <a:pt x="4064189" y="2024706"/>
                  </a:lnTo>
                  <a:lnTo>
                    <a:pt x="4105437" y="1998461"/>
                  </a:lnTo>
                  <a:lnTo>
                    <a:pt x="4144032" y="1968443"/>
                  </a:lnTo>
                  <a:lnTo>
                    <a:pt x="4179189" y="1935203"/>
                  </a:lnTo>
                  <a:lnTo>
                    <a:pt x="4210910" y="1898743"/>
                  </a:lnTo>
                  <a:lnTo>
                    <a:pt x="4239194" y="1859063"/>
                  </a:lnTo>
                  <a:lnTo>
                    <a:pt x="4264362" y="1815328"/>
                  </a:lnTo>
                  <a:lnTo>
                    <a:pt x="4284835" y="1769660"/>
                  </a:lnTo>
                  <a:lnTo>
                    <a:pt x="4300614" y="1722060"/>
                  </a:lnTo>
                  <a:lnTo>
                    <a:pt x="4311699" y="1672526"/>
                  </a:lnTo>
                  <a:lnTo>
                    <a:pt x="4551862" y="284434"/>
                  </a:lnTo>
                  <a:lnTo>
                    <a:pt x="4551755" y="280163"/>
                  </a:lnTo>
                  <a:lnTo>
                    <a:pt x="4532634" y="253036"/>
                  </a:lnTo>
                  <a:lnTo>
                    <a:pt x="4528649" y="251501"/>
                  </a:lnTo>
                  <a:close/>
                </a:path>
              </a:pathLst>
            </a:custGeom>
            <a:solidFill>
              <a:srgbClr val="24578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2739733" y="0"/>
              <a:ext cx="3693160" cy="1369695"/>
            </a:xfrm>
            <a:custGeom>
              <a:avLst/>
              <a:gdLst/>
              <a:ahLst/>
              <a:cxnLst/>
              <a:rect l="l" t="t" r="r" b="b"/>
              <a:pathLst>
                <a:path w="3693160" h="1369695">
                  <a:moveTo>
                    <a:pt x="3062679" y="1362897"/>
                  </a:moveTo>
                  <a:lnTo>
                    <a:pt x="331545" y="890365"/>
                  </a:lnTo>
                  <a:lnTo>
                    <a:pt x="280103" y="878465"/>
                  </a:lnTo>
                  <a:lnTo>
                    <a:pt x="231753" y="861361"/>
                  </a:lnTo>
                  <a:lnTo>
                    <a:pt x="186883" y="839514"/>
                  </a:lnTo>
                  <a:lnTo>
                    <a:pt x="145884" y="813381"/>
                  </a:lnTo>
                  <a:lnTo>
                    <a:pt x="109146" y="783424"/>
                  </a:lnTo>
                  <a:lnTo>
                    <a:pt x="77057" y="750101"/>
                  </a:lnTo>
                  <a:lnTo>
                    <a:pt x="50008" y="713871"/>
                  </a:lnTo>
                  <a:lnTo>
                    <a:pt x="28388" y="675195"/>
                  </a:lnTo>
                  <a:lnTo>
                    <a:pt x="12587" y="634531"/>
                  </a:lnTo>
                  <a:lnTo>
                    <a:pt x="2994" y="592339"/>
                  </a:lnTo>
                  <a:lnTo>
                    <a:pt x="0" y="549079"/>
                  </a:lnTo>
                  <a:lnTo>
                    <a:pt x="3992" y="505209"/>
                  </a:lnTo>
                  <a:lnTo>
                    <a:pt x="91402" y="0"/>
                  </a:lnTo>
                  <a:lnTo>
                    <a:pt x="3692897" y="0"/>
                  </a:lnTo>
                  <a:lnTo>
                    <a:pt x="3500810" y="1110218"/>
                  </a:lnTo>
                  <a:lnTo>
                    <a:pt x="3489832" y="1152878"/>
                  </a:lnTo>
                  <a:lnTo>
                    <a:pt x="3472476" y="1192618"/>
                  </a:lnTo>
                  <a:lnTo>
                    <a:pt x="3449263" y="1229133"/>
                  </a:lnTo>
                  <a:lnTo>
                    <a:pt x="3420713" y="1262124"/>
                  </a:lnTo>
                  <a:lnTo>
                    <a:pt x="3387348" y="1291287"/>
                  </a:lnTo>
                  <a:lnTo>
                    <a:pt x="3349688" y="1316321"/>
                  </a:lnTo>
                  <a:lnTo>
                    <a:pt x="3308253" y="1336923"/>
                  </a:lnTo>
                  <a:lnTo>
                    <a:pt x="3263564" y="1352792"/>
                  </a:lnTo>
                  <a:lnTo>
                    <a:pt x="3216142" y="1363626"/>
                  </a:lnTo>
                  <a:lnTo>
                    <a:pt x="3166506" y="1369123"/>
                  </a:lnTo>
                  <a:lnTo>
                    <a:pt x="3115179" y="1368980"/>
                  </a:lnTo>
                  <a:lnTo>
                    <a:pt x="3062679" y="1362897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2707246" y="11"/>
              <a:ext cx="3759200" cy="1402715"/>
            </a:xfrm>
            <a:custGeom>
              <a:avLst/>
              <a:gdLst/>
              <a:ahLst/>
              <a:cxnLst/>
              <a:rect l="l" t="t" r="r" b="b"/>
              <a:pathLst>
                <a:path w="3759200" h="1402715">
                  <a:moveTo>
                    <a:pt x="465874" y="903554"/>
                  </a:moveTo>
                  <a:lnTo>
                    <a:pt x="442658" y="870623"/>
                  </a:lnTo>
                  <a:lnTo>
                    <a:pt x="369633" y="857986"/>
                  </a:lnTo>
                  <a:lnTo>
                    <a:pt x="334111" y="850353"/>
                  </a:lnTo>
                  <a:lnTo>
                    <a:pt x="266992" y="826770"/>
                  </a:lnTo>
                  <a:lnTo>
                    <a:pt x="206844" y="793254"/>
                  </a:lnTo>
                  <a:lnTo>
                    <a:pt x="156425" y="752246"/>
                  </a:lnTo>
                  <a:lnTo>
                    <a:pt x="115570" y="704265"/>
                  </a:lnTo>
                  <a:lnTo>
                    <a:pt x="86525" y="652284"/>
                  </a:lnTo>
                  <a:lnTo>
                    <a:pt x="69418" y="596379"/>
                  </a:lnTo>
                  <a:lnTo>
                    <a:pt x="65608" y="539356"/>
                  </a:lnTo>
                  <a:lnTo>
                    <a:pt x="68834" y="510806"/>
                  </a:lnTo>
                  <a:lnTo>
                    <a:pt x="157213" y="0"/>
                  </a:lnTo>
                  <a:lnTo>
                    <a:pt x="90551" y="0"/>
                  </a:lnTo>
                  <a:lnTo>
                    <a:pt x="4114" y="499605"/>
                  </a:lnTo>
                  <a:lnTo>
                    <a:pt x="0" y="535876"/>
                  </a:lnTo>
                  <a:lnTo>
                    <a:pt x="215" y="572058"/>
                  </a:lnTo>
                  <a:lnTo>
                    <a:pt x="13677" y="644182"/>
                  </a:lnTo>
                  <a:lnTo>
                    <a:pt x="41948" y="710349"/>
                  </a:lnTo>
                  <a:lnTo>
                    <a:pt x="84518" y="771372"/>
                  </a:lnTo>
                  <a:lnTo>
                    <a:pt x="138798" y="824484"/>
                  </a:lnTo>
                  <a:lnTo>
                    <a:pt x="169786" y="847509"/>
                  </a:lnTo>
                  <a:lnTo>
                    <a:pt x="203327" y="868172"/>
                  </a:lnTo>
                  <a:lnTo>
                    <a:pt x="239903" y="886625"/>
                  </a:lnTo>
                  <a:lnTo>
                    <a:pt x="277939" y="901877"/>
                  </a:lnTo>
                  <a:lnTo>
                    <a:pt x="317449" y="913904"/>
                  </a:lnTo>
                  <a:lnTo>
                    <a:pt x="358432" y="922731"/>
                  </a:lnTo>
                  <a:lnTo>
                    <a:pt x="431457" y="935367"/>
                  </a:lnTo>
                  <a:lnTo>
                    <a:pt x="435724" y="935253"/>
                  </a:lnTo>
                  <a:lnTo>
                    <a:pt x="464388" y="912139"/>
                  </a:lnTo>
                  <a:lnTo>
                    <a:pt x="465874" y="903554"/>
                  </a:lnTo>
                  <a:close/>
                </a:path>
                <a:path w="3759200" h="1402715">
                  <a:moveTo>
                    <a:pt x="915670" y="0"/>
                  </a:moveTo>
                  <a:lnTo>
                    <a:pt x="840943" y="0"/>
                  </a:lnTo>
                  <a:lnTo>
                    <a:pt x="646176" y="359105"/>
                  </a:lnTo>
                  <a:lnTo>
                    <a:pt x="547420" y="0"/>
                  </a:lnTo>
                  <a:lnTo>
                    <a:pt x="479298" y="0"/>
                  </a:lnTo>
                  <a:lnTo>
                    <a:pt x="605624" y="459409"/>
                  </a:lnTo>
                  <a:lnTo>
                    <a:pt x="636384" y="479628"/>
                  </a:lnTo>
                  <a:lnTo>
                    <a:pt x="640651" y="479323"/>
                  </a:lnTo>
                  <a:lnTo>
                    <a:pt x="670293" y="452399"/>
                  </a:lnTo>
                  <a:lnTo>
                    <a:pt x="915670" y="0"/>
                  </a:lnTo>
                  <a:close/>
                </a:path>
                <a:path w="3759200" h="1402715">
                  <a:moveTo>
                    <a:pt x="1301140" y="97396"/>
                  </a:moveTo>
                  <a:lnTo>
                    <a:pt x="1271663" y="65087"/>
                  </a:lnTo>
                  <a:lnTo>
                    <a:pt x="1266761" y="64858"/>
                  </a:lnTo>
                  <a:lnTo>
                    <a:pt x="1267155" y="64935"/>
                  </a:lnTo>
                  <a:lnTo>
                    <a:pt x="1263726" y="65481"/>
                  </a:lnTo>
                  <a:lnTo>
                    <a:pt x="1258785" y="66205"/>
                  </a:lnTo>
                  <a:lnTo>
                    <a:pt x="1263624" y="65468"/>
                  </a:lnTo>
                  <a:lnTo>
                    <a:pt x="1263738" y="64338"/>
                  </a:lnTo>
                  <a:lnTo>
                    <a:pt x="1264945" y="0"/>
                  </a:lnTo>
                  <a:lnTo>
                    <a:pt x="1199248" y="0"/>
                  </a:lnTo>
                  <a:lnTo>
                    <a:pt x="1196365" y="154368"/>
                  </a:lnTo>
                  <a:lnTo>
                    <a:pt x="1197127" y="158572"/>
                  </a:lnTo>
                  <a:lnTo>
                    <a:pt x="1234008" y="183565"/>
                  </a:lnTo>
                  <a:lnTo>
                    <a:pt x="1239050" y="182435"/>
                  </a:lnTo>
                  <a:lnTo>
                    <a:pt x="1248600" y="177723"/>
                  </a:lnTo>
                  <a:lnTo>
                    <a:pt x="1252575" y="174396"/>
                  </a:lnTo>
                  <a:lnTo>
                    <a:pt x="1265466" y="156883"/>
                  </a:lnTo>
                  <a:lnTo>
                    <a:pt x="1297051" y="113995"/>
                  </a:lnTo>
                  <a:lnTo>
                    <a:pt x="1298867" y="110121"/>
                  </a:lnTo>
                  <a:lnTo>
                    <a:pt x="1300949" y="101663"/>
                  </a:lnTo>
                  <a:lnTo>
                    <a:pt x="1301140" y="97396"/>
                  </a:lnTo>
                  <a:close/>
                </a:path>
                <a:path w="3759200" h="1402715">
                  <a:moveTo>
                    <a:pt x="1880133" y="0"/>
                  </a:moveTo>
                  <a:lnTo>
                    <a:pt x="1805876" y="0"/>
                  </a:lnTo>
                  <a:lnTo>
                    <a:pt x="1714588" y="173228"/>
                  </a:lnTo>
                  <a:lnTo>
                    <a:pt x="1671447" y="0"/>
                  </a:lnTo>
                  <a:lnTo>
                    <a:pt x="1603743" y="0"/>
                  </a:lnTo>
                  <a:lnTo>
                    <a:pt x="1672704" y="276847"/>
                  </a:lnTo>
                  <a:lnTo>
                    <a:pt x="1702955" y="297815"/>
                  </a:lnTo>
                  <a:lnTo>
                    <a:pt x="1707222" y="297599"/>
                  </a:lnTo>
                  <a:lnTo>
                    <a:pt x="1737537" y="270560"/>
                  </a:lnTo>
                  <a:lnTo>
                    <a:pt x="1880133" y="0"/>
                  </a:lnTo>
                  <a:close/>
                </a:path>
                <a:path w="3759200" h="1402715">
                  <a:moveTo>
                    <a:pt x="2310384" y="148780"/>
                  </a:moveTo>
                  <a:lnTo>
                    <a:pt x="2309711" y="0"/>
                  </a:lnTo>
                  <a:lnTo>
                    <a:pt x="2244026" y="0"/>
                  </a:lnTo>
                  <a:lnTo>
                    <a:pt x="2244699" y="149085"/>
                  </a:lnTo>
                  <a:lnTo>
                    <a:pt x="2273312" y="177444"/>
                  </a:lnTo>
                  <a:lnTo>
                    <a:pt x="2282025" y="177406"/>
                  </a:lnTo>
                  <a:lnTo>
                    <a:pt x="2310384" y="148780"/>
                  </a:lnTo>
                  <a:close/>
                </a:path>
                <a:path w="3759200" h="1402715">
                  <a:moveTo>
                    <a:pt x="3758704" y="0"/>
                  </a:moveTo>
                  <a:lnTo>
                    <a:pt x="3692042" y="0"/>
                  </a:lnTo>
                  <a:lnTo>
                    <a:pt x="3624529" y="390220"/>
                  </a:lnTo>
                  <a:lnTo>
                    <a:pt x="3622332" y="388823"/>
                  </a:lnTo>
                  <a:lnTo>
                    <a:pt x="3618344" y="387286"/>
                  </a:lnTo>
                  <a:lnTo>
                    <a:pt x="2646134" y="219075"/>
                  </a:lnTo>
                  <a:lnTo>
                    <a:pt x="2640952" y="219430"/>
                  </a:lnTo>
                  <a:lnTo>
                    <a:pt x="2630767" y="222669"/>
                  </a:lnTo>
                  <a:lnTo>
                    <a:pt x="2626322" y="225361"/>
                  </a:lnTo>
                  <a:lnTo>
                    <a:pt x="2312149" y="540219"/>
                  </a:lnTo>
                  <a:lnTo>
                    <a:pt x="2311336" y="359067"/>
                  </a:lnTo>
                  <a:lnTo>
                    <a:pt x="2282215" y="330708"/>
                  </a:lnTo>
                  <a:lnTo>
                    <a:pt x="2274011" y="330746"/>
                  </a:lnTo>
                  <a:lnTo>
                    <a:pt x="2245652" y="359371"/>
                  </a:lnTo>
                  <a:lnTo>
                    <a:pt x="2246846" y="623785"/>
                  </a:lnTo>
                  <a:lnTo>
                    <a:pt x="2275459" y="652145"/>
                  </a:lnTo>
                  <a:lnTo>
                    <a:pt x="2288844" y="652094"/>
                  </a:lnTo>
                  <a:lnTo>
                    <a:pt x="2296541" y="648868"/>
                  </a:lnTo>
                  <a:lnTo>
                    <a:pt x="2319236" y="626122"/>
                  </a:lnTo>
                  <a:lnTo>
                    <a:pt x="2656992" y="287629"/>
                  </a:lnTo>
                  <a:lnTo>
                    <a:pt x="3607143" y="452018"/>
                  </a:lnTo>
                  <a:lnTo>
                    <a:pt x="3611422" y="451916"/>
                  </a:lnTo>
                  <a:lnTo>
                    <a:pt x="3613950" y="451358"/>
                  </a:lnTo>
                  <a:lnTo>
                    <a:pt x="3500932" y="1104607"/>
                  </a:lnTo>
                  <a:lnTo>
                    <a:pt x="3484613" y="1159395"/>
                  </a:lnTo>
                  <a:lnTo>
                    <a:pt x="3455428" y="1209484"/>
                  </a:lnTo>
                  <a:lnTo>
                    <a:pt x="3415550" y="1252474"/>
                  </a:lnTo>
                  <a:lnTo>
                    <a:pt x="3365754" y="1287856"/>
                  </a:lnTo>
                  <a:lnTo>
                    <a:pt x="3307346" y="1314716"/>
                  </a:lnTo>
                  <a:lnTo>
                    <a:pt x="3243148" y="1331226"/>
                  </a:lnTo>
                  <a:lnTo>
                    <a:pt x="3172574" y="1336967"/>
                  </a:lnTo>
                  <a:lnTo>
                    <a:pt x="3136823" y="1335265"/>
                  </a:lnTo>
                  <a:lnTo>
                    <a:pt x="3100755" y="1330528"/>
                  </a:lnTo>
                  <a:lnTo>
                    <a:pt x="649820" y="906475"/>
                  </a:lnTo>
                  <a:lnTo>
                    <a:pt x="645553" y="906576"/>
                  </a:lnTo>
                  <a:lnTo>
                    <a:pt x="615416" y="938276"/>
                  </a:lnTo>
                  <a:lnTo>
                    <a:pt x="615518" y="942543"/>
                  </a:lnTo>
                  <a:lnTo>
                    <a:pt x="3089554" y="1395260"/>
                  </a:lnTo>
                  <a:lnTo>
                    <a:pt x="3131159" y="1400721"/>
                  </a:lnTo>
                  <a:lnTo>
                    <a:pt x="3172434" y="1402664"/>
                  </a:lnTo>
                  <a:lnTo>
                    <a:pt x="3213417" y="1401102"/>
                  </a:lnTo>
                  <a:lnTo>
                    <a:pt x="3254095" y="1396009"/>
                  </a:lnTo>
                  <a:lnTo>
                    <a:pt x="3292652" y="1387817"/>
                  </a:lnTo>
                  <a:lnTo>
                    <a:pt x="3329584" y="1376553"/>
                  </a:lnTo>
                  <a:lnTo>
                    <a:pt x="3364890" y="1362202"/>
                  </a:lnTo>
                  <a:lnTo>
                    <a:pt x="3430359" y="1324381"/>
                  </a:lnTo>
                  <a:lnTo>
                    <a:pt x="3485096" y="1276388"/>
                  </a:lnTo>
                  <a:lnTo>
                    <a:pt x="3528542" y="1217828"/>
                  </a:lnTo>
                  <a:lnTo>
                    <a:pt x="3557346" y="1151356"/>
                  </a:lnTo>
                  <a:lnTo>
                    <a:pt x="3565652" y="1115809"/>
                  </a:lnTo>
                  <a:lnTo>
                    <a:pt x="3758704" y="0"/>
                  </a:lnTo>
                  <a:close/>
                </a:path>
              </a:pathLst>
            </a:custGeom>
            <a:solidFill>
              <a:srgbClr val="24578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1" name="object 341" descr=""/>
          <p:cNvSpPr/>
          <p:nvPr/>
        </p:nvSpPr>
        <p:spPr>
          <a:xfrm>
            <a:off x="6922706" y="466140"/>
            <a:ext cx="426084" cy="426084"/>
          </a:xfrm>
          <a:custGeom>
            <a:avLst/>
            <a:gdLst/>
            <a:ahLst/>
            <a:cxnLst/>
            <a:rect l="l" t="t" r="r" b="b"/>
            <a:pathLst>
              <a:path w="426084" h="426084">
                <a:moveTo>
                  <a:pt x="425640" y="245262"/>
                </a:moveTo>
                <a:lnTo>
                  <a:pt x="402424" y="212331"/>
                </a:lnTo>
                <a:lnTo>
                  <a:pt x="250774" y="186093"/>
                </a:lnTo>
                <a:lnTo>
                  <a:pt x="277025" y="34417"/>
                </a:lnTo>
                <a:lnTo>
                  <a:pt x="253809" y="1485"/>
                </a:lnTo>
                <a:lnTo>
                  <a:pt x="245224" y="0"/>
                </a:lnTo>
                <a:lnTo>
                  <a:pt x="240957" y="101"/>
                </a:lnTo>
                <a:lnTo>
                  <a:pt x="211556" y="27508"/>
                </a:lnTo>
                <a:lnTo>
                  <a:pt x="186055" y="174891"/>
                </a:lnTo>
                <a:lnTo>
                  <a:pt x="34417" y="148653"/>
                </a:lnTo>
                <a:lnTo>
                  <a:pt x="1485" y="171881"/>
                </a:lnTo>
                <a:lnTo>
                  <a:pt x="0" y="180454"/>
                </a:lnTo>
                <a:lnTo>
                  <a:pt x="101" y="184734"/>
                </a:lnTo>
                <a:lnTo>
                  <a:pt x="174853" y="239636"/>
                </a:lnTo>
                <a:lnTo>
                  <a:pt x="148577" y="391528"/>
                </a:lnTo>
                <a:lnTo>
                  <a:pt x="171792" y="424459"/>
                </a:lnTo>
                <a:lnTo>
                  <a:pt x="180378" y="425945"/>
                </a:lnTo>
                <a:lnTo>
                  <a:pt x="184645" y="425831"/>
                </a:lnTo>
                <a:lnTo>
                  <a:pt x="239572" y="250837"/>
                </a:lnTo>
                <a:lnTo>
                  <a:pt x="391223" y="277063"/>
                </a:lnTo>
                <a:lnTo>
                  <a:pt x="424154" y="253847"/>
                </a:lnTo>
                <a:lnTo>
                  <a:pt x="425640" y="245262"/>
                </a:lnTo>
                <a:close/>
              </a:path>
            </a:pathLst>
          </a:custGeom>
          <a:solidFill>
            <a:srgbClr val="24578F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42" name="object 342" descr=""/>
          <p:cNvSpPr txBox="1"/>
          <p:nvPr/>
        </p:nvSpPr>
        <p:spPr>
          <a:xfrm>
            <a:off x="832327" y="1368425"/>
            <a:ext cx="10153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5">
                <a:latin typeface="Arial Black"/>
                <a:cs typeface="Arial Black"/>
              </a:rPr>
              <a:t>Difference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343" name="object 343" descr=""/>
          <p:cNvSpPr txBox="1"/>
          <p:nvPr/>
        </p:nvSpPr>
        <p:spPr>
          <a:xfrm>
            <a:off x="4057627" y="1368425"/>
            <a:ext cx="13569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5">
                <a:latin typeface="Arial Black"/>
                <a:cs typeface="Arial Black"/>
              </a:rPr>
              <a:t>Gram-</a:t>
            </a:r>
            <a:r>
              <a:rPr dirty="0" sz="1500" spc="-70">
                <a:latin typeface="Arial Black"/>
                <a:cs typeface="Arial Black"/>
              </a:rPr>
              <a:t>Positive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344" name="object 344" descr=""/>
          <p:cNvSpPr txBox="1"/>
          <p:nvPr/>
        </p:nvSpPr>
        <p:spPr>
          <a:xfrm>
            <a:off x="7327854" y="1368425"/>
            <a:ext cx="14395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5">
                <a:latin typeface="Arial Black"/>
                <a:cs typeface="Arial Black"/>
              </a:rPr>
              <a:t>Gram-</a:t>
            </a:r>
            <a:r>
              <a:rPr dirty="0" sz="1500" spc="-80">
                <a:latin typeface="Arial Black"/>
                <a:cs typeface="Arial Black"/>
              </a:rPr>
              <a:t>Negative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345" name="object 345" descr=""/>
          <p:cNvSpPr txBox="1"/>
          <p:nvPr/>
        </p:nvSpPr>
        <p:spPr>
          <a:xfrm>
            <a:off x="10598081" y="1368425"/>
            <a:ext cx="1901189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0">
                <a:latin typeface="Arial Black"/>
                <a:cs typeface="Arial Black"/>
              </a:rPr>
              <a:t>Clinical</a:t>
            </a:r>
            <a:r>
              <a:rPr dirty="0" sz="1500" spc="-90">
                <a:latin typeface="Arial Black"/>
                <a:cs typeface="Arial Black"/>
              </a:rPr>
              <a:t> </a:t>
            </a:r>
            <a:r>
              <a:rPr dirty="0" sz="1500" spc="-100">
                <a:latin typeface="Arial Black"/>
                <a:cs typeface="Arial Black"/>
              </a:rPr>
              <a:t>Significance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346" name="object 346" descr=""/>
          <p:cNvSpPr txBox="1"/>
          <p:nvPr/>
        </p:nvSpPr>
        <p:spPr>
          <a:xfrm>
            <a:off x="13868308" y="1368425"/>
            <a:ext cx="979169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0">
                <a:latin typeface="Arial Black"/>
                <a:cs typeface="Arial Black"/>
              </a:rPr>
              <a:t>Reference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347" name="object 347" descr=""/>
          <p:cNvSpPr txBox="1"/>
          <p:nvPr/>
        </p:nvSpPr>
        <p:spPr>
          <a:xfrm>
            <a:off x="787399" y="2308381"/>
            <a:ext cx="1774189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5">
                <a:latin typeface="Arial Black"/>
                <a:cs typeface="Arial Black"/>
              </a:rPr>
              <a:t>Cell</a:t>
            </a:r>
            <a:r>
              <a:rPr dirty="0" sz="1500" spc="-125">
                <a:latin typeface="Arial Black"/>
                <a:cs typeface="Arial Black"/>
              </a:rPr>
              <a:t> </a:t>
            </a:r>
            <a:r>
              <a:rPr dirty="0" sz="1500" spc="-95">
                <a:latin typeface="Arial Black"/>
                <a:cs typeface="Arial Black"/>
              </a:rPr>
              <a:t>Wall</a:t>
            </a:r>
            <a:r>
              <a:rPr dirty="0" sz="1500" spc="-125">
                <a:latin typeface="Arial Black"/>
                <a:cs typeface="Arial Black"/>
              </a:rPr>
              <a:t> </a:t>
            </a:r>
            <a:r>
              <a:rPr dirty="0" sz="1500" spc="-75">
                <a:latin typeface="Arial Black"/>
                <a:cs typeface="Arial Black"/>
              </a:rPr>
              <a:t>Structure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348" name="object 348" descr=""/>
          <p:cNvSpPr txBox="1"/>
          <p:nvPr/>
        </p:nvSpPr>
        <p:spPr>
          <a:xfrm>
            <a:off x="4057627" y="2308381"/>
            <a:ext cx="29457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latin typeface="Arial MT"/>
                <a:cs typeface="Arial MT"/>
              </a:rPr>
              <a:t>Thick</a:t>
            </a:r>
            <a:r>
              <a:rPr dirty="0" sz="1500" spc="10">
                <a:latin typeface="Arial MT"/>
                <a:cs typeface="Arial MT"/>
              </a:rPr>
              <a:t> </a:t>
            </a:r>
            <a:r>
              <a:rPr dirty="0" sz="1500" spc="85">
                <a:latin typeface="Arial MT"/>
                <a:cs typeface="Arial MT"/>
              </a:rPr>
              <a:t>peptidoglycan</a:t>
            </a:r>
            <a:r>
              <a:rPr dirty="0" sz="1500" spc="15">
                <a:latin typeface="Arial MT"/>
                <a:cs typeface="Arial MT"/>
              </a:rPr>
              <a:t> </a:t>
            </a:r>
            <a:r>
              <a:rPr dirty="0" sz="1500" spc="80">
                <a:latin typeface="Arial MT"/>
                <a:cs typeface="Arial MT"/>
              </a:rPr>
              <a:t>(20-</a:t>
            </a:r>
            <a:r>
              <a:rPr dirty="0" sz="1500" spc="100">
                <a:latin typeface="Arial MT"/>
                <a:cs typeface="Arial MT"/>
              </a:rPr>
              <a:t>80</a:t>
            </a:r>
            <a:r>
              <a:rPr dirty="0" sz="1500" spc="15">
                <a:latin typeface="Arial MT"/>
                <a:cs typeface="Arial MT"/>
              </a:rPr>
              <a:t> </a:t>
            </a:r>
            <a:r>
              <a:rPr dirty="0" sz="1500" spc="35">
                <a:latin typeface="Arial MT"/>
                <a:cs typeface="Arial MT"/>
              </a:rPr>
              <a:t>nm)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49" name="object 349" descr=""/>
          <p:cNvSpPr txBox="1"/>
          <p:nvPr/>
        </p:nvSpPr>
        <p:spPr>
          <a:xfrm>
            <a:off x="7327854" y="2146456"/>
            <a:ext cx="2487295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500" spc="50">
                <a:latin typeface="Arial MT"/>
                <a:cs typeface="Arial MT"/>
              </a:rPr>
              <a:t>Thin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85">
                <a:latin typeface="Arial MT"/>
                <a:cs typeface="Arial MT"/>
              </a:rPr>
              <a:t>peptidoglycan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-105">
                <a:latin typeface="Arial MT"/>
                <a:cs typeface="Arial MT"/>
              </a:rPr>
              <a:t>+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90">
                <a:latin typeface="Arial MT"/>
                <a:cs typeface="Arial MT"/>
              </a:rPr>
              <a:t>outer </a:t>
            </a:r>
            <a:r>
              <a:rPr dirty="0" sz="1500" spc="60">
                <a:latin typeface="Arial MT"/>
                <a:cs typeface="Arial MT"/>
              </a:rPr>
              <a:t>membrane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50" name="object 350" descr=""/>
          <p:cNvSpPr txBox="1"/>
          <p:nvPr/>
        </p:nvSpPr>
        <p:spPr>
          <a:xfrm>
            <a:off x="10598081" y="2003581"/>
            <a:ext cx="2904490" cy="81597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500" spc="65">
                <a:latin typeface="Arial MT"/>
                <a:cs typeface="Arial MT"/>
              </a:rPr>
              <a:t>Determines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 spc="85">
                <a:latin typeface="Arial MT"/>
                <a:cs typeface="Arial MT"/>
              </a:rPr>
              <a:t>antibiotic</a:t>
            </a:r>
            <a:endParaRPr sz="1500">
              <a:latin typeface="Arial MT"/>
              <a:cs typeface="Arial MT"/>
            </a:endParaRPr>
          </a:p>
          <a:p>
            <a:pPr marL="12700" marR="5080">
              <a:lnSpc>
                <a:spcPct val="112500"/>
              </a:lnSpc>
              <a:spcBef>
                <a:spcPts val="75"/>
              </a:spcBef>
            </a:pPr>
            <a:r>
              <a:rPr dirty="0" sz="1500" spc="85">
                <a:latin typeface="Arial MT"/>
                <a:cs typeface="Arial MT"/>
              </a:rPr>
              <a:t>penetration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65">
                <a:latin typeface="Arial MT"/>
                <a:cs typeface="Arial MT"/>
              </a:rPr>
              <a:t>and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-100">
                <a:latin typeface="Arial MT"/>
                <a:cs typeface="Arial MT"/>
              </a:rPr>
              <a:t>SERS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60">
                <a:latin typeface="Arial MT"/>
                <a:cs typeface="Arial MT"/>
              </a:rPr>
              <a:t>targeting </a:t>
            </a:r>
            <a:r>
              <a:rPr dirty="0" sz="1500" spc="70">
                <a:latin typeface="Arial MT"/>
                <a:cs typeface="Arial MT"/>
              </a:rPr>
              <a:t>strategy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51" name="object 351" descr=""/>
          <p:cNvSpPr txBox="1"/>
          <p:nvPr/>
        </p:nvSpPr>
        <p:spPr>
          <a:xfrm>
            <a:off x="13868308" y="2146456"/>
            <a:ext cx="305181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500">
                <a:latin typeface="Arial MT"/>
                <a:cs typeface="Arial MT"/>
              </a:rPr>
              <a:t>Silhavy</a:t>
            </a:r>
            <a:r>
              <a:rPr dirty="0" sz="1500" spc="35">
                <a:latin typeface="Arial MT"/>
                <a:cs typeface="Arial MT"/>
              </a:rPr>
              <a:t> </a:t>
            </a:r>
            <a:r>
              <a:rPr dirty="0" sz="1500" spc="110">
                <a:latin typeface="Arial MT"/>
                <a:cs typeface="Arial MT"/>
              </a:rPr>
              <a:t>et</a:t>
            </a:r>
            <a:r>
              <a:rPr dirty="0" sz="1500" spc="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al.</a:t>
            </a:r>
            <a:r>
              <a:rPr dirty="0" sz="1500" spc="40">
                <a:latin typeface="Arial MT"/>
                <a:cs typeface="Arial MT"/>
              </a:rPr>
              <a:t> </a:t>
            </a:r>
            <a:r>
              <a:rPr dirty="0" sz="1500" spc="65">
                <a:latin typeface="Arial MT"/>
                <a:cs typeface="Arial MT"/>
              </a:rPr>
              <a:t>Cold</a:t>
            </a:r>
            <a:r>
              <a:rPr dirty="0" sz="1500" spc="40">
                <a:latin typeface="Arial MT"/>
                <a:cs typeface="Arial MT"/>
              </a:rPr>
              <a:t> </a:t>
            </a:r>
            <a:r>
              <a:rPr dirty="0" sz="1500" spc="50">
                <a:latin typeface="Arial MT"/>
                <a:cs typeface="Arial MT"/>
              </a:rPr>
              <a:t>Spring</a:t>
            </a:r>
            <a:r>
              <a:rPr dirty="0" sz="1500" spc="40">
                <a:latin typeface="Arial MT"/>
                <a:cs typeface="Arial MT"/>
              </a:rPr>
              <a:t> </a:t>
            </a:r>
            <a:r>
              <a:rPr dirty="0" sz="1500" spc="45">
                <a:latin typeface="Arial MT"/>
                <a:cs typeface="Arial MT"/>
              </a:rPr>
              <a:t>Harb </a:t>
            </a:r>
            <a:r>
              <a:rPr dirty="0" sz="1500" spc="65">
                <a:latin typeface="Arial MT"/>
                <a:cs typeface="Arial MT"/>
              </a:rPr>
              <a:t>Perspect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65">
                <a:latin typeface="Arial MT"/>
                <a:cs typeface="Arial MT"/>
              </a:rPr>
              <a:t>Biol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45">
                <a:latin typeface="Arial MT"/>
                <a:cs typeface="Arial MT"/>
              </a:rPr>
              <a:t>2010;2(5):a000414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52" name="object 352" descr=""/>
          <p:cNvSpPr txBox="1"/>
          <p:nvPr/>
        </p:nvSpPr>
        <p:spPr>
          <a:xfrm>
            <a:off x="787399" y="3248338"/>
            <a:ext cx="218059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5">
                <a:latin typeface="Arial Black"/>
                <a:cs typeface="Arial Black"/>
              </a:rPr>
              <a:t>Peptidoglycan</a:t>
            </a:r>
            <a:r>
              <a:rPr dirty="0" sz="1500" spc="-85">
                <a:latin typeface="Arial Black"/>
                <a:cs typeface="Arial Black"/>
              </a:rPr>
              <a:t> </a:t>
            </a:r>
            <a:r>
              <a:rPr dirty="0" sz="1500" spc="-50">
                <a:latin typeface="Arial Black"/>
                <a:cs typeface="Arial Black"/>
              </a:rPr>
              <a:t>Content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353" name="object 353" descr=""/>
          <p:cNvSpPr txBox="1"/>
          <p:nvPr/>
        </p:nvSpPr>
        <p:spPr>
          <a:xfrm>
            <a:off x="4057627" y="3248338"/>
            <a:ext cx="19850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80">
                <a:latin typeface="Arial MT"/>
                <a:cs typeface="Arial MT"/>
              </a:rPr>
              <a:t>90%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125">
                <a:latin typeface="Arial MT"/>
                <a:cs typeface="Arial MT"/>
              </a:rPr>
              <a:t>of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70">
                <a:latin typeface="Arial MT"/>
                <a:cs typeface="Arial MT"/>
              </a:rPr>
              <a:t>cell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70">
                <a:latin typeface="Arial MT"/>
                <a:cs typeface="Arial MT"/>
              </a:rPr>
              <a:t>wall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-20">
                <a:latin typeface="Arial MT"/>
                <a:cs typeface="Arial MT"/>
              </a:rPr>
              <a:t>mass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54" name="object 354" descr=""/>
          <p:cNvSpPr txBox="1"/>
          <p:nvPr/>
        </p:nvSpPr>
        <p:spPr>
          <a:xfrm>
            <a:off x="7327854" y="3248338"/>
            <a:ext cx="21488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latin typeface="Arial MT"/>
                <a:cs typeface="Arial MT"/>
              </a:rPr>
              <a:t>5-</a:t>
            </a:r>
            <a:r>
              <a:rPr dirty="0" sz="1500" spc="50">
                <a:latin typeface="Arial MT"/>
                <a:cs typeface="Arial MT"/>
              </a:rPr>
              <a:t>10%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125">
                <a:latin typeface="Arial MT"/>
                <a:cs typeface="Arial MT"/>
              </a:rPr>
              <a:t>of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70">
                <a:latin typeface="Arial MT"/>
                <a:cs typeface="Arial MT"/>
              </a:rPr>
              <a:t>cell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70">
                <a:latin typeface="Arial MT"/>
                <a:cs typeface="Arial MT"/>
              </a:rPr>
              <a:t>wall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-20">
                <a:latin typeface="Arial MT"/>
                <a:cs typeface="Arial MT"/>
              </a:rPr>
              <a:t>mass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55" name="object 355" descr=""/>
          <p:cNvSpPr txBox="1"/>
          <p:nvPr/>
        </p:nvSpPr>
        <p:spPr>
          <a:xfrm>
            <a:off x="10598081" y="3086413"/>
            <a:ext cx="300355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500" spc="75">
                <a:latin typeface="Arial MT"/>
                <a:cs typeface="Arial MT"/>
              </a:rPr>
              <a:t>Major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95">
                <a:latin typeface="Arial MT"/>
                <a:cs typeface="Arial MT"/>
              </a:rPr>
              <a:t>structural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85">
                <a:latin typeface="Arial MT"/>
                <a:cs typeface="Arial MT"/>
              </a:rPr>
              <a:t>target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120">
                <a:latin typeface="Arial MT"/>
                <a:cs typeface="Arial MT"/>
              </a:rPr>
              <a:t>for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30">
                <a:latin typeface="Lucida Sans Unicode"/>
                <a:cs typeface="Lucida Sans Unicode"/>
              </a:rPr>
              <a:t>β</a:t>
            </a:r>
            <a:r>
              <a:rPr dirty="0" sz="1500" spc="30">
                <a:latin typeface="Arial MT"/>
                <a:cs typeface="Arial MT"/>
              </a:rPr>
              <a:t>- </a:t>
            </a:r>
            <a:r>
              <a:rPr dirty="0" sz="1500" spc="80">
                <a:latin typeface="Arial MT"/>
                <a:cs typeface="Arial MT"/>
              </a:rPr>
              <a:t>lactam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 spc="85">
                <a:latin typeface="Arial MT"/>
                <a:cs typeface="Arial MT"/>
              </a:rPr>
              <a:t>antibiotics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65">
                <a:latin typeface="Arial MT"/>
                <a:cs typeface="Arial MT"/>
              </a:rPr>
              <a:t>and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80">
                <a:latin typeface="Arial MT"/>
                <a:cs typeface="Arial MT"/>
              </a:rPr>
              <a:t>detection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56" name="object 356" descr=""/>
          <p:cNvSpPr txBox="1"/>
          <p:nvPr/>
        </p:nvSpPr>
        <p:spPr>
          <a:xfrm>
            <a:off x="13868308" y="3086413"/>
            <a:ext cx="3107055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500" spc="80">
                <a:latin typeface="Arial MT"/>
                <a:cs typeface="Arial MT"/>
              </a:rPr>
              <a:t>Vollmer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110">
                <a:latin typeface="Arial MT"/>
                <a:cs typeface="Arial MT"/>
              </a:rPr>
              <a:t>et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al.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-45">
                <a:latin typeface="Arial MT"/>
                <a:cs typeface="Arial MT"/>
              </a:rPr>
              <a:t>FEMS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90">
                <a:latin typeface="Arial MT"/>
                <a:cs typeface="Arial MT"/>
              </a:rPr>
              <a:t>Microbiol</a:t>
            </a:r>
            <a:r>
              <a:rPr dirty="0" sz="1500" spc="-25">
                <a:latin typeface="Arial MT"/>
                <a:cs typeface="Arial MT"/>
              </a:rPr>
              <a:t> Rev </a:t>
            </a:r>
            <a:r>
              <a:rPr dirty="0" sz="1500">
                <a:latin typeface="Arial MT"/>
                <a:cs typeface="Arial MT"/>
              </a:rPr>
              <a:t>2008;32(2):149-</a:t>
            </a:r>
            <a:r>
              <a:rPr dirty="0" sz="1500" spc="-25">
                <a:latin typeface="Arial MT"/>
                <a:cs typeface="Arial MT"/>
              </a:rPr>
              <a:t>167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57" name="object 357" descr=""/>
          <p:cNvSpPr txBox="1"/>
          <p:nvPr/>
        </p:nvSpPr>
        <p:spPr>
          <a:xfrm>
            <a:off x="787399" y="4188294"/>
            <a:ext cx="16167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0">
                <a:latin typeface="Arial Black"/>
                <a:cs typeface="Arial Black"/>
              </a:rPr>
              <a:t>Outer</a:t>
            </a:r>
            <a:r>
              <a:rPr dirty="0" sz="1500" spc="-120">
                <a:latin typeface="Arial Black"/>
                <a:cs typeface="Arial Black"/>
              </a:rPr>
              <a:t> </a:t>
            </a:r>
            <a:r>
              <a:rPr dirty="0" sz="1500" spc="-75">
                <a:latin typeface="Arial Black"/>
                <a:cs typeface="Arial Black"/>
              </a:rPr>
              <a:t>Membrane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358" name="object 358" descr=""/>
          <p:cNvSpPr txBox="1"/>
          <p:nvPr/>
        </p:nvSpPr>
        <p:spPr>
          <a:xfrm>
            <a:off x="4057627" y="4188294"/>
            <a:ext cx="6762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60">
                <a:latin typeface="Arial MT"/>
                <a:cs typeface="Arial MT"/>
              </a:rPr>
              <a:t>Absent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59" name="object 359" descr=""/>
          <p:cNvSpPr txBox="1"/>
          <p:nvPr/>
        </p:nvSpPr>
        <p:spPr>
          <a:xfrm>
            <a:off x="7327854" y="4188294"/>
            <a:ext cx="236093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55">
                <a:latin typeface="Arial MT"/>
                <a:cs typeface="Arial MT"/>
              </a:rPr>
              <a:t>Present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65">
                <a:latin typeface="Arial MT"/>
                <a:cs typeface="Arial MT"/>
              </a:rPr>
              <a:t>(barrier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75">
                <a:latin typeface="Arial MT"/>
                <a:cs typeface="Arial MT"/>
              </a:rPr>
              <a:t>function)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60" name="object 360" descr=""/>
          <p:cNvSpPr txBox="1"/>
          <p:nvPr/>
        </p:nvSpPr>
        <p:spPr>
          <a:xfrm>
            <a:off x="10598081" y="3883494"/>
            <a:ext cx="2891790" cy="815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35"/>
              </a:spcBef>
            </a:pPr>
            <a:r>
              <a:rPr dirty="0" sz="1500" spc="65">
                <a:latin typeface="Arial MT"/>
                <a:cs typeface="Arial MT"/>
              </a:rPr>
              <a:t>Primary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50">
                <a:latin typeface="Arial MT"/>
                <a:cs typeface="Arial MT"/>
              </a:rPr>
              <a:t>resistance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45">
                <a:latin typeface="Arial MT"/>
                <a:cs typeface="Arial MT"/>
              </a:rPr>
              <a:t>mechanism; </a:t>
            </a:r>
            <a:r>
              <a:rPr dirty="0" sz="1500" spc="80">
                <a:latin typeface="Arial MT"/>
                <a:cs typeface="Arial MT"/>
              </a:rPr>
              <a:t>barrier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140">
                <a:latin typeface="Arial MT"/>
                <a:cs typeface="Arial MT"/>
              </a:rPr>
              <a:t>to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60">
                <a:latin typeface="Arial MT"/>
                <a:cs typeface="Arial MT"/>
              </a:rPr>
              <a:t>drugs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65">
                <a:latin typeface="Arial MT"/>
                <a:cs typeface="Arial MT"/>
              </a:rPr>
              <a:t>and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70">
                <a:latin typeface="Arial MT"/>
                <a:cs typeface="Arial MT"/>
              </a:rPr>
              <a:t>immune </a:t>
            </a:r>
            <a:r>
              <a:rPr dirty="0" sz="1500" spc="60">
                <a:latin typeface="Arial MT"/>
                <a:cs typeface="Arial MT"/>
              </a:rPr>
              <a:t>system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61" name="object 361" descr=""/>
          <p:cNvSpPr txBox="1"/>
          <p:nvPr/>
        </p:nvSpPr>
        <p:spPr>
          <a:xfrm>
            <a:off x="13868308" y="4026369"/>
            <a:ext cx="305943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500" spc="50">
                <a:latin typeface="Arial MT"/>
                <a:cs typeface="Arial MT"/>
              </a:rPr>
              <a:t>Nikaido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H.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90">
                <a:latin typeface="Arial MT"/>
                <a:cs typeface="Arial MT"/>
              </a:rPr>
              <a:t>Microbiol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95">
                <a:latin typeface="Arial MT"/>
                <a:cs typeface="Arial MT"/>
              </a:rPr>
              <a:t>Mol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65">
                <a:latin typeface="Arial MT"/>
                <a:cs typeface="Arial MT"/>
              </a:rPr>
              <a:t>Biol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-25">
                <a:latin typeface="Arial MT"/>
                <a:cs typeface="Arial MT"/>
              </a:rPr>
              <a:t>Rev </a:t>
            </a:r>
            <a:r>
              <a:rPr dirty="0" sz="1500" spc="55">
                <a:latin typeface="Arial MT"/>
                <a:cs typeface="Arial MT"/>
              </a:rPr>
              <a:t>2003;67(4):593-</a:t>
            </a:r>
            <a:r>
              <a:rPr dirty="0" sz="1500" spc="40">
                <a:latin typeface="Arial MT"/>
                <a:cs typeface="Arial MT"/>
              </a:rPr>
              <a:t>656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62" name="object 362" descr=""/>
          <p:cNvSpPr txBox="1"/>
          <p:nvPr/>
        </p:nvSpPr>
        <p:spPr>
          <a:xfrm>
            <a:off x="787399" y="5128251"/>
            <a:ext cx="238887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5">
                <a:latin typeface="Arial Black"/>
                <a:cs typeface="Arial Black"/>
              </a:rPr>
              <a:t>Lipopolysaccharide</a:t>
            </a:r>
            <a:r>
              <a:rPr dirty="0" sz="1500" spc="-40">
                <a:latin typeface="Arial Black"/>
                <a:cs typeface="Arial Black"/>
              </a:rPr>
              <a:t> </a:t>
            </a:r>
            <a:r>
              <a:rPr dirty="0" sz="1500" spc="-95">
                <a:latin typeface="Arial Black"/>
                <a:cs typeface="Arial Black"/>
              </a:rPr>
              <a:t>(LPS)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363" name="object 363" descr=""/>
          <p:cNvSpPr txBox="1"/>
          <p:nvPr/>
        </p:nvSpPr>
        <p:spPr>
          <a:xfrm>
            <a:off x="4057627" y="5128251"/>
            <a:ext cx="6762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60">
                <a:latin typeface="Arial MT"/>
                <a:cs typeface="Arial MT"/>
              </a:rPr>
              <a:t>Absent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64" name="object 364" descr=""/>
          <p:cNvSpPr txBox="1"/>
          <p:nvPr/>
        </p:nvSpPr>
        <p:spPr>
          <a:xfrm>
            <a:off x="7327854" y="5128251"/>
            <a:ext cx="294703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55">
                <a:latin typeface="Arial MT"/>
                <a:cs typeface="Arial MT"/>
              </a:rPr>
              <a:t>Present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70">
                <a:latin typeface="Arial MT"/>
                <a:cs typeface="Arial MT"/>
              </a:rPr>
              <a:t>(endotoxin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75">
                <a:latin typeface="Arial MT"/>
                <a:cs typeface="Arial MT"/>
              </a:rPr>
              <a:t>component)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65" name="object 365" descr=""/>
          <p:cNvSpPr txBox="1"/>
          <p:nvPr/>
        </p:nvSpPr>
        <p:spPr>
          <a:xfrm>
            <a:off x="10598081" y="4966326"/>
            <a:ext cx="2850515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500" spc="75">
                <a:latin typeface="Arial MT"/>
                <a:cs typeface="Arial MT"/>
              </a:rPr>
              <a:t>Major</a:t>
            </a:r>
            <a:r>
              <a:rPr dirty="0" sz="1500" spc="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sepsis</a:t>
            </a:r>
            <a:r>
              <a:rPr dirty="0" sz="1500" spc="10">
                <a:latin typeface="Arial MT"/>
                <a:cs typeface="Arial MT"/>
              </a:rPr>
              <a:t> </a:t>
            </a:r>
            <a:r>
              <a:rPr dirty="0" sz="1500" spc="75">
                <a:latin typeface="Arial MT"/>
                <a:cs typeface="Arial MT"/>
              </a:rPr>
              <a:t>mediator;</a:t>
            </a:r>
            <a:r>
              <a:rPr dirty="0" sz="1500" spc="15">
                <a:latin typeface="Arial MT"/>
                <a:cs typeface="Arial MT"/>
              </a:rPr>
              <a:t> </a:t>
            </a:r>
            <a:r>
              <a:rPr dirty="0" sz="1500" spc="50">
                <a:latin typeface="Arial MT"/>
                <a:cs typeface="Arial MT"/>
              </a:rPr>
              <a:t>triggers </a:t>
            </a:r>
            <a:r>
              <a:rPr dirty="0" sz="1500" spc="75">
                <a:latin typeface="Arial MT"/>
                <a:cs typeface="Arial MT"/>
              </a:rPr>
              <a:t>cytokine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 spc="105">
                <a:latin typeface="Arial MT"/>
                <a:cs typeface="Arial MT"/>
              </a:rPr>
              <a:t>storm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65">
                <a:latin typeface="Arial MT"/>
                <a:cs typeface="Arial MT"/>
              </a:rPr>
              <a:t>and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shock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66" name="object 366" descr=""/>
          <p:cNvSpPr txBox="1"/>
          <p:nvPr/>
        </p:nvSpPr>
        <p:spPr>
          <a:xfrm>
            <a:off x="13868308" y="4966326"/>
            <a:ext cx="255905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500">
                <a:latin typeface="Arial MT"/>
                <a:cs typeface="Arial MT"/>
              </a:rPr>
              <a:t>Raetz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&amp;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80">
                <a:latin typeface="Arial MT"/>
                <a:cs typeface="Arial MT"/>
              </a:rPr>
              <a:t>Whitfield.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60">
                <a:latin typeface="Arial MT"/>
                <a:cs typeface="Arial MT"/>
              </a:rPr>
              <a:t>Annu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-25">
                <a:latin typeface="Arial MT"/>
                <a:cs typeface="Arial MT"/>
              </a:rPr>
              <a:t>Rev </a:t>
            </a:r>
            <a:r>
              <a:rPr dirty="0" sz="1500" spc="65">
                <a:latin typeface="Arial MT"/>
                <a:cs typeface="Arial MT"/>
              </a:rPr>
              <a:t>Biochem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50">
                <a:latin typeface="Arial MT"/>
                <a:cs typeface="Arial MT"/>
              </a:rPr>
              <a:t>2002;71:635-</a:t>
            </a:r>
            <a:r>
              <a:rPr dirty="0" sz="1500" spc="30">
                <a:latin typeface="Arial MT"/>
                <a:cs typeface="Arial MT"/>
              </a:rPr>
              <a:t>700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67" name="object 367" descr=""/>
          <p:cNvSpPr txBox="1"/>
          <p:nvPr/>
        </p:nvSpPr>
        <p:spPr>
          <a:xfrm>
            <a:off x="787399" y="6068207"/>
            <a:ext cx="134112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20">
                <a:latin typeface="Arial Black"/>
                <a:cs typeface="Arial Black"/>
              </a:rPr>
              <a:t>Gram</a:t>
            </a:r>
            <a:r>
              <a:rPr dirty="0" sz="1500" spc="-114">
                <a:latin typeface="Arial Black"/>
                <a:cs typeface="Arial Black"/>
              </a:rPr>
              <a:t> </a:t>
            </a:r>
            <a:r>
              <a:rPr dirty="0" sz="1500" spc="-90">
                <a:latin typeface="Arial Black"/>
                <a:cs typeface="Arial Black"/>
              </a:rPr>
              <a:t>Staining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368" name="object 368" descr=""/>
          <p:cNvSpPr txBox="1"/>
          <p:nvPr/>
        </p:nvSpPr>
        <p:spPr>
          <a:xfrm>
            <a:off x="4057627" y="6068207"/>
            <a:ext cx="254762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75">
                <a:latin typeface="Arial MT"/>
                <a:cs typeface="Arial MT"/>
              </a:rPr>
              <a:t>Purple/Violet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55">
                <a:latin typeface="Arial MT"/>
                <a:cs typeface="Arial MT"/>
              </a:rPr>
              <a:t>(retains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45">
                <a:latin typeface="Arial MT"/>
                <a:cs typeface="Arial MT"/>
              </a:rPr>
              <a:t>stain)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69" name="object 369" descr=""/>
          <p:cNvSpPr txBox="1"/>
          <p:nvPr/>
        </p:nvSpPr>
        <p:spPr>
          <a:xfrm>
            <a:off x="7327854" y="6068207"/>
            <a:ext cx="1983739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latin typeface="Arial MT"/>
                <a:cs typeface="Arial MT"/>
              </a:rPr>
              <a:t>Pink/Red</a:t>
            </a:r>
            <a:r>
              <a:rPr dirty="0" sz="1500" spc="1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(loses</a:t>
            </a:r>
            <a:r>
              <a:rPr dirty="0" sz="1500" spc="185">
                <a:latin typeface="Arial MT"/>
                <a:cs typeface="Arial MT"/>
              </a:rPr>
              <a:t> </a:t>
            </a:r>
            <a:r>
              <a:rPr dirty="0" sz="1500" spc="45">
                <a:latin typeface="Arial MT"/>
                <a:cs typeface="Arial MT"/>
              </a:rPr>
              <a:t>stain)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70" name="object 370" descr=""/>
          <p:cNvSpPr txBox="1"/>
          <p:nvPr/>
        </p:nvSpPr>
        <p:spPr>
          <a:xfrm>
            <a:off x="10598081" y="5906282"/>
            <a:ext cx="304292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500" spc="65">
                <a:latin typeface="Arial MT"/>
                <a:cs typeface="Arial MT"/>
              </a:rPr>
              <a:t>Primary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90">
                <a:latin typeface="Arial MT"/>
                <a:cs typeface="Arial MT"/>
              </a:rPr>
              <a:t>laboratory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75">
                <a:latin typeface="Arial MT"/>
                <a:cs typeface="Arial MT"/>
              </a:rPr>
              <a:t>identification </a:t>
            </a:r>
            <a:r>
              <a:rPr dirty="0" sz="1500" spc="105">
                <a:latin typeface="Arial MT"/>
                <a:cs typeface="Arial MT"/>
              </a:rPr>
              <a:t>method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(95%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 spc="45">
                <a:latin typeface="Arial MT"/>
                <a:cs typeface="Arial MT"/>
              </a:rPr>
              <a:t>accuracy)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71" name="object 371" descr=""/>
          <p:cNvSpPr txBox="1"/>
          <p:nvPr/>
        </p:nvSpPr>
        <p:spPr>
          <a:xfrm>
            <a:off x="13868308" y="5906282"/>
            <a:ext cx="2179955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500">
                <a:latin typeface="Arial MT"/>
                <a:cs typeface="Arial MT"/>
              </a:rPr>
              <a:t>Gram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HC.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75">
                <a:latin typeface="Arial MT"/>
                <a:cs typeface="Arial MT"/>
              </a:rPr>
              <a:t>Fortschr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50">
                <a:latin typeface="Arial MT"/>
                <a:cs typeface="Arial MT"/>
              </a:rPr>
              <a:t>Med </a:t>
            </a:r>
            <a:r>
              <a:rPr dirty="0" sz="1500">
                <a:latin typeface="Arial MT"/>
                <a:cs typeface="Arial MT"/>
              </a:rPr>
              <a:t>1884;2:185-</a:t>
            </a:r>
            <a:r>
              <a:rPr dirty="0" sz="1500" spc="-25">
                <a:latin typeface="Arial MT"/>
                <a:cs typeface="Arial MT"/>
              </a:rPr>
              <a:t>189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72" name="object 372" descr=""/>
          <p:cNvSpPr txBox="1"/>
          <p:nvPr/>
        </p:nvSpPr>
        <p:spPr>
          <a:xfrm>
            <a:off x="787399" y="7008163"/>
            <a:ext cx="22840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0">
                <a:latin typeface="Arial Black"/>
                <a:cs typeface="Arial Black"/>
              </a:rPr>
              <a:t>Antibiotic</a:t>
            </a:r>
            <a:r>
              <a:rPr dirty="0" sz="1500" spc="-70">
                <a:latin typeface="Arial Black"/>
                <a:cs typeface="Arial Black"/>
              </a:rPr>
              <a:t> </a:t>
            </a:r>
            <a:r>
              <a:rPr dirty="0" sz="1500" spc="-80">
                <a:latin typeface="Arial Black"/>
                <a:cs typeface="Arial Black"/>
              </a:rPr>
              <a:t>Susceptibility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373" name="object 373" descr=""/>
          <p:cNvSpPr txBox="1"/>
          <p:nvPr/>
        </p:nvSpPr>
        <p:spPr>
          <a:xfrm>
            <a:off x="4057627" y="7008163"/>
            <a:ext cx="25946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20">
                <a:latin typeface="Arial MT"/>
                <a:cs typeface="Arial MT"/>
              </a:rPr>
              <a:t>Generally,</a:t>
            </a:r>
            <a:r>
              <a:rPr dirty="0" sz="1500" spc="90">
                <a:latin typeface="Arial MT"/>
                <a:cs typeface="Arial MT"/>
              </a:rPr>
              <a:t> </a:t>
            </a:r>
            <a:r>
              <a:rPr dirty="0" sz="1500" spc="85">
                <a:latin typeface="Arial MT"/>
                <a:cs typeface="Arial MT"/>
              </a:rPr>
              <a:t>more</a:t>
            </a:r>
            <a:r>
              <a:rPr dirty="0" sz="1500" spc="90">
                <a:latin typeface="Arial MT"/>
                <a:cs typeface="Arial MT"/>
              </a:rPr>
              <a:t> </a:t>
            </a:r>
            <a:r>
              <a:rPr dirty="0" sz="1500" spc="55">
                <a:latin typeface="Arial MT"/>
                <a:cs typeface="Arial MT"/>
              </a:rPr>
              <a:t>susceptible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74" name="object 374" descr=""/>
          <p:cNvSpPr txBox="1"/>
          <p:nvPr/>
        </p:nvSpPr>
        <p:spPr>
          <a:xfrm>
            <a:off x="7327854" y="7008163"/>
            <a:ext cx="30734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85">
                <a:latin typeface="Arial MT"/>
                <a:cs typeface="Arial MT"/>
              </a:rPr>
              <a:t>More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75">
                <a:latin typeface="Arial MT"/>
                <a:cs typeface="Arial MT"/>
              </a:rPr>
              <a:t>resistant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75">
                <a:latin typeface="Arial MT"/>
                <a:cs typeface="Arial MT"/>
              </a:rPr>
              <a:t>(outer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55">
                <a:latin typeface="Arial MT"/>
                <a:cs typeface="Arial MT"/>
              </a:rPr>
              <a:t>membrane)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75" name="object 375" descr=""/>
          <p:cNvSpPr txBox="1"/>
          <p:nvPr/>
        </p:nvSpPr>
        <p:spPr>
          <a:xfrm>
            <a:off x="10598081" y="6846238"/>
            <a:ext cx="2942590" cy="53975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500">
                <a:latin typeface="Arial MT"/>
                <a:cs typeface="Arial MT"/>
              </a:rPr>
              <a:t>Guides</a:t>
            </a:r>
            <a:r>
              <a:rPr dirty="0" sz="1500" spc="85">
                <a:latin typeface="Arial MT"/>
                <a:cs typeface="Arial MT"/>
              </a:rPr>
              <a:t> </a:t>
            </a:r>
            <a:r>
              <a:rPr dirty="0" sz="1500" spc="70">
                <a:latin typeface="Arial MT"/>
                <a:cs typeface="Arial MT"/>
              </a:rPr>
              <a:t>empirical</a:t>
            </a:r>
            <a:r>
              <a:rPr dirty="0" sz="1500" spc="85">
                <a:latin typeface="Arial MT"/>
                <a:cs typeface="Arial MT"/>
              </a:rPr>
              <a:t> antibiotic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500" spc="70">
                <a:latin typeface="Arial MT"/>
                <a:cs typeface="Arial MT"/>
              </a:rPr>
              <a:t>selection</a:t>
            </a:r>
            <a:r>
              <a:rPr dirty="0" sz="1500" spc="15">
                <a:latin typeface="Arial MT"/>
                <a:cs typeface="Arial MT"/>
              </a:rPr>
              <a:t> </a:t>
            </a:r>
            <a:r>
              <a:rPr dirty="0" sz="1500" spc="75">
                <a:latin typeface="Arial MT"/>
                <a:cs typeface="Arial MT"/>
              </a:rPr>
              <a:t>in</a:t>
            </a:r>
            <a:r>
              <a:rPr dirty="0" sz="1500" spc="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sepsis</a:t>
            </a:r>
            <a:r>
              <a:rPr dirty="0" sz="1500" spc="15">
                <a:latin typeface="Arial MT"/>
                <a:cs typeface="Arial MT"/>
              </a:rPr>
              <a:t> </a:t>
            </a:r>
            <a:r>
              <a:rPr dirty="0" sz="1500" spc="50">
                <a:latin typeface="Arial MT"/>
                <a:cs typeface="Arial MT"/>
              </a:rPr>
              <a:t>management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76" name="object 376" descr=""/>
          <p:cNvSpPr txBox="1"/>
          <p:nvPr/>
        </p:nvSpPr>
        <p:spPr>
          <a:xfrm>
            <a:off x="13868308" y="6846238"/>
            <a:ext cx="270891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500" spc="70">
                <a:latin typeface="Arial MT"/>
                <a:cs typeface="Arial MT"/>
              </a:rPr>
              <a:t>Delcour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AH.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75">
                <a:latin typeface="Arial MT"/>
                <a:cs typeface="Arial MT"/>
              </a:rPr>
              <a:t>Biochim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55">
                <a:latin typeface="Arial MT"/>
                <a:cs typeface="Arial MT"/>
              </a:rPr>
              <a:t>Biophys </a:t>
            </a:r>
            <a:r>
              <a:rPr dirty="0" sz="1500" spc="65">
                <a:latin typeface="Arial MT"/>
                <a:cs typeface="Arial MT"/>
              </a:rPr>
              <a:t>Acta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50">
                <a:latin typeface="Arial MT"/>
                <a:cs typeface="Arial MT"/>
              </a:rPr>
              <a:t>2009;1794(5):808-</a:t>
            </a:r>
            <a:r>
              <a:rPr dirty="0" sz="1500" spc="30">
                <a:latin typeface="Arial MT"/>
                <a:cs typeface="Arial MT"/>
              </a:rPr>
              <a:t>816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77" name="object 377" descr=""/>
          <p:cNvSpPr txBox="1"/>
          <p:nvPr/>
        </p:nvSpPr>
        <p:spPr>
          <a:xfrm>
            <a:off x="787399" y="7948121"/>
            <a:ext cx="206883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0">
                <a:latin typeface="Arial Black"/>
                <a:cs typeface="Arial Black"/>
              </a:rPr>
              <a:t>Endotoxin</a:t>
            </a:r>
            <a:r>
              <a:rPr dirty="0" sz="1500" spc="-75">
                <a:latin typeface="Arial Black"/>
                <a:cs typeface="Arial Black"/>
              </a:rPr>
              <a:t> </a:t>
            </a:r>
            <a:r>
              <a:rPr dirty="0" sz="1500" spc="-60">
                <a:latin typeface="Arial Black"/>
                <a:cs typeface="Arial Black"/>
              </a:rPr>
              <a:t>Production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378" name="object 378" descr=""/>
          <p:cNvSpPr txBox="1"/>
          <p:nvPr/>
        </p:nvSpPr>
        <p:spPr>
          <a:xfrm>
            <a:off x="4057627" y="7948121"/>
            <a:ext cx="12636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65">
                <a:latin typeface="Arial MT"/>
                <a:cs typeface="Arial MT"/>
              </a:rPr>
              <a:t>No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 spc="75">
                <a:latin typeface="Arial MT"/>
                <a:cs typeface="Arial MT"/>
              </a:rPr>
              <a:t>endotoxin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79" name="object 379" descr=""/>
          <p:cNvSpPr txBox="1"/>
          <p:nvPr/>
        </p:nvSpPr>
        <p:spPr>
          <a:xfrm>
            <a:off x="7327854" y="7948121"/>
            <a:ext cx="238823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75">
                <a:latin typeface="Arial MT"/>
                <a:cs typeface="Arial MT"/>
              </a:rPr>
              <a:t>Lipid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85">
                <a:latin typeface="Arial MT"/>
                <a:cs typeface="Arial MT"/>
              </a:rPr>
              <a:t>endotoxin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65">
                <a:latin typeface="Arial MT"/>
                <a:cs typeface="Arial MT"/>
              </a:rPr>
              <a:t>present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80" name="object 380" descr=""/>
          <p:cNvSpPr txBox="1"/>
          <p:nvPr/>
        </p:nvSpPr>
        <p:spPr>
          <a:xfrm>
            <a:off x="10598081" y="7786195"/>
            <a:ext cx="2949575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500">
                <a:latin typeface="Arial MT"/>
                <a:cs typeface="Arial MT"/>
              </a:rPr>
              <a:t>Key</a:t>
            </a:r>
            <a:r>
              <a:rPr dirty="0" sz="1500" spc="10">
                <a:latin typeface="Arial MT"/>
                <a:cs typeface="Arial MT"/>
              </a:rPr>
              <a:t> </a:t>
            </a:r>
            <a:r>
              <a:rPr dirty="0" sz="1500" spc="75">
                <a:latin typeface="Arial MT"/>
                <a:cs typeface="Arial MT"/>
              </a:rPr>
              <a:t>pathophysiology</a:t>
            </a:r>
            <a:r>
              <a:rPr dirty="0" sz="1500" spc="10">
                <a:latin typeface="Arial MT"/>
                <a:cs typeface="Arial MT"/>
              </a:rPr>
              <a:t> </a:t>
            </a:r>
            <a:r>
              <a:rPr dirty="0" sz="1500" spc="75">
                <a:latin typeface="Arial MT"/>
                <a:cs typeface="Arial MT"/>
              </a:rPr>
              <a:t>difference in</a:t>
            </a:r>
            <a:r>
              <a:rPr dirty="0" sz="1500">
                <a:latin typeface="Arial MT"/>
                <a:cs typeface="Arial MT"/>
              </a:rPr>
              <a:t> sepsis </a:t>
            </a:r>
            <a:r>
              <a:rPr dirty="0" sz="1500" spc="75">
                <a:latin typeface="Arial MT"/>
                <a:cs typeface="Arial MT"/>
              </a:rPr>
              <a:t>severity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65">
                <a:latin typeface="Arial MT"/>
                <a:cs typeface="Arial MT"/>
              </a:rPr>
              <a:t>and</a:t>
            </a:r>
            <a:r>
              <a:rPr dirty="0" sz="1500">
                <a:latin typeface="Arial MT"/>
                <a:cs typeface="Arial MT"/>
              </a:rPr>
              <a:t> </a:t>
            </a:r>
            <a:r>
              <a:rPr dirty="0" sz="1500" spc="70">
                <a:latin typeface="Arial MT"/>
                <a:cs typeface="Arial MT"/>
              </a:rPr>
              <a:t>outcomes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81" name="object 381" descr=""/>
          <p:cNvSpPr txBox="1"/>
          <p:nvPr/>
        </p:nvSpPr>
        <p:spPr>
          <a:xfrm>
            <a:off x="13868308" y="7786195"/>
            <a:ext cx="2163445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500">
                <a:latin typeface="Arial MT"/>
                <a:cs typeface="Arial MT"/>
              </a:rPr>
              <a:t>Rietschel</a:t>
            </a:r>
            <a:r>
              <a:rPr dirty="0" sz="1500" spc="85">
                <a:latin typeface="Arial MT"/>
                <a:cs typeface="Arial MT"/>
              </a:rPr>
              <a:t> </a:t>
            </a:r>
            <a:r>
              <a:rPr dirty="0" sz="1500" spc="110">
                <a:latin typeface="Arial MT"/>
                <a:cs typeface="Arial MT"/>
              </a:rPr>
              <a:t>et</a:t>
            </a:r>
            <a:r>
              <a:rPr dirty="0" sz="1500" spc="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al.</a:t>
            </a:r>
            <a:r>
              <a:rPr dirty="0" sz="1500" spc="90">
                <a:latin typeface="Arial MT"/>
                <a:cs typeface="Arial MT"/>
              </a:rPr>
              <a:t> </a:t>
            </a:r>
            <a:r>
              <a:rPr dirty="0" sz="1500" spc="-55">
                <a:latin typeface="Arial MT"/>
                <a:cs typeface="Arial MT"/>
              </a:rPr>
              <a:t>FASEB</a:t>
            </a:r>
            <a:r>
              <a:rPr dirty="0" sz="1500" spc="85">
                <a:latin typeface="Arial MT"/>
                <a:cs typeface="Arial MT"/>
              </a:rPr>
              <a:t> </a:t>
            </a:r>
            <a:r>
              <a:rPr dirty="0" sz="1500" spc="25">
                <a:latin typeface="Arial MT"/>
                <a:cs typeface="Arial MT"/>
              </a:rPr>
              <a:t>J </a:t>
            </a:r>
            <a:r>
              <a:rPr dirty="0" sz="1500">
                <a:latin typeface="Arial MT"/>
                <a:cs typeface="Arial MT"/>
              </a:rPr>
              <a:t>1994;8(2):217-</a:t>
            </a:r>
            <a:r>
              <a:rPr dirty="0" sz="1500" spc="-25">
                <a:latin typeface="Arial MT"/>
                <a:cs typeface="Arial MT"/>
              </a:rPr>
              <a:t>225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82" name="object 382" descr=""/>
          <p:cNvSpPr txBox="1"/>
          <p:nvPr/>
        </p:nvSpPr>
        <p:spPr>
          <a:xfrm>
            <a:off x="787399" y="8888076"/>
            <a:ext cx="19716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0">
                <a:latin typeface="Arial Black"/>
                <a:cs typeface="Arial Black"/>
              </a:rPr>
              <a:t>Clinical</a:t>
            </a:r>
            <a:r>
              <a:rPr dirty="0" sz="1500" spc="-90">
                <a:latin typeface="Arial Black"/>
                <a:cs typeface="Arial Black"/>
              </a:rPr>
              <a:t> </a:t>
            </a:r>
            <a:r>
              <a:rPr dirty="0" sz="1500" spc="-80">
                <a:latin typeface="Arial Black"/>
                <a:cs typeface="Arial Black"/>
              </a:rPr>
              <a:t>Presentation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383" name="object 383" descr=""/>
          <p:cNvSpPr txBox="1"/>
          <p:nvPr/>
        </p:nvSpPr>
        <p:spPr>
          <a:xfrm>
            <a:off x="4057627" y="8888076"/>
            <a:ext cx="27495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50">
                <a:latin typeface="Arial MT"/>
                <a:cs typeface="Arial MT"/>
              </a:rPr>
              <a:t>Device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70">
                <a:latin typeface="Arial MT"/>
                <a:cs typeface="Arial MT"/>
              </a:rPr>
              <a:t>infections,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60">
                <a:latin typeface="Arial MT"/>
                <a:cs typeface="Arial MT"/>
              </a:rPr>
              <a:t>pneumonia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84" name="object 384" descr=""/>
          <p:cNvSpPr txBox="1"/>
          <p:nvPr/>
        </p:nvSpPr>
        <p:spPr>
          <a:xfrm>
            <a:off x="7327854" y="8888076"/>
            <a:ext cx="19977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latin typeface="Arial MT"/>
                <a:cs typeface="Arial MT"/>
              </a:rPr>
              <a:t>UTI,</a:t>
            </a:r>
            <a:r>
              <a:rPr dirty="0" sz="1500" spc="25">
                <a:latin typeface="Arial MT"/>
                <a:cs typeface="Arial MT"/>
              </a:rPr>
              <a:t> </a:t>
            </a:r>
            <a:r>
              <a:rPr dirty="0" sz="1500" spc="75">
                <a:latin typeface="Arial MT"/>
                <a:cs typeface="Arial MT"/>
              </a:rPr>
              <a:t>septic</a:t>
            </a:r>
            <a:r>
              <a:rPr dirty="0" sz="1500" spc="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shock,</a:t>
            </a:r>
            <a:r>
              <a:rPr dirty="0" sz="1500" spc="30">
                <a:latin typeface="Arial MT"/>
                <a:cs typeface="Arial MT"/>
              </a:rPr>
              <a:t> </a:t>
            </a:r>
            <a:r>
              <a:rPr dirty="0" sz="1500" spc="-25">
                <a:latin typeface="Arial MT"/>
                <a:cs typeface="Arial MT"/>
              </a:rPr>
              <a:t>HAI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85" name="object 385" descr=""/>
          <p:cNvSpPr txBox="1"/>
          <p:nvPr/>
        </p:nvSpPr>
        <p:spPr>
          <a:xfrm>
            <a:off x="10598081" y="8726151"/>
            <a:ext cx="3111500" cy="53975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500" spc="65">
                <a:latin typeface="Arial MT"/>
                <a:cs typeface="Arial MT"/>
              </a:rPr>
              <a:t>Influences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90">
                <a:latin typeface="Arial MT"/>
                <a:cs typeface="Arial MT"/>
              </a:rPr>
              <a:t>infection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source,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500" spc="65">
                <a:latin typeface="Arial MT"/>
                <a:cs typeface="Arial MT"/>
              </a:rPr>
              <a:t>severity,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65">
                <a:latin typeface="Arial MT"/>
                <a:cs typeface="Arial MT"/>
              </a:rPr>
              <a:t>and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105">
                <a:latin typeface="Arial MT"/>
                <a:cs typeface="Arial MT"/>
              </a:rPr>
              <a:t>treatment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 spc="65">
                <a:latin typeface="Arial MT"/>
                <a:cs typeface="Arial MT"/>
              </a:rPr>
              <a:t>approach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86" name="object 386" descr=""/>
          <p:cNvSpPr txBox="1"/>
          <p:nvPr/>
        </p:nvSpPr>
        <p:spPr>
          <a:xfrm>
            <a:off x="13868308" y="8726151"/>
            <a:ext cx="235839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500" spc="95">
                <a:latin typeface="Arial MT"/>
                <a:cs typeface="Arial MT"/>
              </a:rPr>
              <a:t>Martin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110">
                <a:latin typeface="Arial MT"/>
                <a:cs typeface="Arial MT"/>
              </a:rPr>
              <a:t>et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al.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N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Engl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 spc="75">
                <a:latin typeface="Arial MT"/>
                <a:cs typeface="Arial MT"/>
              </a:rPr>
              <a:t>J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50">
                <a:latin typeface="Arial MT"/>
                <a:cs typeface="Arial MT"/>
              </a:rPr>
              <a:t>Med </a:t>
            </a:r>
            <a:r>
              <a:rPr dirty="0" sz="1500">
                <a:latin typeface="Arial MT"/>
                <a:cs typeface="Arial MT"/>
              </a:rPr>
              <a:t>2003;348(16):1546-</a:t>
            </a:r>
            <a:r>
              <a:rPr dirty="0" sz="1500" spc="30">
                <a:latin typeface="Arial MT"/>
                <a:cs typeface="Arial MT"/>
              </a:rPr>
              <a:t>1554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387" name="object 387" descr=""/>
          <p:cNvGrpSpPr/>
          <p:nvPr/>
        </p:nvGrpSpPr>
        <p:grpSpPr>
          <a:xfrm>
            <a:off x="717550" y="1022350"/>
            <a:ext cx="16363950" cy="8472805"/>
            <a:chOff x="717550" y="1022350"/>
            <a:chExt cx="16363950" cy="8472805"/>
          </a:xfrm>
        </p:grpSpPr>
        <p:sp>
          <p:nvSpPr>
            <p:cNvPr id="388" name="object 388" descr=""/>
            <p:cNvSpPr/>
            <p:nvPr/>
          </p:nvSpPr>
          <p:spPr>
            <a:xfrm>
              <a:off x="723900" y="1035062"/>
              <a:ext cx="16351250" cy="8447405"/>
            </a:xfrm>
            <a:custGeom>
              <a:avLst/>
              <a:gdLst/>
              <a:ahLst/>
              <a:cxnLst/>
              <a:rect l="l" t="t" r="r" b="b"/>
              <a:pathLst>
                <a:path w="16351250" h="8447405">
                  <a:moveTo>
                    <a:pt x="16350996" y="0"/>
                  </a:moveTo>
                  <a:lnTo>
                    <a:pt x="16350996" y="0"/>
                  </a:lnTo>
                  <a:lnTo>
                    <a:pt x="0" y="0"/>
                  </a:lnTo>
                  <a:lnTo>
                    <a:pt x="0" y="8446833"/>
                  </a:lnTo>
                  <a:lnTo>
                    <a:pt x="16350996" y="8446833"/>
                  </a:lnTo>
                  <a:lnTo>
                    <a:pt x="163509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 descr=""/>
            <p:cNvSpPr/>
            <p:nvPr/>
          </p:nvSpPr>
          <p:spPr>
            <a:xfrm>
              <a:off x="717550" y="1028700"/>
              <a:ext cx="16363950" cy="8460105"/>
            </a:xfrm>
            <a:custGeom>
              <a:avLst/>
              <a:gdLst/>
              <a:ahLst/>
              <a:cxnLst/>
              <a:rect l="l" t="t" r="r" b="b"/>
              <a:pathLst>
                <a:path w="16363950" h="8460105">
                  <a:moveTo>
                    <a:pt x="6349" y="6349"/>
                  </a:moveTo>
                  <a:lnTo>
                    <a:pt x="6349" y="8453189"/>
                  </a:lnTo>
                </a:path>
                <a:path w="16363950" h="8460105">
                  <a:moveTo>
                    <a:pt x="3276550" y="6349"/>
                  </a:moveTo>
                  <a:lnTo>
                    <a:pt x="3276550" y="8453189"/>
                  </a:lnTo>
                </a:path>
                <a:path w="16363950" h="8460105">
                  <a:moveTo>
                    <a:pt x="6546750" y="6349"/>
                  </a:moveTo>
                  <a:lnTo>
                    <a:pt x="6546750" y="8453189"/>
                  </a:lnTo>
                </a:path>
                <a:path w="16363950" h="8460105">
                  <a:moveTo>
                    <a:pt x="9816950" y="6349"/>
                  </a:moveTo>
                  <a:lnTo>
                    <a:pt x="9816950" y="8453189"/>
                  </a:lnTo>
                </a:path>
                <a:path w="16363950" h="8460105">
                  <a:moveTo>
                    <a:pt x="13087150" y="6349"/>
                  </a:moveTo>
                  <a:lnTo>
                    <a:pt x="13087150" y="8453189"/>
                  </a:lnTo>
                </a:path>
                <a:path w="16363950" h="8460105">
                  <a:moveTo>
                    <a:pt x="16357350" y="6349"/>
                  </a:moveTo>
                  <a:lnTo>
                    <a:pt x="16357350" y="8453189"/>
                  </a:lnTo>
                </a:path>
                <a:path w="16363950" h="8460105">
                  <a:moveTo>
                    <a:pt x="0" y="0"/>
                  </a:moveTo>
                  <a:lnTo>
                    <a:pt x="16363701" y="0"/>
                  </a:lnTo>
                </a:path>
                <a:path w="16363950" h="8460105">
                  <a:moveTo>
                    <a:pt x="0" y="939948"/>
                  </a:moveTo>
                  <a:lnTo>
                    <a:pt x="16363701" y="939948"/>
                  </a:lnTo>
                </a:path>
                <a:path w="16363950" h="8460105">
                  <a:moveTo>
                    <a:pt x="0" y="1879897"/>
                  </a:moveTo>
                  <a:lnTo>
                    <a:pt x="16363701" y="1879897"/>
                  </a:lnTo>
                </a:path>
                <a:path w="16363950" h="8460105">
                  <a:moveTo>
                    <a:pt x="0" y="2819846"/>
                  </a:moveTo>
                  <a:lnTo>
                    <a:pt x="16363701" y="2819846"/>
                  </a:lnTo>
                </a:path>
                <a:path w="16363950" h="8460105">
                  <a:moveTo>
                    <a:pt x="0" y="3759795"/>
                  </a:moveTo>
                  <a:lnTo>
                    <a:pt x="16363701" y="3759795"/>
                  </a:lnTo>
                </a:path>
                <a:path w="16363950" h="8460105">
                  <a:moveTo>
                    <a:pt x="0" y="4699744"/>
                  </a:moveTo>
                  <a:lnTo>
                    <a:pt x="16363701" y="4699744"/>
                  </a:lnTo>
                </a:path>
                <a:path w="16363950" h="8460105">
                  <a:moveTo>
                    <a:pt x="0" y="5639692"/>
                  </a:moveTo>
                  <a:lnTo>
                    <a:pt x="16363701" y="5639692"/>
                  </a:lnTo>
                </a:path>
                <a:path w="16363950" h="8460105">
                  <a:moveTo>
                    <a:pt x="0" y="6579641"/>
                  </a:moveTo>
                  <a:lnTo>
                    <a:pt x="16363701" y="6579641"/>
                  </a:lnTo>
                </a:path>
                <a:path w="16363950" h="8460105">
                  <a:moveTo>
                    <a:pt x="0" y="7519590"/>
                  </a:moveTo>
                  <a:lnTo>
                    <a:pt x="16363701" y="7519590"/>
                  </a:lnTo>
                </a:path>
                <a:path w="16363950" h="8460105">
                  <a:moveTo>
                    <a:pt x="0" y="8459539"/>
                  </a:moveTo>
                  <a:lnTo>
                    <a:pt x="16363701" y="845953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240435" y="0"/>
            <a:ext cx="6047740" cy="10287000"/>
            <a:chOff x="12240435" y="0"/>
            <a:chExt cx="604774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40435" y="0"/>
              <a:ext cx="6047564" cy="10286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5718435" y="4431564"/>
              <a:ext cx="2569845" cy="5855970"/>
            </a:xfrm>
            <a:custGeom>
              <a:avLst/>
              <a:gdLst/>
              <a:ahLst/>
              <a:cxnLst/>
              <a:rect l="l" t="t" r="r" b="b"/>
              <a:pathLst>
                <a:path w="2569844" h="5855970">
                  <a:moveTo>
                    <a:pt x="2569563" y="5855435"/>
                  </a:moveTo>
                  <a:lnTo>
                    <a:pt x="0" y="5855435"/>
                  </a:lnTo>
                  <a:lnTo>
                    <a:pt x="2569563" y="0"/>
                  </a:lnTo>
                  <a:lnTo>
                    <a:pt x="2569563" y="5855435"/>
                  </a:lnTo>
                  <a:close/>
                </a:path>
              </a:pathLst>
            </a:custGeom>
            <a:solidFill>
              <a:srgbClr val="7379A7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0882" y="0"/>
            <a:ext cx="4987716" cy="2418054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6922706" y="466140"/>
            <a:ext cx="426084" cy="426084"/>
          </a:xfrm>
          <a:custGeom>
            <a:avLst/>
            <a:gdLst/>
            <a:ahLst/>
            <a:cxnLst/>
            <a:rect l="l" t="t" r="r" b="b"/>
            <a:pathLst>
              <a:path w="426084" h="426084">
                <a:moveTo>
                  <a:pt x="425640" y="245262"/>
                </a:moveTo>
                <a:lnTo>
                  <a:pt x="402424" y="212331"/>
                </a:lnTo>
                <a:lnTo>
                  <a:pt x="250774" y="186093"/>
                </a:lnTo>
                <a:lnTo>
                  <a:pt x="277025" y="34417"/>
                </a:lnTo>
                <a:lnTo>
                  <a:pt x="253809" y="1485"/>
                </a:lnTo>
                <a:lnTo>
                  <a:pt x="245224" y="0"/>
                </a:lnTo>
                <a:lnTo>
                  <a:pt x="240957" y="101"/>
                </a:lnTo>
                <a:lnTo>
                  <a:pt x="211556" y="27508"/>
                </a:lnTo>
                <a:lnTo>
                  <a:pt x="186055" y="174891"/>
                </a:lnTo>
                <a:lnTo>
                  <a:pt x="34417" y="148653"/>
                </a:lnTo>
                <a:lnTo>
                  <a:pt x="1485" y="171881"/>
                </a:lnTo>
                <a:lnTo>
                  <a:pt x="0" y="180454"/>
                </a:lnTo>
                <a:lnTo>
                  <a:pt x="101" y="184734"/>
                </a:lnTo>
                <a:lnTo>
                  <a:pt x="174853" y="239636"/>
                </a:lnTo>
                <a:lnTo>
                  <a:pt x="148577" y="391528"/>
                </a:lnTo>
                <a:lnTo>
                  <a:pt x="171792" y="424459"/>
                </a:lnTo>
                <a:lnTo>
                  <a:pt x="180378" y="425945"/>
                </a:lnTo>
                <a:lnTo>
                  <a:pt x="184645" y="425831"/>
                </a:lnTo>
                <a:lnTo>
                  <a:pt x="239572" y="250837"/>
                </a:lnTo>
                <a:lnTo>
                  <a:pt x="391223" y="277063"/>
                </a:lnTo>
                <a:lnTo>
                  <a:pt x="424154" y="253847"/>
                </a:lnTo>
                <a:lnTo>
                  <a:pt x="425640" y="245262"/>
                </a:lnTo>
                <a:close/>
              </a:path>
            </a:pathLst>
          </a:custGeom>
          <a:solidFill>
            <a:srgbClr val="24578F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3825" rIns="0" bIns="0" rtlCol="0" vert="horz">
            <a:spAutoFit/>
          </a:bodyPr>
          <a:lstStyle/>
          <a:p>
            <a:pPr marL="890269">
              <a:lnSpc>
                <a:spcPct val="100000"/>
              </a:lnSpc>
              <a:spcBef>
                <a:spcPts val="105"/>
              </a:spcBef>
            </a:pPr>
            <a:r>
              <a:rPr dirty="0" sz="5750" spc="-10">
                <a:latin typeface="Tahoma"/>
                <a:cs typeface="Tahoma"/>
              </a:rPr>
              <a:t>Proposed</a:t>
            </a:r>
            <a:r>
              <a:rPr dirty="0" sz="5750" spc="-425">
                <a:latin typeface="Tahoma"/>
                <a:cs typeface="Tahoma"/>
              </a:rPr>
              <a:t> </a:t>
            </a:r>
            <a:r>
              <a:rPr dirty="0" sz="5750" spc="-20">
                <a:latin typeface="Tahoma"/>
                <a:cs typeface="Tahoma"/>
              </a:rPr>
              <a:t>Bacterial</a:t>
            </a:r>
            <a:r>
              <a:rPr dirty="0" sz="5750" spc="-420">
                <a:latin typeface="Tahoma"/>
                <a:cs typeface="Tahoma"/>
              </a:rPr>
              <a:t> </a:t>
            </a:r>
            <a:r>
              <a:rPr dirty="0" sz="5750" spc="-40">
                <a:latin typeface="Tahoma"/>
                <a:cs typeface="Tahoma"/>
              </a:rPr>
              <a:t>Biomarkers</a:t>
            </a:r>
            <a:r>
              <a:rPr dirty="0" sz="5750" spc="-425">
                <a:latin typeface="Tahoma"/>
                <a:cs typeface="Tahoma"/>
              </a:rPr>
              <a:t> </a:t>
            </a:r>
            <a:r>
              <a:rPr dirty="0" sz="5750" spc="-10">
                <a:latin typeface="Tahoma"/>
                <a:cs typeface="Tahoma"/>
              </a:rPr>
              <a:t>pafiel</a:t>
            </a:r>
            <a:endParaRPr sz="5750">
              <a:latin typeface="Tahoma"/>
              <a:cs typeface="Tahom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7511" y="2582207"/>
            <a:ext cx="123825" cy="12382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7511" y="4487207"/>
            <a:ext cx="123825" cy="12382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7511" y="5915957"/>
            <a:ext cx="123825" cy="123824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439061" y="2343612"/>
            <a:ext cx="13298805" cy="4311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01980" marR="5080">
              <a:lnSpc>
                <a:spcPct val="115700"/>
              </a:lnSpc>
              <a:spcBef>
                <a:spcPts val="95"/>
              </a:spcBef>
              <a:tabLst>
                <a:tab pos="2767330" algn="l"/>
                <a:tab pos="4885055" algn="l"/>
                <a:tab pos="7210425" algn="l"/>
                <a:tab pos="10295255" algn="l"/>
                <a:tab pos="12693015" algn="l"/>
              </a:tabLst>
            </a:pPr>
            <a:r>
              <a:rPr dirty="0" sz="2700" spc="-10">
                <a:solidFill>
                  <a:srgbClr val="2A2A2A"/>
                </a:solidFill>
                <a:latin typeface="Lucida Sans Unicode"/>
                <a:cs typeface="Lucida Sans Unicode"/>
              </a:rPr>
              <a:t>Universal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700" spc="90">
                <a:solidFill>
                  <a:srgbClr val="2A2A2A"/>
                </a:solidFill>
                <a:latin typeface="Lucida Sans Unicode"/>
                <a:cs typeface="Lucida Sans Unicode"/>
              </a:rPr>
              <a:t>Bacterial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700" spc="-10">
                <a:solidFill>
                  <a:srgbClr val="2A2A2A"/>
                </a:solidFill>
                <a:latin typeface="Lucida Sans Unicode"/>
                <a:cs typeface="Lucida Sans Unicode"/>
              </a:rPr>
              <a:t>Detection: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700" spc="85">
                <a:solidFill>
                  <a:srgbClr val="2A2A2A"/>
                </a:solidFill>
                <a:latin typeface="Lucida Sans Unicode"/>
                <a:cs typeface="Lucida Sans Unicode"/>
              </a:rPr>
              <a:t>Peptidoglycan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700" spc="80">
                <a:solidFill>
                  <a:srgbClr val="2A2A2A"/>
                </a:solidFill>
                <a:latin typeface="Lucida Sans Unicode"/>
                <a:cs typeface="Lucida Sans Unicode"/>
              </a:rPr>
              <a:t>fragments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700" spc="40">
                <a:solidFill>
                  <a:srgbClr val="2A2A2A"/>
                </a:solidFill>
                <a:latin typeface="Lucida Sans Unicode"/>
                <a:cs typeface="Lucida Sans Unicode"/>
              </a:rPr>
              <a:t>(N- </a:t>
            </a:r>
            <a:r>
              <a:rPr dirty="0" sz="2700" spc="135">
                <a:solidFill>
                  <a:srgbClr val="2A2A2A"/>
                </a:solidFill>
                <a:latin typeface="Lucida Sans Unicode"/>
                <a:cs typeface="Lucida Sans Unicode"/>
              </a:rPr>
              <a:t>acetylmuramic</a:t>
            </a:r>
            <a:r>
              <a:rPr dirty="0" sz="2700" spc="-114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75">
                <a:solidFill>
                  <a:srgbClr val="2A2A2A"/>
                </a:solidFill>
                <a:latin typeface="Lucida Sans Unicode"/>
                <a:cs typeface="Lucida Sans Unicode"/>
              </a:rPr>
              <a:t>acid)</a:t>
            </a:r>
            <a:endParaRPr sz="2700">
              <a:latin typeface="Lucida Sans Unicode"/>
              <a:cs typeface="Lucida Sans Unicode"/>
            </a:endParaRPr>
          </a:p>
          <a:p>
            <a:pPr marL="12700" marR="5080">
              <a:lnSpc>
                <a:spcPct val="115700"/>
              </a:lnSpc>
            </a:pPr>
            <a:r>
              <a:rPr dirty="0" sz="2700" spc="105">
                <a:solidFill>
                  <a:srgbClr val="2A2A2A"/>
                </a:solidFill>
                <a:latin typeface="Lucida Sans Unicode"/>
                <a:cs typeface="Lucida Sans Unicode"/>
              </a:rPr>
              <a:t>Reason</a:t>
            </a:r>
            <a:r>
              <a:rPr dirty="0" sz="2700" spc="4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275">
                <a:solidFill>
                  <a:srgbClr val="2A2A2A"/>
                </a:solidFill>
                <a:latin typeface="Lucida Sans Unicode"/>
                <a:cs typeface="Lucida Sans Unicode"/>
              </a:rPr>
              <a:t>:</a:t>
            </a:r>
            <a:r>
              <a:rPr dirty="0" sz="2700" spc="4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55">
                <a:solidFill>
                  <a:srgbClr val="2A2A2A"/>
                </a:solidFill>
                <a:latin typeface="Lucida Sans Unicode"/>
                <a:cs typeface="Lucida Sans Unicode"/>
              </a:rPr>
              <a:t>Present</a:t>
            </a:r>
            <a:r>
              <a:rPr dirty="0" sz="2700" spc="4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in</a:t>
            </a:r>
            <a:r>
              <a:rPr dirty="0" sz="2700" spc="45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50">
                <a:solidFill>
                  <a:srgbClr val="2A2A2A"/>
                </a:solidFill>
                <a:latin typeface="Lucida Sans Unicode"/>
                <a:cs typeface="Lucida Sans Unicode"/>
              </a:rPr>
              <a:t>ALL</a:t>
            </a:r>
            <a:r>
              <a:rPr dirty="0" sz="2700" spc="4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80">
                <a:solidFill>
                  <a:srgbClr val="2A2A2A"/>
                </a:solidFill>
                <a:latin typeface="Lucida Sans Unicode"/>
                <a:cs typeface="Lucida Sans Unicode"/>
              </a:rPr>
              <a:t>bacteria,</a:t>
            </a:r>
            <a:r>
              <a:rPr dirty="0" sz="2700" spc="4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20">
                <a:solidFill>
                  <a:srgbClr val="2A2A2A"/>
                </a:solidFill>
                <a:latin typeface="Lucida Sans Unicode"/>
                <a:cs typeface="Lucida Sans Unicode"/>
              </a:rPr>
              <a:t>absent</a:t>
            </a:r>
            <a:r>
              <a:rPr dirty="0" sz="2700" spc="45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in</a:t>
            </a:r>
            <a:r>
              <a:rPr dirty="0" sz="2700" spc="4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viruses/fungi/parasites</a:t>
            </a:r>
            <a:r>
              <a:rPr dirty="0" sz="2700" spc="4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285">
                <a:solidFill>
                  <a:srgbClr val="2A2A2A"/>
                </a:solidFill>
                <a:latin typeface="Lucida Sans Unicode"/>
                <a:cs typeface="Lucida Sans Unicode"/>
              </a:rPr>
              <a:t>.</a:t>
            </a:r>
            <a:r>
              <a:rPr dirty="0" sz="2700" spc="45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10">
                <a:solidFill>
                  <a:srgbClr val="2A2A2A"/>
                </a:solidFill>
                <a:latin typeface="Lucida Sans Unicode"/>
                <a:cs typeface="Lucida Sans Unicode"/>
              </a:rPr>
              <a:t>Direct </a:t>
            </a:r>
            <a:r>
              <a:rPr dirty="0" sz="2700" spc="100">
                <a:solidFill>
                  <a:srgbClr val="2A2A2A"/>
                </a:solidFill>
                <a:latin typeface="Lucida Sans Unicode"/>
                <a:cs typeface="Lucida Sans Unicode"/>
              </a:rPr>
              <a:t>bacterial</a:t>
            </a:r>
            <a:r>
              <a:rPr dirty="0" sz="2700" spc="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confirmation.Unique</a:t>
            </a:r>
            <a:r>
              <a:rPr dirty="0" sz="2700" spc="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to</a:t>
            </a:r>
            <a:r>
              <a:rPr dirty="0" sz="2700" spc="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00">
                <a:solidFill>
                  <a:srgbClr val="2A2A2A"/>
                </a:solidFill>
                <a:latin typeface="Lucida Sans Unicode"/>
                <a:cs typeface="Lucida Sans Unicode"/>
              </a:rPr>
              <a:t>bacterial</a:t>
            </a:r>
            <a:r>
              <a:rPr dirty="0" sz="2700" spc="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00">
                <a:solidFill>
                  <a:srgbClr val="2A2A2A"/>
                </a:solidFill>
                <a:latin typeface="Lucida Sans Unicode"/>
                <a:cs typeface="Lucida Sans Unicode"/>
              </a:rPr>
              <a:t>peptidoglycan</a:t>
            </a:r>
            <a:r>
              <a:rPr dirty="0" sz="2700" spc="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10">
                <a:solidFill>
                  <a:srgbClr val="2A2A2A"/>
                </a:solidFill>
                <a:latin typeface="Lucida Sans Unicode"/>
                <a:cs typeface="Lucida Sans Unicode"/>
              </a:rPr>
              <a:t>only.</a:t>
            </a:r>
            <a:endParaRPr sz="2700">
              <a:latin typeface="Lucida Sans Unicode"/>
              <a:cs typeface="Lucida Sans Unicode"/>
            </a:endParaRPr>
          </a:p>
          <a:p>
            <a:pPr marL="601980">
              <a:lnSpc>
                <a:spcPct val="100000"/>
              </a:lnSpc>
              <a:spcBef>
                <a:spcPts val="509"/>
              </a:spcBef>
            </a:pPr>
            <a:r>
              <a:rPr dirty="0" sz="2700" spc="120">
                <a:solidFill>
                  <a:srgbClr val="2A2A2A"/>
                </a:solidFill>
                <a:latin typeface="Lucida Sans Unicode"/>
                <a:cs typeface="Lucida Sans Unicode"/>
              </a:rPr>
              <a:t>Gram-</a:t>
            </a:r>
            <a:r>
              <a:rPr dirty="0" sz="2700" spc="65">
                <a:solidFill>
                  <a:srgbClr val="2A2A2A"/>
                </a:solidFill>
                <a:latin typeface="Lucida Sans Unicode"/>
                <a:cs typeface="Lucida Sans Unicode"/>
              </a:rPr>
              <a:t>negative:</a:t>
            </a:r>
            <a:r>
              <a:rPr dirty="0" sz="27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80">
                <a:solidFill>
                  <a:srgbClr val="2A2A2A"/>
                </a:solidFill>
                <a:latin typeface="Lucida Sans Unicode"/>
                <a:cs typeface="Lucida Sans Unicode"/>
              </a:rPr>
              <a:t>Lipopolysaccharide</a:t>
            </a:r>
            <a:r>
              <a:rPr dirty="0" sz="27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30">
                <a:solidFill>
                  <a:srgbClr val="2A2A2A"/>
                </a:solidFill>
                <a:latin typeface="Lucida Sans Unicode"/>
                <a:cs typeface="Lucida Sans Unicode"/>
              </a:rPr>
              <a:t>(LPS)</a:t>
            </a:r>
            <a:r>
              <a:rPr dirty="0" sz="27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300">
                <a:solidFill>
                  <a:srgbClr val="2A2A2A"/>
                </a:solidFill>
                <a:latin typeface="Lucida Sans Unicode"/>
                <a:cs typeface="Lucida Sans Unicode"/>
              </a:rPr>
              <a:t>—</a:t>
            </a:r>
            <a:r>
              <a:rPr dirty="0" sz="27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lipid</a:t>
            </a:r>
            <a:r>
              <a:rPr dirty="0" sz="27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A</a:t>
            </a:r>
            <a:r>
              <a:rPr dirty="0" sz="27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10">
                <a:solidFill>
                  <a:srgbClr val="2A2A2A"/>
                </a:solidFill>
                <a:latin typeface="Lucida Sans Unicode"/>
                <a:cs typeface="Lucida Sans Unicode"/>
              </a:rPr>
              <a:t>&amp;</a:t>
            </a:r>
            <a:r>
              <a:rPr dirty="0" sz="27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25">
                <a:solidFill>
                  <a:srgbClr val="2A2A2A"/>
                </a:solidFill>
                <a:latin typeface="Lucida Sans Unicode"/>
                <a:cs typeface="Lucida Sans Unicode"/>
              </a:rPr>
              <a:t>O-</a:t>
            </a:r>
            <a:r>
              <a:rPr dirty="0" sz="2700" spc="90">
                <a:solidFill>
                  <a:srgbClr val="2A2A2A"/>
                </a:solidFill>
                <a:latin typeface="Lucida Sans Unicode"/>
                <a:cs typeface="Lucida Sans Unicode"/>
              </a:rPr>
              <a:t>antigen</a:t>
            </a:r>
            <a:r>
              <a:rPr dirty="0" sz="270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335">
                <a:solidFill>
                  <a:srgbClr val="2A2A2A"/>
                </a:solidFill>
                <a:latin typeface="Lucida Sans Unicode"/>
                <a:cs typeface="Lucida Sans Unicode"/>
              </a:rPr>
              <a:t>.</a:t>
            </a:r>
            <a:endParaRPr sz="2700">
              <a:latin typeface="Lucida Sans Unicode"/>
              <a:cs typeface="Lucida Sans Unicode"/>
            </a:endParaRPr>
          </a:p>
          <a:p>
            <a:pPr marL="12700" marR="5080">
              <a:lnSpc>
                <a:spcPct val="115700"/>
              </a:lnSpc>
              <a:tabLst>
                <a:tab pos="1566545" algn="l"/>
                <a:tab pos="3232785" algn="l"/>
                <a:tab pos="4276725" algn="l"/>
                <a:tab pos="4853305" algn="l"/>
                <a:tab pos="7830820" algn="l"/>
                <a:tab pos="9638030" algn="l"/>
                <a:tab pos="11120120" algn="l"/>
                <a:tab pos="11696700" algn="l"/>
                <a:tab pos="12371070" algn="l"/>
              </a:tabLst>
            </a:pPr>
            <a:r>
              <a:rPr dirty="0" sz="2700" spc="95">
                <a:solidFill>
                  <a:srgbClr val="2A2A2A"/>
                </a:solidFill>
                <a:latin typeface="Lucida Sans Unicode"/>
                <a:cs typeface="Lucida Sans Unicode"/>
              </a:rPr>
              <a:t>Reason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700" spc="-10">
                <a:solidFill>
                  <a:srgbClr val="2A2A2A"/>
                </a:solidFill>
                <a:latin typeface="Lucida Sans Unicode"/>
                <a:cs typeface="Lucida Sans Unicode"/>
              </a:rPr>
              <a:t>:present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700" spc="-20">
                <a:solidFill>
                  <a:srgbClr val="2A2A2A"/>
                </a:solidFill>
                <a:latin typeface="Lucida Sans Unicode"/>
                <a:cs typeface="Lucida Sans Unicode"/>
              </a:rPr>
              <a:t>Only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700" spc="-25">
                <a:solidFill>
                  <a:srgbClr val="2A2A2A"/>
                </a:solidFill>
                <a:latin typeface="Lucida Sans Unicode"/>
                <a:cs typeface="Lucida Sans Unicode"/>
              </a:rPr>
              <a:t>in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700" spc="120">
                <a:solidFill>
                  <a:srgbClr val="2A2A2A"/>
                </a:solidFill>
                <a:latin typeface="Lucida Sans Unicode"/>
                <a:cs typeface="Lucida Sans Unicode"/>
              </a:rPr>
              <a:t>Gram-</a:t>
            </a:r>
            <a:r>
              <a:rPr dirty="0" sz="2700" spc="100">
                <a:solidFill>
                  <a:srgbClr val="2A2A2A"/>
                </a:solidFill>
                <a:latin typeface="Lucida Sans Unicode"/>
                <a:cs typeface="Lucida Sans Unicode"/>
              </a:rPr>
              <a:t>negative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700" spc="70">
                <a:solidFill>
                  <a:srgbClr val="2A2A2A"/>
                </a:solidFill>
                <a:latin typeface="Lucida Sans Unicode"/>
                <a:cs typeface="Lucida Sans Unicode"/>
              </a:rPr>
              <a:t>bacteria,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700" spc="110">
                <a:solidFill>
                  <a:srgbClr val="2A2A2A"/>
                </a:solidFill>
                <a:latin typeface="Lucida Sans Unicode"/>
                <a:cs typeface="Lucida Sans Unicode"/>
              </a:rPr>
              <a:t>absent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700" spc="-25">
                <a:solidFill>
                  <a:srgbClr val="2A2A2A"/>
                </a:solidFill>
                <a:latin typeface="Lucida Sans Unicode"/>
                <a:cs typeface="Lucida Sans Unicode"/>
              </a:rPr>
              <a:t>in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700" spc="-25">
                <a:solidFill>
                  <a:srgbClr val="2A2A2A"/>
                </a:solidFill>
                <a:latin typeface="Lucida Sans Unicode"/>
                <a:cs typeface="Lucida Sans Unicode"/>
              </a:rPr>
              <a:t>all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2700" spc="-20">
                <a:solidFill>
                  <a:srgbClr val="2A2A2A"/>
                </a:solidFill>
                <a:latin typeface="Lucida Sans Unicode"/>
                <a:cs typeface="Lucida Sans Unicode"/>
              </a:rPr>
              <a:t>other </a:t>
            </a:r>
            <a:r>
              <a:rPr dirty="0" sz="2700" spc="50">
                <a:solidFill>
                  <a:srgbClr val="2A2A2A"/>
                </a:solidFill>
                <a:latin typeface="Lucida Sans Unicode"/>
                <a:cs typeface="Lucida Sans Unicode"/>
              </a:rPr>
              <a:t>organisms.Strong</a:t>
            </a:r>
            <a:r>
              <a:rPr dirty="0" sz="2700" spc="-8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05">
                <a:solidFill>
                  <a:srgbClr val="2A2A2A"/>
                </a:solidFill>
                <a:latin typeface="Lucida Sans Unicode"/>
                <a:cs typeface="Lucida Sans Unicode"/>
              </a:rPr>
              <a:t>enhancement,</a:t>
            </a:r>
            <a:r>
              <a:rPr dirty="0" sz="2700" spc="-7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endotoxin</a:t>
            </a:r>
            <a:r>
              <a:rPr dirty="0" sz="2700" spc="-7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40">
                <a:solidFill>
                  <a:srgbClr val="2A2A2A"/>
                </a:solidFill>
                <a:latin typeface="Lucida Sans Unicode"/>
                <a:cs typeface="Lucida Sans Unicode"/>
              </a:rPr>
              <a:t>correlation</a:t>
            </a:r>
            <a:endParaRPr sz="2700">
              <a:latin typeface="Lucida Sans Unicode"/>
              <a:cs typeface="Lucida Sans Unicode"/>
            </a:endParaRPr>
          </a:p>
          <a:p>
            <a:pPr marL="601980">
              <a:lnSpc>
                <a:spcPct val="100000"/>
              </a:lnSpc>
              <a:spcBef>
                <a:spcPts val="509"/>
              </a:spcBef>
            </a:pPr>
            <a:r>
              <a:rPr dirty="0" sz="2700" spc="120">
                <a:solidFill>
                  <a:srgbClr val="2A2A2A"/>
                </a:solidFill>
                <a:latin typeface="Lucida Sans Unicode"/>
                <a:cs typeface="Lucida Sans Unicode"/>
              </a:rPr>
              <a:t>Gram-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positive:</a:t>
            </a:r>
            <a:r>
              <a:rPr dirty="0" sz="2700" spc="-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Lipoteichoic</a:t>
            </a:r>
            <a:r>
              <a:rPr dirty="0" sz="2700" spc="-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55">
                <a:solidFill>
                  <a:srgbClr val="2A2A2A"/>
                </a:solidFill>
                <a:latin typeface="Lucida Sans Unicode"/>
                <a:cs typeface="Lucida Sans Unicode"/>
              </a:rPr>
              <a:t>acid</a:t>
            </a:r>
            <a:r>
              <a:rPr dirty="0" sz="2700" spc="-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(LTA)</a:t>
            </a:r>
            <a:r>
              <a:rPr dirty="0" sz="2700" spc="-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8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2700" spc="-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65">
                <a:solidFill>
                  <a:srgbClr val="2A2A2A"/>
                </a:solidFill>
                <a:latin typeface="Lucida Sans Unicode"/>
                <a:cs typeface="Lucida Sans Unicode"/>
              </a:rPr>
              <a:t>wall</a:t>
            </a:r>
            <a:r>
              <a:rPr dirty="0" sz="2700" spc="-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70">
                <a:solidFill>
                  <a:srgbClr val="2A2A2A"/>
                </a:solidFill>
                <a:latin typeface="Lucida Sans Unicode"/>
                <a:cs typeface="Lucida Sans Unicode"/>
              </a:rPr>
              <a:t>teichoic</a:t>
            </a:r>
            <a:r>
              <a:rPr dirty="0" sz="2700" spc="-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30">
                <a:solidFill>
                  <a:srgbClr val="2A2A2A"/>
                </a:solidFill>
                <a:latin typeface="Lucida Sans Unicode"/>
                <a:cs typeface="Lucida Sans Unicode"/>
              </a:rPr>
              <a:t>acids</a:t>
            </a:r>
            <a:r>
              <a:rPr dirty="0" sz="2700" spc="-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70">
                <a:solidFill>
                  <a:srgbClr val="2A2A2A"/>
                </a:solidFill>
                <a:latin typeface="Lucida Sans Unicode"/>
                <a:cs typeface="Lucida Sans Unicode"/>
              </a:rPr>
              <a:t>(WTA).</a:t>
            </a:r>
            <a:endParaRPr sz="2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2700" spc="105">
                <a:solidFill>
                  <a:srgbClr val="2A2A2A"/>
                </a:solidFill>
                <a:latin typeface="Lucida Sans Unicode"/>
                <a:cs typeface="Lucida Sans Unicode"/>
              </a:rPr>
              <a:t>Reason</a:t>
            </a:r>
            <a:r>
              <a:rPr dirty="0" sz="2700" spc="-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275">
                <a:solidFill>
                  <a:srgbClr val="2A2A2A"/>
                </a:solidFill>
                <a:latin typeface="Lucida Sans Unicode"/>
                <a:cs typeface="Lucida Sans Unicode"/>
              </a:rPr>
              <a:t>:</a:t>
            </a:r>
            <a:r>
              <a:rPr dirty="0" sz="2700" spc="-8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65">
                <a:solidFill>
                  <a:srgbClr val="2A2A2A"/>
                </a:solidFill>
                <a:latin typeface="Lucida Sans Unicode"/>
                <a:cs typeface="Lucida Sans Unicode"/>
              </a:rPr>
              <a:t>present</a:t>
            </a:r>
            <a:r>
              <a:rPr dirty="0" sz="2700" spc="-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Only</a:t>
            </a:r>
            <a:r>
              <a:rPr dirty="0" sz="2700" spc="-8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in</a:t>
            </a:r>
            <a:r>
              <a:rPr dirty="0" sz="2700" spc="-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20">
                <a:solidFill>
                  <a:srgbClr val="2A2A2A"/>
                </a:solidFill>
                <a:latin typeface="Lucida Sans Unicode"/>
                <a:cs typeface="Lucida Sans Unicode"/>
              </a:rPr>
              <a:t>Gram-</a:t>
            </a:r>
            <a:r>
              <a:rPr dirty="0" sz="2700">
                <a:solidFill>
                  <a:srgbClr val="2A2A2A"/>
                </a:solidFill>
                <a:latin typeface="Lucida Sans Unicode"/>
                <a:cs typeface="Lucida Sans Unicode"/>
              </a:rPr>
              <a:t>positive</a:t>
            </a:r>
            <a:r>
              <a:rPr dirty="0" sz="2700" spc="-8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30">
                <a:solidFill>
                  <a:srgbClr val="2A2A2A"/>
                </a:solidFill>
                <a:latin typeface="Lucida Sans Unicode"/>
                <a:cs typeface="Lucida Sans Unicode"/>
              </a:rPr>
              <a:t>bacteria</a:t>
            </a:r>
            <a:r>
              <a:rPr dirty="0" sz="2700" spc="-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315">
                <a:solidFill>
                  <a:srgbClr val="2A2A2A"/>
                </a:solidFill>
                <a:latin typeface="Lucida Sans Unicode"/>
                <a:cs typeface="Lucida Sans Unicode"/>
              </a:rPr>
              <a:t>,</a:t>
            </a:r>
            <a:r>
              <a:rPr dirty="0" sz="2700" spc="-8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00">
                <a:solidFill>
                  <a:srgbClr val="2A2A2A"/>
                </a:solidFill>
                <a:latin typeface="Lucida Sans Unicode"/>
                <a:cs typeface="Lucida Sans Unicode"/>
              </a:rPr>
              <a:t>surface</a:t>
            </a:r>
            <a:r>
              <a:rPr dirty="0" sz="2700" spc="-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55">
                <a:solidFill>
                  <a:srgbClr val="2A2A2A"/>
                </a:solidFill>
                <a:latin typeface="Lucida Sans Unicode"/>
                <a:cs typeface="Lucida Sans Unicode"/>
              </a:rPr>
              <a:t>accessibility</a:t>
            </a:r>
            <a:endParaRPr sz="2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4265" y="4584487"/>
            <a:ext cx="6173699" cy="38594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1973" y="244093"/>
            <a:ext cx="929830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25">
                <a:latin typeface="Tahoma"/>
                <a:cs typeface="Tahoma"/>
              </a:rPr>
              <a:t>SERS</a:t>
            </a:r>
            <a:r>
              <a:rPr dirty="0" sz="4800" spc="-320">
                <a:latin typeface="Tahoma"/>
                <a:cs typeface="Tahoma"/>
              </a:rPr>
              <a:t> </a:t>
            </a:r>
            <a:r>
              <a:rPr dirty="0" sz="4800" spc="-80">
                <a:latin typeface="Tahoma"/>
                <a:cs typeface="Tahoma"/>
              </a:rPr>
              <a:t>N6fiobiosefisor:</a:t>
            </a:r>
            <a:r>
              <a:rPr dirty="0" sz="4800" spc="-320">
                <a:latin typeface="Tahoma"/>
                <a:cs typeface="Tahoma"/>
              </a:rPr>
              <a:t> </a:t>
            </a:r>
            <a:r>
              <a:rPr dirty="0" sz="4800" spc="-30">
                <a:latin typeface="Tahoma"/>
                <a:cs typeface="Tahoma"/>
              </a:rPr>
              <a:t>Overview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71973" y="1374453"/>
            <a:ext cx="17028795" cy="5406390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737870" indent="-265430">
              <a:lnSpc>
                <a:spcPct val="100000"/>
              </a:lnSpc>
              <a:spcBef>
                <a:spcPts val="630"/>
              </a:spcBef>
              <a:buChar char="•"/>
              <a:tabLst>
                <a:tab pos="737870" algn="l"/>
              </a:tabLst>
            </a:pP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SERS</a:t>
            </a:r>
            <a:r>
              <a:rPr dirty="0" sz="305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-200">
                <a:solidFill>
                  <a:srgbClr val="2A2A2A"/>
                </a:solidFill>
                <a:latin typeface="Lucida Sans Unicode"/>
                <a:cs typeface="Lucida Sans Unicode"/>
              </a:rPr>
              <a:t>=</a:t>
            </a:r>
            <a:r>
              <a:rPr dirty="0" sz="3050" spc="-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100">
                <a:solidFill>
                  <a:srgbClr val="2A2A2A"/>
                </a:solidFill>
                <a:latin typeface="Lucida Sans Unicode"/>
                <a:cs typeface="Lucida Sans Unicode"/>
              </a:rPr>
              <a:t>Surface-</a:t>
            </a:r>
            <a:r>
              <a:rPr dirty="0" sz="3050" spc="145">
                <a:solidFill>
                  <a:srgbClr val="2A2A2A"/>
                </a:solidFill>
                <a:latin typeface="Lucida Sans Unicode"/>
                <a:cs typeface="Lucida Sans Unicode"/>
              </a:rPr>
              <a:t>Enhanced</a:t>
            </a:r>
            <a:r>
              <a:rPr dirty="0" sz="3050" spc="-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215">
                <a:solidFill>
                  <a:srgbClr val="2A2A2A"/>
                </a:solidFill>
                <a:latin typeface="Lucida Sans Unicode"/>
                <a:cs typeface="Lucida Sans Unicode"/>
              </a:rPr>
              <a:t>Raman</a:t>
            </a:r>
            <a:r>
              <a:rPr dirty="0" sz="3050" spc="-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100">
                <a:solidFill>
                  <a:srgbClr val="2A2A2A"/>
                </a:solidFill>
                <a:latin typeface="Lucida Sans Unicode"/>
                <a:cs typeface="Lucida Sans Unicode"/>
              </a:rPr>
              <a:t>Spectroscopy;</a:t>
            </a:r>
            <a:r>
              <a:rPr dirty="0" sz="3050" spc="-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65">
                <a:solidFill>
                  <a:srgbClr val="2A2A2A"/>
                </a:solidFill>
                <a:latin typeface="Lucida Sans Unicode"/>
                <a:cs typeface="Lucida Sans Unicode"/>
              </a:rPr>
              <a:t>provides</a:t>
            </a:r>
            <a:r>
              <a:rPr dirty="0" sz="3050" spc="-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105">
                <a:solidFill>
                  <a:srgbClr val="2A2A2A"/>
                </a:solidFill>
                <a:latin typeface="Lucida Sans Unicode"/>
                <a:cs typeface="Lucida Sans Unicode"/>
              </a:rPr>
              <a:t>molecular</a:t>
            </a:r>
            <a:r>
              <a:rPr dirty="0" sz="3050" spc="-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-10">
                <a:solidFill>
                  <a:srgbClr val="2A2A2A"/>
                </a:solidFill>
                <a:latin typeface="Lucida Sans Unicode"/>
                <a:cs typeface="Lucida Sans Unicode"/>
              </a:rPr>
              <a:t>fingerprints.</a:t>
            </a:r>
            <a:endParaRPr sz="3050">
              <a:latin typeface="Lucida Sans Unicode"/>
              <a:cs typeface="Lucida Sans Unicode"/>
            </a:endParaRPr>
          </a:p>
          <a:p>
            <a:pPr marL="737870" indent="-265430">
              <a:lnSpc>
                <a:spcPct val="100000"/>
              </a:lnSpc>
              <a:spcBef>
                <a:spcPts val="540"/>
              </a:spcBef>
              <a:buChar char="•"/>
              <a:tabLst>
                <a:tab pos="737870" algn="l"/>
              </a:tabLst>
            </a:pPr>
            <a:r>
              <a:rPr dirty="0" sz="3050" spc="114">
                <a:solidFill>
                  <a:srgbClr val="2A2A2A"/>
                </a:solidFill>
                <a:latin typeface="Lucida Sans Unicode"/>
                <a:cs typeface="Lucida Sans Unicode"/>
              </a:rPr>
              <a:t>Plasmonic</a:t>
            </a:r>
            <a:r>
              <a:rPr dirty="0" sz="305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75">
                <a:solidFill>
                  <a:srgbClr val="2A2A2A"/>
                </a:solidFill>
                <a:latin typeface="Lucida Sans Unicode"/>
                <a:cs typeface="Lucida Sans Unicode"/>
              </a:rPr>
              <a:t>nanostructures</a:t>
            </a:r>
            <a:r>
              <a:rPr dirty="0" sz="3050" spc="-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120">
                <a:solidFill>
                  <a:srgbClr val="2A2A2A"/>
                </a:solidFill>
                <a:latin typeface="Lucida Sans Unicode"/>
                <a:cs typeface="Lucida Sans Unicode"/>
              </a:rPr>
              <a:t>(Ag/Au)</a:t>
            </a:r>
            <a:r>
              <a:rPr dirty="0" sz="305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160">
                <a:solidFill>
                  <a:srgbClr val="2A2A2A"/>
                </a:solidFill>
                <a:latin typeface="Lucida Sans Unicode"/>
                <a:cs typeface="Lucida Sans Unicode"/>
              </a:rPr>
              <a:t>create</a:t>
            </a:r>
            <a:r>
              <a:rPr dirty="0" sz="3050" spc="-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strong</a:t>
            </a:r>
            <a:r>
              <a:rPr dirty="0" sz="305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100">
                <a:solidFill>
                  <a:srgbClr val="2A2A2A"/>
                </a:solidFill>
                <a:latin typeface="Lucida Sans Unicode"/>
                <a:cs typeface="Lucida Sans Unicode"/>
              </a:rPr>
              <a:t>local</a:t>
            </a:r>
            <a:r>
              <a:rPr dirty="0" sz="3050" spc="-9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fields</a:t>
            </a:r>
            <a:r>
              <a:rPr dirty="0" sz="3050" spc="-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75">
                <a:solidFill>
                  <a:srgbClr val="2A2A2A"/>
                </a:solidFill>
                <a:latin typeface="Lucida Sans Unicode"/>
                <a:cs typeface="Lucida Sans Unicode"/>
              </a:rPr>
              <a:t>(hotspots).</a:t>
            </a:r>
            <a:endParaRPr sz="3050">
              <a:latin typeface="Lucida Sans Unicode"/>
              <a:cs typeface="Lucida Sans Unicode"/>
            </a:endParaRPr>
          </a:p>
          <a:p>
            <a:pPr marL="737870" indent="-265430">
              <a:lnSpc>
                <a:spcPct val="100000"/>
              </a:lnSpc>
              <a:spcBef>
                <a:spcPts val="545"/>
              </a:spcBef>
              <a:buChar char="•"/>
              <a:tabLst>
                <a:tab pos="737870" algn="l"/>
              </a:tabLst>
            </a:pPr>
            <a:r>
              <a:rPr dirty="0" sz="3050" spc="130">
                <a:solidFill>
                  <a:srgbClr val="2A2A2A"/>
                </a:solidFill>
                <a:latin typeface="Lucida Sans Unicode"/>
                <a:cs typeface="Lucida Sans Unicode"/>
              </a:rPr>
              <a:t>Combine</a:t>
            </a:r>
            <a:r>
              <a:rPr dirty="0" sz="3050" spc="-10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SERS</a:t>
            </a:r>
            <a:r>
              <a:rPr dirty="0" sz="3050" spc="-1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80">
                <a:solidFill>
                  <a:srgbClr val="2A2A2A"/>
                </a:solidFill>
                <a:latin typeface="Lucida Sans Unicode"/>
                <a:cs typeface="Lucida Sans Unicode"/>
              </a:rPr>
              <a:t>substrate</a:t>
            </a:r>
            <a:r>
              <a:rPr dirty="0" sz="3050" spc="-1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with</a:t>
            </a:r>
            <a:r>
              <a:rPr dirty="0" sz="3050" spc="-1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140">
                <a:solidFill>
                  <a:srgbClr val="2A2A2A"/>
                </a:solidFill>
                <a:latin typeface="Lucida Sans Unicode"/>
                <a:cs typeface="Lucida Sans Unicode"/>
              </a:rPr>
              <a:t>capture</a:t>
            </a:r>
            <a:r>
              <a:rPr dirty="0" sz="3050" spc="-1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90">
                <a:solidFill>
                  <a:srgbClr val="2A2A2A"/>
                </a:solidFill>
                <a:latin typeface="Lucida Sans Unicode"/>
                <a:cs typeface="Lucida Sans Unicode"/>
              </a:rPr>
              <a:t>probes</a:t>
            </a:r>
            <a:r>
              <a:rPr dirty="0" sz="3050" spc="-1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130">
                <a:solidFill>
                  <a:srgbClr val="2A2A2A"/>
                </a:solidFill>
                <a:latin typeface="Lucida Sans Unicode"/>
                <a:cs typeface="Lucida Sans Unicode"/>
              </a:rPr>
              <a:t>(aptamers/antibodies)</a:t>
            </a:r>
            <a:r>
              <a:rPr dirty="0" sz="3050" spc="-10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-20">
                <a:solidFill>
                  <a:srgbClr val="2A2A2A"/>
                </a:solidFill>
                <a:latin typeface="Lucida Sans Unicode"/>
                <a:cs typeface="Lucida Sans Unicode"/>
              </a:rPr>
              <a:t>for</a:t>
            </a:r>
            <a:r>
              <a:rPr dirty="0" sz="3050" spc="-1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-10">
                <a:solidFill>
                  <a:srgbClr val="2A2A2A"/>
                </a:solidFill>
                <a:latin typeface="Lucida Sans Unicode"/>
                <a:cs typeface="Lucida Sans Unicode"/>
              </a:rPr>
              <a:t>selectivity.</a:t>
            </a:r>
            <a:endParaRPr sz="30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065"/>
              </a:spcBef>
            </a:pPr>
            <a:r>
              <a:rPr dirty="0" sz="4800" spc="-325" b="1">
                <a:solidFill>
                  <a:srgbClr val="7379A7"/>
                </a:solidFill>
                <a:latin typeface="Tahoma"/>
                <a:cs typeface="Tahoma"/>
              </a:rPr>
              <a:t>SERS</a:t>
            </a:r>
            <a:r>
              <a:rPr dirty="0" sz="4800" spc="-385" b="1">
                <a:solidFill>
                  <a:srgbClr val="7379A7"/>
                </a:solidFill>
                <a:latin typeface="Tahoma"/>
                <a:cs typeface="Tahoma"/>
              </a:rPr>
              <a:t> </a:t>
            </a:r>
            <a:r>
              <a:rPr dirty="0" sz="4800" spc="-10" b="1">
                <a:solidFill>
                  <a:srgbClr val="7379A7"/>
                </a:solidFill>
                <a:latin typeface="Tahoma"/>
                <a:cs typeface="Tahoma"/>
              </a:rPr>
              <a:t>Fufid6mefit6ls</a:t>
            </a:r>
            <a:endParaRPr sz="4800">
              <a:latin typeface="Tahoma"/>
              <a:cs typeface="Tahoma"/>
            </a:endParaRPr>
          </a:p>
          <a:p>
            <a:pPr marL="238760" marR="6992620" indent="295910">
              <a:lnSpc>
                <a:spcPct val="114799"/>
              </a:lnSpc>
              <a:spcBef>
                <a:spcPts val="3135"/>
              </a:spcBef>
              <a:buChar char="•"/>
              <a:tabLst>
                <a:tab pos="534670" algn="l"/>
              </a:tabLst>
            </a:pPr>
            <a:r>
              <a:rPr dirty="0" sz="3050" spc="215">
                <a:solidFill>
                  <a:srgbClr val="2A2A2A"/>
                </a:solidFill>
                <a:latin typeface="Lucida Sans Unicode"/>
                <a:cs typeface="Lucida Sans Unicode"/>
              </a:rPr>
              <a:t>Raman</a:t>
            </a:r>
            <a:r>
              <a:rPr dirty="0" sz="3050" spc="114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85">
                <a:solidFill>
                  <a:srgbClr val="2A2A2A"/>
                </a:solidFill>
                <a:latin typeface="Lucida Sans Unicode"/>
                <a:cs typeface="Lucida Sans Unicode"/>
              </a:rPr>
              <a:t>scattering</a:t>
            </a:r>
            <a:r>
              <a:rPr dirty="0" sz="3050" spc="1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145">
                <a:solidFill>
                  <a:srgbClr val="2A2A2A"/>
                </a:solidFill>
                <a:latin typeface="Lucida Sans Unicode"/>
                <a:cs typeface="Lucida Sans Unicode"/>
              </a:rPr>
              <a:t>measures</a:t>
            </a:r>
            <a:r>
              <a:rPr dirty="0" sz="3050" spc="114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60">
                <a:solidFill>
                  <a:srgbClr val="2A2A2A"/>
                </a:solidFill>
                <a:latin typeface="Lucida Sans Unicode"/>
                <a:cs typeface="Lucida Sans Unicode"/>
              </a:rPr>
              <a:t>vibrational</a:t>
            </a:r>
            <a:r>
              <a:rPr dirty="0" sz="3050" spc="1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95">
                <a:solidFill>
                  <a:srgbClr val="2A2A2A"/>
                </a:solidFill>
                <a:latin typeface="Lucida Sans Unicode"/>
                <a:cs typeface="Lucida Sans Unicode"/>
              </a:rPr>
              <a:t>modes; </a:t>
            </a:r>
            <a:r>
              <a:rPr dirty="0" sz="3050" spc="75">
                <a:solidFill>
                  <a:srgbClr val="2A2A2A"/>
                </a:solidFill>
                <a:latin typeface="Lucida Sans Unicode"/>
                <a:cs typeface="Lucida Sans Unicode"/>
              </a:rPr>
              <a:t>specific</a:t>
            </a:r>
            <a:r>
              <a:rPr dirty="0" sz="305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114">
                <a:solidFill>
                  <a:srgbClr val="2A2A2A"/>
                </a:solidFill>
                <a:latin typeface="Lucida Sans Unicode"/>
                <a:cs typeface="Lucida Sans Unicode"/>
              </a:rPr>
              <a:t>peaks</a:t>
            </a:r>
            <a:r>
              <a:rPr dirty="0" sz="305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-200">
                <a:solidFill>
                  <a:srgbClr val="2A2A2A"/>
                </a:solidFill>
                <a:latin typeface="Lucida Sans Unicode"/>
                <a:cs typeface="Lucida Sans Unicode"/>
              </a:rPr>
              <a:t>=</a:t>
            </a:r>
            <a:r>
              <a:rPr dirty="0" sz="305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110">
                <a:solidFill>
                  <a:srgbClr val="2A2A2A"/>
                </a:solidFill>
                <a:latin typeface="Lucida Sans Unicode"/>
                <a:cs typeface="Lucida Sans Unicode"/>
              </a:rPr>
              <a:t>molecule</a:t>
            </a:r>
            <a:r>
              <a:rPr dirty="0" sz="3050" spc="-12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-10">
                <a:solidFill>
                  <a:srgbClr val="2A2A2A"/>
                </a:solidFill>
                <a:latin typeface="Lucida Sans Unicode"/>
                <a:cs typeface="Lucida Sans Unicode"/>
              </a:rPr>
              <a:t>signature.</a:t>
            </a:r>
            <a:endParaRPr sz="3050">
              <a:latin typeface="Lucida Sans Unicode"/>
              <a:cs typeface="Lucida Sans Unicode"/>
            </a:endParaRPr>
          </a:p>
          <a:p>
            <a:pPr marL="238760" marR="6992620" indent="398145">
              <a:lnSpc>
                <a:spcPct val="114799"/>
              </a:lnSpc>
              <a:buChar char="•"/>
              <a:tabLst>
                <a:tab pos="636905" algn="l"/>
                <a:tab pos="4100195" algn="l"/>
                <a:tab pos="7121525" algn="l"/>
                <a:tab pos="8288655" algn="l"/>
              </a:tabLst>
            </a:pPr>
            <a:r>
              <a:rPr dirty="0" sz="3050" spc="90">
                <a:solidFill>
                  <a:srgbClr val="2A2A2A"/>
                </a:solidFill>
                <a:latin typeface="Lucida Sans Unicode"/>
                <a:cs typeface="Lucida Sans Unicode"/>
              </a:rPr>
              <a:t>Electromagnetic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3050" spc="155">
                <a:solidFill>
                  <a:srgbClr val="2A2A2A"/>
                </a:solidFill>
                <a:latin typeface="Lucida Sans Unicode"/>
                <a:cs typeface="Lucida Sans Unicode"/>
              </a:rPr>
              <a:t>enhancement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3050" spc="-20">
                <a:solidFill>
                  <a:srgbClr val="2A2A2A"/>
                </a:solidFill>
                <a:latin typeface="Lucida Sans Unicode"/>
                <a:cs typeface="Lucida Sans Unicode"/>
              </a:rPr>
              <a:t>from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3050" spc="120">
                <a:solidFill>
                  <a:srgbClr val="2A2A2A"/>
                </a:solidFill>
                <a:latin typeface="Lucida Sans Unicode"/>
                <a:cs typeface="Lucida Sans Unicode"/>
              </a:rPr>
              <a:t>plasmon </a:t>
            </a:r>
            <a:r>
              <a:rPr dirty="0" sz="3050" spc="140">
                <a:solidFill>
                  <a:srgbClr val="2A2A2A"/>
                </a:solidFill>
                <a:latin typeface="Lucida Sans Unicode"/>
                <a:cs typeface="Lucida Sans Unicode"/>
              </a:rPr>
              <a:t>resonance</a:t>
            </a:r>
            <a:r>
              <a:rPr dirty="0" sz="3050" spc="-13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050" spc="-10">
                <a:solidFill>
                  <a:srgbClr val="2A2A2A"/>
                </a:solidFill>
                <a:latin typeface="Lucida Sans Unicode"/>
                <a:cs typeface="Lucida Sans Unicode"/>
              </a:rPr>
              <a:t>scales..</a:t>
            </a:r>
            <a:endParaRPr sz="305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570351" y="6755380"/>
            <a:ext cx="6842125" cy="10928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19785" marR="5080" indent="-807720">
              <a:lnSpc>
                <a:spcPct val="114799"/>
              </a:lnSpc>
              <a:spcBef>
                <a:spcPts val="90"/>
              </a:spcBef>
              <a:tabLst>
                <a:tab pos="2926080" algn="l"/>
                <a:tab pos="4289425" algn="l"/>
                <a:tab pos="4908550" algn="l"/>
                <a:tab pos="5464175" algn="l"/>
              </a:tabLst>
            </a:pPr>
            <a:r>
              <a:rPr dirty="0" sz="3050" spc="204">
                <a:solidFill>
                  <a:srgbClr val="2A2A2A"/>
                </a:solidFill>
                <a:latin typeface="Lucida Sans Unicode"/>
                <a:cs typeface="Lucida Sans Unicode"/>
              </a:rPr>
              <a:t>(nanogaps)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3050" spc="75">
                <a:solidFill>
                  <a:srgbClr val="2A2A2A"/>
                </a:solidFill>
                <a:latin typeface="Lucida Sans Unicode"/>
                <a:cs typeface="Lucida Sans Unicode"/>
              </a:rPr>
              <a:t>give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3050" spc="55">
                <a:solidFill>
                  <a:srgbClr val="2A2A2A"/>
                </a:solidFill>
                <a:latin typeface="Lucida Sans Unicode"/>
                <a:cs typeface="Lucida Sans Unicode"/>
              </a:rPr>
              <a:t>the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3050" spc="65">
                <a:solidFill>
                  <a:srgbClr val="2A2A2A"/>
                </a:solidFill>
                <a:latin typeface="Lucida Sans Unicode"/>
                <a:cs typeface="Lucida Sans Unicode"/>
              </a:rPr>
              <a:t>largest 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single-</a:t>
            </a:r>
            <a:r>
              <a:rPr dirty="0" sz="3050" spc="100">
                <a:solidFill>
                  <a:srgbClr val="2A2A2A"/>
                </a:solidFill>
                <a:latin typeface="Lucida Sans Unicode"/>
                <a:cs typeface="Lucida Sans Unicode"/>
              </a:rPr>
              <a:t>molecule</a:t>
            </a:r>
            <a:r>
              <a:rPr dirty="0" sz="3050">
                <a:solidFill>
                  <a:srgbClr val="2A2A2A"/>
                </a:solidFill>
                <a:latin typeface="Lucida Sans Unicode"/>
                <a:cs typeface="Lucida Sans Unicode"/>
              </a:rPr>
              <a:t>		</a:t>
            </a:r>
            <a:r>
              <a:rPr dirty="0" sz="3050" spc="-10">
                <a:solidFill>
                  <a:srgbClr val="2A2A2A"/>
                </a:solidFill>
                <a:latin typeface="Lucida Sans Unicode"/>
                <a:cs typeface="Lucida Sans Unicode"/>
              </a:rPr>
              <a:t>sensitivity</a:t>
            </a:r>
            <a:endParaRPr sz="305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8187" y="6755380"/>
            <a:ext cx="2914015" cy="16262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699135">
              <a:lnSpc>
                <a:spcPct val="114799"/>
              </a:lnSpc>
              <a:spcBef>
                <a:spcPts val="90"/>
              </a:spcBef>
              <a:buChar char="•"/>
              <a:tabLst>
                <a:tab pos="711835" algn="l"/>
              </a:tabLst>
            </a:pPr>
            <a:r>
              <a:rPr dirty="0" sz="3050" spc="-10">
                <a:solidFill>
                  <a:srgbClr val="2A2A2A"/>
                </a:solidFill>
                <a:latin typeface="Lucida Sans Unicode"/>
                <a:cs typeface="Lucida Sans Unicode"/>
              </a:rPr>
              <a:t>Hotspots </a:t>
            </a:r>
            <a:r>
              <a:rPr dirty="0" sz="3050" spc="130">
                <a:solidFill>
                  <a:srgbClr val="2A2A2A"/>
                </a:solidFill>
                <a:latin typeface="Lucida Sans Unicode"/>
                <a:cs typeface="Lucida Sans Unicode"/>
              </a:rPr>
              <a:t>enhancement; </a:t>
            </a:r>
            <a:r>
              <a:rPr dirty="0" sz="3050" spc="-10">
                <a:solidFill>
                  <a:srgbClr val="2A2A2A"/>
                </a:solidFill>
                <a:latin typeface="Lucida Sans Unicode"/>
                <a:cs typeface="Lucida Sans Unicode"/>
              </a:rPr>
              <a:t>possible.</a:t>
            </a:r>
            <a:endParaRPr sz="30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7959125"/>
            <a:ext cx="97790" cy="173355"/>
          </a:xfrm>
          <a:custGeom>
            <a:avLst/>
            <a:gdLst/>
            <a:ahLst/>
            <a:cxnLst/>
            <a:rect l="l" t="t" r="r" b="b"/>
            <a:pathLst>
              <a:path w="97790" h="173354">
                <a:moveTo>
                  <a:pt x="71527" y="172959"/>
                </a:moveTo>
                <a:lnTo>
                  <a:pt x="0" y="140528"/>
                </a:lnTo>
                <a:lnTo>
                  <a:pt x="0" y="0"/>
                </a:lnTo>
                <a:lnTo>
                  <a:pt x="97425" y="44993"/>
                </a:lnTo>
                <a:lnTo>
                  <a:pt x="78644" y="139111"/>
                </a:lnTo>
                <a:lnTo>
                  <a:pt x="71527" y="17295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24920" y="8121929"/>
            <a:ext cx="241935" cy="229235"/>
          </a:xfrm>
          <a:custGeom>
            <a:avLst/>
            <a:gdLst/>
            <a:ahLst/>
            <a:cxnLst/>
            <a:rect l="l" t="t" r="r" b="b"/>
            <a:pathLst>
              <a:path w="241934" h="229234">
                <a:moveTo>
                  <a:pt x="217339" y="229019"/>
                </a:moveTo>
                <a:lnTo>
                  <a:pt x="0" y="126950"/>
                </a:lnTo>
                <a:lnTo>
                  <a:pt x="24882" y="0"/>
                </a:lnTo>
                <a:lnTo>
                  <a:pt x="25390" y="0"/>
                </a:lnTo>
                <a:lnTo>
                  <a:pt x="241714" y="103083"/>
                </a:lnTo>
                <a:lnTo>
                  <a:pt x="217339" y="22901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95654" y="8346885"/>
            <a:ext cx="240665" cy="229235"/>
          </a:xfrm>
          <a:custGeom>
            <a:avLst/>
            <a:gdLst/>
            <a:ahLst/>
            <a:cxnLst/>
            <a:rect l="l" t="t" r="r" b="b"/>
            <a:pathLst>
              <a:path w="240665" h="229234">
                <a:moveTo>
                  <a:pt x="217339" y="229019"/>
                </a:moveTo>
                <a:lnTo>
                  <a:pt x="0" y="124919"/>
                </a:lnTo>
                <a:lnTo>
                  <a:pt x="23358" y="0"/>
                </a:lnTo>
                <a:lnTo>
                  <a:pt x="23866" y="0"/>
                </a:lnTo>
                <a:lnTo>
                  <a:pt x="240190" y="104607"/>
                </a:lnTo>
                <a:lnTo>
                  <a:pt x="217339" y="22901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266387" y="8573873"/>
            <a:ext cx="239395" cy="226695"/>
          </a:xfrm>
          <a:custGeom>
            <a:avLst/>
            <a:gdLst/>
            <a:ahLst/>
            <a:cxnLst/>
            <a:rect l="l" t="t" r="r" b="b"/>
            <a:pathLst>
              <a:path w="239394" h="226695">
                <a:moveTo>
                  <a:pt x="217339" y="226480"/>
                </a:moveTo>
                <a:lnTo>
                  <a:pt x="0" y="123396"/>
                </a:lnTo>
                <a:lnTo>
                  <a:pt x="22343" y="0"/>
                </a:lnTo>
                <a:lnTo>
                  <a:pt x="22850" y="0"/>
                </a:lnTo>
                <a:lnTo>
                  <a:pt x="239174" y="103591"/>
                </a:lnTo>
                <a:lnTo>
                  <a:pt x="217339" y="22648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737119" y="8796797"/>
            <a:ext cx="238125" cy="222250"/>
          </a:xfrm>
          <a:custGeom>
            <a:avLst/>
            <a:gdLst/>
            <a:ahLst/>
            <a:cxnLst/>
            <a:rect l="l" t="t" r="r" b="b"/>
            <a:pathLst>
              <a:path w="238125" h="222250">
                <a:moveTo>
                  <a:pt x="217339" y="221910"/>
                </a:moveTo>
                <a:lnTo>
                  <a:pt x="0" y="122380"/>
                </a:lnTo>
                <a:lnTo>
                  <a:pt x="20820" y="0"/>
                </a:lnTo>
                <a:lnTo>
                  <a:pt x="21327" y="0"/>
                </a:lnTo>
                <a:lnTo>
                  <a:pt x="237651" y="100037"/>
                </a:lnTo>
                <a:lnTo>
                  <a:pt x="217339" y="22191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7852" y="9010583"/>
            <a:ext cx="236128" cy="2148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8077" y="9208118"/>
            <a:ext cx="235112" cy="20566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49317" y="9384326"/>
            <a:ext cx="233589" cy="19398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19543" y="9532097"/>
            <a:ext cx="232573" cy="180777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90276" y="9645844"/>
            <a:ext cx="231050" cy="16605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61008" y="9719983"/>
            <a:ext cx="229526" cy="14878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31742" y="9743850"/>
            <a:ext cx="228511" cy="137098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502475" y="9699163"/>
            <a:ext cx="226987" cy="15741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973207" y="9609790"/>
            <a:ext cx="225464" cy="17570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443433" y="9483855"/>
            <a:ext cx="224448" cy="191949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914674" y="9325420"/>
            <a:ext cx="222925" cy="205660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384899" y="9141089"/>
            <a:ext cx="221909" cy="217847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855632" y="8937459"/>
            <a:ext cx="220386" cy="227496"/>
          </a:xfrm>
          <a:prstGeom prst="rect">
            <a:avLst/>
          </a:prstGeom>
        </p:spPr>
      </p:pic>
      <p:sp>
        <p:nvSpPr>
          <p:cNvPr id="20" name="object 20" descr=""/>
          <p:cNvSpPr/>
          <p:nvPr/>
        </p:nvSpPr>
        <p:spPr>
          <a:xfrm>
            <a:off x="8326365" y="8719612"/>
            <a:ext cx="219075" cy="234950"/>
          </a:xfrm>
          <a:custGeom>
            <a:avLst/>
            <a:gdLst/>
            <a:ahLst/>
            <a:cxnLst/>
            <a:rect l="l" t="t" r="r" b="b"/>
            <a:pathLst>
              <a:path w="219075" h="234950">
                <a:moveTo>
                  <a:pt x="0" y="234605"/>
                </a:moveTo>
                <a:lnTo>
                  <a:pt x="2539" y="101560"/>
                </a:lnTo>
                <a:lnTo>
                  <a:pt x="171551" y="22505"/>
                </a:lnTo>
                <a:lnTo>
                  <a:pt x="218862" y="0"/>
                </a:lnTo>
                <a:lnTo>
                  <a:pt x="217339" y="133552"/>
                </a:lnTo>
                <a:lnTo>
                  <a:pt x="0" y="23460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8797605" y="8494148"/>
            <a:ext cx="217804" cy="238760"/>
          </a:xfrm>
          <a:custGeom>
            <a:avLst/>
            <a:gdLst/>
            <a:ahLst/>
            <a:cxnLst/>
            <a:rect l="l" t="t" r="r" b="b"/>
            <a:pathLst>
              <a:path w="217804" h="238759">
                <a:moveTo>
                  <a:pt x="0" y="238667"/>
                </a:moveTo>
                <a:lnTo>
                  <a:pt x="1015" y="104607"/>
                </a:lnTo>
                <a:lnTo>
                  <a:pt x="217338" y="0"/>
                </a:lnTo>
                <a:lnTo>
                  <a:pt x="217338" y="135075"/>
                </a:lnTo>
                <a:lnTo>
                  <a:pt x="0" y="23866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9267830" y="8267160"/>
            <a:ext cx="217804" cy="240665"/>
          </a:xfrm>
          <a:custGeom>
            <a:avLst/>
            <a:gdLst/>
            <a:ahLst/>
            <a:cxnLst/>
            <a:rect l="l" t="t" r="r" b="b"/>
            <a:pathLst>
              <a:path w="217804" h="240665">
                <a:moveTo>
                  <a:pt x="0" y="240190"/>
                </a:moveTo>
                <a:lnTo>
                  <a:pt x="0" y="104099"/>
                </a:lnTo>
                <a:lnTo>
                  <a:pt x="1" y="104607"/>
                </a:lnTo>
                <a:lnTo>
                  <a:pt x="216324" y="0"/>
                </a:lnTo>
                <a:lnTo>
                  <a:pt x="217339" y="136598"/>
                </a:lnTo>
                <a:lnTo>
                  <a:pt x="0" y="24019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9737041" y="8044743"/>
            <a:ext cx="219075" cy="240029"/>
          </a:xfrm>
          <a:custGeom>
            <a:avLst/>
            <a:gdLst/>
            <a:ahLst/>
            <a:cxnLst/>
            <a:rect l="l" t="t" r="r" b="b"/>
            <a:pathLst>
              <a:path w="219075" h="240029">
                <a:moveTo>
                  <a:pt x="1523" y="239682"/>
                </a:moveTo>
                <a:lnTo>
                  <a:pt x="0" y="101560"/>
                </a:lnTo>
                <a:lnTo>
                  <a:pt x="216324" y="0"/>
                </a:lnTo>
                <a:lnTo>
                  <a:pt x="218862" y="138630"/>
                </a:lnTo>
                <a:lnTo>
                  <a:pt x="1523" y="23968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object 24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205743" y="7832989"/>
            <a:ext cx="220386" cy="235112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675460" y="7636978"/>
            <a:ext cx="221909" cy="228511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44670" y="7463816"/>
            <a:ext cx="222924" cy="217847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613878" y="7320109"/>
            <a:ext cx="224449" cy="204136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2083622" y="7209407"/>
            <a:ext cx="225437" cy="187379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2552806" y="7140854"/>
            <a:ext cx="226987" cy="167067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3022016" y="7118511"/>
            <a:ext cx="228511" cy="143200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3491734" y="7118003"/>
            <a:ext cx="229526" cy="142692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3960943" y="7117495"/>
            <a:ext cx="231049" cy="145231"/>
          </a:xfrm>
          <a:prstGeom prst="rect">
            <a:avLst/>
          </a:prstGeom>
        </p:spPr>
      </p:pic>
      <p:sp>
        <p:nvSpPr>
          <p:cNvPr id="33" name="object 33" descr=""/>
          <p:cNvSpPr/>
          <p:nvPr/>
        </p:nvSpPr>
        <p:spPr>
          <a:xfrm>
            <a:off x="14430153" y="7118003"/>
            <a:ext cx="233045" cy="146050"/>
          </a:xfrm>
          <a:custGeom>
            <a:avLst/>
            <a:gdLst/>
            <a:ahLst/>
            <a:cxnLst/>
            <a:rect l="l" t="t" r="r" b="b"/>
            <a:pathLst>
              <a:path w="233044" h="146050">
                <a:moveTo>
                  <a:pt x="232573" y="145739"/>
                </a:moveTo>
                <a:lnTo>
                  <a:pt x="15233" y="145739"/>
                </a:lnTo>
                <a:lnTo>
                  <a:pt x="0" y="507"/>
                </a:lnTo>
                <a:lnTo>
                  <a:pt x="506" y="0"/>
                </a:lnTo>
                <a:lnTo>
                  <a:pt x="216831" y="0"/>
                </a:lnTo>
                <a:lnTo>
                  <a:pt x="232573" y="14573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14899360" y="7117495"/>
            <a:ext cx="233679" cy="146050"/>
          </a:xfrm>
          <a:custGeom>
            <a:avLst/>
            <a:gdLst/>
            <a:ahLst/>
            <a:cxnLst/>
            <a:rect l="l" t="t" r="r" b="b"/>
            <a:pathLst>
              <a:path w="233680" h="146050">
                <a:moveTo>
                  <a:pt x="233589" y="145739"/>
                </a:moveTo>
                <a:lnTo>
                  <a:pt x="16250" y="145739"/>
                </a:lnTo>
                <a:lnTo>
                  <a:pt x="0" y="0"/>
                </a:lnTo>
                <a:lnTo>
                  <a:pt x="508" y="507"/>
                </a:lnTo>
                <a:lnTo>
                  <a:pt x="216832" y="507"/>
                </a:lnTo>
                <a:lnTo>
                  <a:pt x="233589" y="14573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15368570" y="7118003"/>
            <a:ext cx="235585" cy="144780"/>
          </a:xfrm>
          <a:custGeom>
            <a:avLst/>
            <a:gdLst/>
            <a:ahLst/>
            <a:cxnLst/>
            <a:rect l="l" t="t" r="r" b="b"/>
            <a:pathLst>
              <a:path w="235584" h="144779">
                <a:moveTo>
                  <a:pt x="17773" y="144723"/>
                </a:moveTo>
                <a:lnTo>
                  <a:pt x="0" y="0"/>
                </a:lnTo>
                <a:lnTo>
                  <a:pt x="508" y="0"/>
                </a:lnTo>
                <a:lnTo>
                  <a:pt x="216832" y="0"/>
                </a:lnTo>
                <a:lnTo>
                  <a:pt x="235113" y="144215"/>
                </a:lnTo>
                <a:lnTo>
                  <a:pt x="17773" y="14472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6" name="object 36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5838797" y="7118003"/>
            <a:ext cx="236127" cy="143200"/>
          </a:xfrm>
          <a:prstGeom prst="rect">
            <a:avLst/>
          </a:prstGeom>
        </p:spPr>
      </p:pic>
      <p:sp>
        <p:nvSpPr>
          <p:cNvPr id="37" name="object 37" descr=""/>
          <p:cNvSpPr/>
          <p:nvPr/>
        </p:nvSpPr>
        <p:spPr>
          <a:xfrm>
            <a:off x="16307499" y="7117495"/>
            <a:ext cx="238125" cy="140970"/>
          </a:xfrm>
          <a:custGeom>
            <a:avLst/>
            <a:gdLst/>
            <a:ahLst/>
            <a:cxnLst/>
            <a:rect l="l" t="t" r="r" b="b"/>
            <a:pathLst>
              <a:path w="238125" h="140970">
                <a:moveTo>
                  <a:pt x="20311" y="140661"/>
                </a:moveTo>
                <a:lnTo>
                  <a:pt x="0" y="0"/>
                </a:lnTo>
                <a:lnTo>
                  <a:pt x="506" y="507"/>
                </a:lnTo>
                <a:lnTo>
                  <a:pt x="216830" y="507"/>
                </a:lnTo>
                <a:lnTo>
                  <a:pt x="237651" y="139645"/>
                </a:lnTo>
                <a:lnTo>
                  <a:pt x="20311" y="14066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16776707" y="7118003"/>
            <a:ext cx="239395" cy="138430"/>
          </a:xfrm>
          <a:custGeom>
            <a:avLst/>
            <a:gdLst/>
            <a:ahLst/>
            <a:cxnLst/>
            <a:rect l="l" t="t" r="r" b="b"/>
            <a:pathLst>
              <a:path w="239394" h="138429">
                <a:moveTo>
                  <a:pt x="21835" y="138122"/>
                </a:moveTo>
                <a:lnTo>
                  <a:pt x="0" y="507"/>
                </a:lnTo>
                <a:lnTo>
                  <a:pt x="506" y="0"/>
                </a:lnTo>
                <a:lnTo>
                  <a:pt x="216830" y="0"/>
                </a:lnTo>
                <a:lnTo>
                  <a:pt x="239174" y="136598"/>
                </a:lnTo>
                <a:lnTo>
                  <a:pt x="21835" y="13812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17245914" y="7118003"/>
            <a:ext cx="240665" cy="135255"/>
          </a:xfrm>
          <a:custGeom>
            <a:avLst/>
            <a:gdLst/>
            <a:ahLst/>
            <a:cxnLst/>
            <a:rect l="l" t="t" r="r" b="b"/>
            <a:pathLst>
              <a:path w="240665" h="135254">
                <a:moveTo>
                  <a:pt x="22851" y="135075"/>
                </a:moveTo>
                <a:lnTo>
                  <a:pt x="0" y="507"/>
                </a:lnTo>
                <a:lnTo>
                  <a:pt x="508" y="0"/>
                </a:lnTo>
                <a:lnTo>
                  <a:pt x="216832" y="0"/>
                </a:lnTo>
                <a:lnTo>
                  <a:pt x="240191" y="133551"/>
                </a:lnTo>
                <a:lnTo>
                  <a:pt x="22851" y="13507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17715633" y="7118003"/>
            <a:ext cx="241935" cy="132080"/>
          </a:xfrm>
          <a:custGeom>
            <a:avLst/>
            <a:gdLst/>
            <a:ahLst/>
            <a:cxnLst/>
            <a:rect l="l" t="t" r="r" b="b"/>
            <a:pathLst>
              <a:path w="241934" h="132079">
                <a:moveTo>
                  <a:pt x="24375" y="132028"/>
                </a:moveTo>
                <a:lnTo>
                  <a:pt x="0" y="507"/>
                </a:lnTo>
                <a:lnTo>
                  <a:pt x="508" y="0"/>
                </a:lnTo>
                <a:lnTo>
                  <a:pt x="216832" y="0"/>
                </a:lnTo>
                <a:lnTo>
                  <a:pt x="241714" y="130505"/>
                </a:lnTo>
                <a:lnTo>
                  <a:pt x="24375" y="13202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1" name="object 41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8185643" y="7119018"/>
            <a:ext cx="102354" cy="126443"/>
          </a:xfrm>
          <a:prstGeom prst="rect">
            <a:avLst/>
          </a:prstGeom>
        </p:spPr>
      </p:pic>
      <p:sp>
        <p:nvSpPr>
          <p:cNvPr id="42" name="object 42" descr=""/>
          <p:cNvSpPr/>
          <p:nvPr/>
        </p:nvSpPr>
        <p:spPr>
          <a:xfrm>
            <a:off x="0" y="8259229"/>
            <a:ext cx="41910" cy="140970"/>
          </a:xfrm>
          <a:custGeom>
            <a:avLst/>
            <a:gdLst/>
            <a:ahLst/>
            <a:cxnLst/>
            <a:rect l="l" t="t" r="r" b="b"/>
            <a:pathLst>
              <a:path w="41910" h="140970">
                <a:moveTo>
                  <a:pt x="15669" y="140468"/>
                </a:moveTo>
                <a:lnTo>
                  <a:pt x="0" y="133629"/>
                </a:lnTo>
                <a:lnTo>
                  <a:pt x="0" y="0"/>
                </a:lnTo>
                <a:lnTo>
                  <a:pt x="41567" y="18595"/>
                </a:lnTo>
                <a:lnTo>
                  <a:pt x="15669" y="14046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3" name="object 43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71093" y="8393095"/>
            <a:ext cx="242729" cy="218863"/>
          </a:xfrm>
          <a:prstGeom prst="rect">
            <a:avLst/>
          </a:prstGeom>
        </p:spPr>
      </p:pic>
      <p:sp>
        <p:nvSpPr>
          <p:cNvPr id="44" name="object 44" descr=""/>
          <p:cNvSpPr/>
          <p:nvPr/>
        </p:nvSpPr>
        <p:spPr>
          <a:xfrm>
            <a:off x="744365" y="8612974"/>
            <a:ext cx="241935" cy="218440"/>
          </a:xfrm>
          <a:custGeom>
            <a:avLst/>
            <a:gdLst/>
            <a:ahLst/>
            <a:cxnLst/>
            <a:rect l="l" t="t" r="r" b="b"/>
            <a:pathLst>
              <a:path w="241934" h="218440">
                <a:moveTo>
                  <a:pt x="218355" y="217847"/>
                </a:moveTo>
                <a:lnTo>
                  <a:pt x="0" y="116794"/>
                </a:lnTo>
                <a:lnTo>
                  <a:pt x="23866" y="0"/>
                </a:lnTo>
                <a:lnTo>
                  <a:pt x="241714" y="102576"/>
                </a:lnTo>
                <a:lnTo>
                  <a:pt x="224790" y="187411"/>
                </a:lnTo>
                <a:lnTo>
                  <a:pt x="218355" y="21784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1218145" y="8835391"/>
            <a:ext cx="240665" cy="214629"/>
          </a:xfrm>
          <a:custGeom>
            <a:avLst/>
            <a:gdLst/>
            <a:ahLst/>
            <a:cxnLst/>
            <a:rect l="l" t="t" r="r" b="b"/>
            <a:pathLst>
              <a:path w="240665" h="214629">
                <a:moveTo>
                  <a:pt x="218355" y="214292"/>
                </a:moveTo>
                <a:lnTo>
                  <a:pt x="0" y="113748"/>
                </a:lnTo>
                <a:lnTo>
                  <a:pt x="16495" y="31198"/>
                </a:lnTo>
                <a:lnTo>
                  <a:pt x="22343" y="0"/>
                </a:lnTo>
                <a:lnTo>
                  <a:pt x="240190" y="102068"/>
                </a:lnTo>
                <a:lnTo>
                  <a:pt x="218355" y="21429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object 46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691417" y="9054762"/>
            <a:ext cx="239175" cy="208199"/>
          </a:xfrm>
          <a:prstGeom prst="rect">
            <a:avLst/>
          </a:prstGeom>
        </p:spPr>
      </p:pic>
      <p:pic>
        <p:nvPicPr>
          <p:cNvPr id="47" name="object 47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165197" y="9266008"/>
            <a:ext cx="237651" cy="200581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638976" y="9462020"/>
            <a:ext cx="236128" cy="189917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112248" y="9638227"/>
            <a:ext cx="235112" cy="178238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586028" y="9788028"/>
            <a:ext cx="233589" cy="165035"/>
          </a:xfrm>
          <a:prstGeom prst="rect">
            <a:avLst/>
          </a:prstGeom>
        </p:spPr>
      </p:pic>
      <p:pic>
        <p:nvPicPr>
          <p:cNvPr id="51" name="object 51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059808" y="9905838"/>
            <a:ext cx="232066" cy="149294"/>
          </a:xfrm>
          <a:prstGeom prst="rect">
            <a:avLst/>
          </a:prstGeom>
        </p:spPr>
      </p:pic>
      <p:pic>
        <p:nvPicPr>
          <p:cNvPr id="52" name="object 52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4533079" y="9985056"/>
            <a:ext cx="231050" cy="132028"/>
          </a:xfrm>
          <a:prstGeom prst="rect">
            <a:avLst/>
          </a:prstGeom>
        </p:spPr>
      </p:pic>
      <p:pic>
        <p:nvPicPr>
          <p:cNvPr id="53" name="object 53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006859" y="10017555"/>
            <a:ext cx="229526" cy="117072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5480639" y="9969822"/>
            <a:ext cx="228003" cy="139138"/>
          </a:xfrm>
          <a:prstGeom prst="rect">
            <a:avLst/>
          </a:prstGeom>
        </p:spPr>
      </p:pic>
      <p:pic>
        <p:nvPicPr>
          <p:cNvPr id="55" name="object 55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5953911" y="9880448"/>
            <a:ext cx="226987" cy="157926"/>
          </a:xfrm>
          <a:prstGeom prst="rect">
            <a:avLst/>
          </a:prstGeom>
        </p:spPr>
      </p:pic>
      <p:pic>
        <p:nvPicPr>
          <p:cNvPr id="56" name="object 56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427691" y="9754006"/>
            <a:ext cx="225464" cy="174684"/>
          </a:xfrm>
          <a:prstGeom prst="rect">
            <a:avLst/>
          </a:prstGeom>
        </p:spPr>
      </p:pic>
      <p:pic>
        <p:nvPicPr>
          <p:cNvPr id="57" name="object 57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6901470" y="9597603"/>
            <a:ext cx="223941" cy="188902"/>
          </a:xfrm>
          <a:prstGeom prst="rect">
            <a:avLst/>
          </a:prstGeom>
        </p:spPr>
      </p:pic>
      <p:pic>
        <p:nvPicPr>
          <p:cNvPr id="58" name="object 58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7374742" y="9415809"/>
            <a:ext cx="222925" cy="201596"/>
          </a:xfrm>
          <a:prstGeom prst="rect">
            <a:avLst/>
          </a:prstGeom>
        </p:spPr>
      </p:pic>
      <p:pic>
        <p:nvPicPr>
          <p:cNvPr id="59" name="object 59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7848522" y="9215735"/>
            <a:ext cx="221401" cy="212261"/>
          </a:xfrm>
          <a:prstGeom prst="rect">
            <a:avLst/>
          </a:prstGeom>
        </p:spPr>
      </p:pic>
      <p:sp>
        <p:nvSpPr>
          <p:cNvPr id="60" name="object 60" descr=""/>
          <p:cNvSpPr/>
          <p:nvPr/>
        </p:nvSpPr>
        <p:spPr>
          <a:xfrm>
            <a:off x="8322302" y="9002458"/>
            <a:ext cx="220345" cy="220979"/>
          </a:xfrm>
          <a:custGeom>
            <a:avLst/>
            <a:gdLst/>
            <a:ahLst/>
            <a:cxnLst/>
            <a:rect l="l" t="t" r="r" b="b"/>
            <a:pathLst>
              <a:path w="220345" h="220979">
                <a:moveTo>
                  <a:pt x="0" y="220386"/>
                </a:moveTo>
                <a:lnTo>
                  <a:pt x="2539" y="99528"/>
                </a:lnTo>
                <a:lnTo>
                  <a:pt x="2031" y="99529"/>
                </a:lnTo>
                <a:lnTo>
                  <a:pt x="219878" y="0"/>
                </a:lnTo>
                <a:lnTo>
                  <a:pt x="218355" y="121872"/>
                </a:lnTo>
                <a:lnTo>
                  <a:pt x="0" y="22038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1" name="object 61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8796082" y="8781056"/>
            <a:ext cx="218355" cy="225972"/>
          </a:xfrm>
          <a:prstGeom prst="rect">
            <a:avLst/>
          </a:prstGeom>
        </p:spPr>
      </p:pic>
      <p:pic>
        <p:nvPicPr>
          <p:cNvPr id="62" name="object 62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9268338" y="8558638"/>
            <a:ext cx="218862" cy="229019"/>
          </a:xfrm>
          <a:prstGeom prst="rect">
            <a:avLst/>
          </a:prstGeom>
        </p:spPr>
      </p:pic>
      <p:pic>
        <p:nvPicPr>
          <p:cNvPr id="63" name="object 63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9740594" y="8340791"/>
            <a:ext cx="220385" cy="229526"/>
          </a:xfrm>
          <a:prstGeom prst="rect">
            <a:avLst/>
          </a:prstGeom>
        </p:spPr>
      </p:pic>
      <p:sp>
        <p:nvSpPr>
          <p:cNvPr id="64" name="object 64" descr=""/>
          <p:cNvSpPr/>
          <p:nvPr/>
        </p:nvSpPr>
        <p:spPr>
          <a:xfrm>
            <a:off x="10212851" y="8132085"/>
            <a:ext cx="221615" cy="227329"/>
          </a:xfrm>
          <a:custGeom>
            <a:avLst/>
            <a:gdLst/>
            <a:ahLst/>
            <a:cxnLst/>
            <a:rect l="l" t="t" r="r" b="b"/>
            <a:pathLst>
              <a:path w="221615" h="227329">
                <a:moveTo>
                  <a:pt x="3047" y="226987"/>
                </a:moveTo>
                <a:lnTo>
                  <a:pt x="0" y="94451"/>
                </a:lnTo>
                <a:lnTo>
                  <a:pt x="128587" y="38146"/>
                </a:lnTo>
                <a:lnTo>
                  <a:pt x="217847" y="0"/>
                </a:lnTo>
                <a:lnTo>
                  <a:pt x="221402" y="134059"/>
                </a:lnTo>
                <a:lnTo>
                  <a:pt x="3047" y="22698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5" name="object 65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0685107" y="7940135"/>
            <a:ext cx="222926" cy="221401"/>
          </a:xfrm>
          <a:prstGeom prst="rect">
            <a:avLst/>
          </a:prstGeom>
        </p:spPr>
      </p:pic>
      <p:pic>
        <p:nvPicPr>
          <p:cNvPr id="66" name="object 66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1157364" y="7769006"/>
            <a:ext cx="224449" cy="212769"/>
          </a:xfrm>
          <a:prstGeom prst="rect">
            <a:avLst/>
          </a:prstGeom>
        </p:spPr>
      </p:pic>
      <p:pic>
        <p:nvPicPr>
          <p:cNvPr id="67" name="object 67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1629620" y="7625805"/>
            <a:ext cx="225464" cy="201597"/>
          </a:xfrm>
          <a:prstGeom prst="rect">
            <a:avLst/>
          </a:prstGeom>
        </p:spPr>
      </p:pic>
      <p:pic>
        <p:nvPicPr>
          <p:cNvPr id="68" name="object 68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2101876" y="7515612"/>
            <a:ext cx="226987" cy="186871"/>
          </a:xfrm>
          <a:prstGeom prst="rect">
            <a:avLst/>
          </a:prstGeom>
        </p:spPr>
      </p:pic>
      <p:pic>
        <p:nvPicPr>
          <p:cNvPr id="69" name="object 69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2574134" y="7445028"/>
            <a:ext cx="228511" cy="168082"/>
          </a:xfrm>
          <a:prstGeom prst="rect">
            <a:avLst/>
          </a:prstGeom>
        </p:spPr>
      </p:pic>
      <p:pic>
        <p:nvPicPr>
          <p:cNvPr id="70" name="object 70" descr="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3046389" y="7419575"/>
            <a:ext cx="229527" cy="145295"/>
          </a:xfrm>
          <a:prstGeom prst="rect">
            <a:avLst/>
          </a:prstGeom>
        </p:spPr>
      </p:pic>
      <p:sp>
        <p:nvSpPr>
          <p:cNvPr id="71" name="object 71" descr=""/>
          <p:cNvSpPr/>
          <p:nvPr/>
        </p:nvSpPr>
        <p:spPr>
          <a:xfrm>
            <a:off x="13518647" y="7424208"/>
            <a:ext cx="231140" cy="146050"/>
          </a:xfrm>
          <a:custGeom>
            <a:avLst/>
            <a:gdLst/>
            <a:ahLst/>
            <a:cxnLst/>
            <a:rect l="l" t="t" r="r" b="b"/>
            <a:pathLst>
              <a:path w="231140" h="146050">
                <a:moveTo>
                  <a:pt x="231049" y="145739"/>
                </a:moveTo>
                <a:lnTo>
                  <a:pt x="12695" y="142184"/>
                </a:lnTo>
                <a:lnTo>
                  <a:pt x="272" y="3047"/>
                </a:lnTo>
                <a:lnTo>
                  <a:pt x="210" y="2356"/>
                </a:lnTo>
                <a:lnTo>
                  <a:pt x="87" y="976"/>
                </a:lnTo>
                <a:lnTo>
                  <a:pt x="0" y="0"/>
                </a:lnTo>
                <a:lnTo>
                  <a:pt x="217846" y="3047"/>
                </a:lnTo>
                <a:lnTo>
                  <a:pt x="221266" y="41552"/>
                </a:lnTo>
                <a:lnTo>
                  <a:pt x="224257" y="74583"/>
                </a:lnTo>
                <a:lnTo>
                  <a:pt x="227343" y="107519"/>
                </a:lnTo>
                <a:lnTo>
                  <a:pt x="230895" y="144152"/>
                </a:lnTo>
                <a:lnTo>
                  <a:pt x="230975" y="144969"/>
                </a:lnTo>
                <a:lnTo>
                  <a:pt x="231049" y="14573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2" name="object 72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3990902" y="7429793"/>
            <a:ext cx="232055" cy="144628"/>
          </a:xfrm>
          <a:prstGeom prst="rect">
            <a:avLst/>
          </a:prstGeom>
        </p:spPr>
      </p:pic>
      <p:sp>
        <p:nvSpPr>
          <p:cNvPr id="73" name="object 73" descr=""/>
          <p:cNvSpPr/>
          <p:nvPr/>
        </p:nvSpPr>
        <p:spPr>
          <a:xfrm>
            <a:off x="14463157" y="7431825"/>
            <a:ext cx="233679" cy="142875"/>
          </a:xfrm>
          <a:custGeom>
            <a:avLst/>
            <a:gdLst/>
            <a:ahLst/>
            <a:cxnLst/>
            <a:rect l="l" t="t" r="r" b="b"/>
            <a:pathLst>
              <a:path w="233680" h="142875">
                <a:moveTo>
                  <a:pt x="15235" y="142692"/>
                </a:moveTo>
                <a:lnTo>
                  <a:pt x="0" y="0"/>
                </a:lnTo>
                <a:lnTo>
                  <a:pt x="217847" y="0"/>
                </a:lnTo>
                <a:lnTo>
                  <a:pt x="233589" y="142184"/>
                </a:lnTo>
                <a:lnTo>
                  <a:pt x="15235" y="14269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14935415" y="7430302"/>
            <a:ext cx="235585" cy="142240"/>
          </a:xfrm>
          <a:custGeom>
            <a:avLst/>
            <a:gdLst/>
            <a:ahLst/>
            <a:cxnLst/>
            <a:rect l="l" t="t" r="r" b="b"/>
            <a:pathLst>
              <a:path w="235584" h="142240">
                <a:moveTo>
                  <a:pt x="16757" y="142184"/>
                </a:moveTo>
                <a:lnTo>
                  <a:pt x="0" y="1015"/>
                </a:lnTo>
                <a:lnTo>
                  <a:pt x="217847" y="0"/>
                </a:lnTo>
                <a:lnTo>
                  <a:pt x="235112" y="139645"/>
                </a:lnTo>
                <a:lnTo>
                  <a:pt x="16757" y="14218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15407670" y="7426239"/>
            <a:ext cx="236220" cy="140335"/>
          </a:xfrm>
          <a:custGeom>
            <a:avLst/>
            <a:gdLst/>
            <a:ahLst/>
            <a:cxnLst/>
            <a:rect l="l" t="t" r="r" b="b"/>
            <a:pathLst>
              <a:path w="236219" h="140334">
                <a:moveTo>
                  <a:pt x="17773" y="140153"/>
                </a:moveTo>
                <a:lnTo>
                  <a:pt x="0" y="2031"/>
                </a:lnTo>
                <a:lnTo>
                  <a:pt x="217847" y="0"/>
                </a:lnTo>
                <a:lnTo>
                  <a:pt x="236128" y="136599"/>
                </a:lnTo>
                <a:lnTo>
                  <a:pt x="17773" y="14015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6" name="object 76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5879962" y="7420653"/>
            <a:ext cx="237618" cy="137106"/>
          </a:xfrm>
          <a:prstGeom prst="rect">
            <a:avLst/>
          </a:prstGeom>
        </p:spPr>
      </p:pic>
      <p:sp>
        <p:nvSpPr>
          <p:cNvPr id="77" name="object 77" descr=""/>
          <p:cNvSpPr/>
          <p:nvPr/>
        </p:nvSpPr>
        <p:spPr>
          <a:xfrm>
            <a:off x="16352184" y="7414052"/>
            <a:ext cx="239395" cy="133985"/>
          </a:xfrm>
          <a:custGeom>
            <a:avLst/>
            <a:gdLst/>
            <a:ahLst/>
            <a:cxnLst/>
            <a:rect l="l" t="t" r="r" b="b"/>
            <a:pathLst>
              <a:path w="239394" h="133984">
                <a:moveTo>
                  <a:pt x="20821" y="133551"/>
                </a:moveTo>
                <a:lnTo>
                  <a:pt x="0" y="3046"/>
                </a:lnTo>
                <a:lnTo>
                  <a:pt x="217847" y="0"/>
                </a:lnTo>
                <a:lnTo>
                  <a:pt x="239176" y="127966"/>
                </a:lnTo>
                <a:lnTo>
                  <a:pt x="20821" y="13355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16824439" y="7405927"/>
            <a:ext cx="240665" cy="129539"/>
          </a:xfrm>
          <a:custGeom>
            <a:avLst/>
            <a:gdLst/>
            <a:ahLst/>
            <a:cxnLst/>
            <a:rect l="l" t="t" r="r" b="b"/>
            <a:pathLst>
              <a:path w="240665" h="129540">
                <a:moveTo>
                  <a:pt x="21836" y="128981"/>
                </a:moveTo>
                <a:lnTo>
                  <a:pt x="0" y="3554"/>
                </a:lnTo>
                <a:lnTo>
                  <a:pt x="217847" y="0"/>
                </a:lnTo>
                <a:lnTo>
                  <a:pt x="240191" y="123396"/>
                </a:lnTo>
                <a:lnTo>
                  <a:pt x="21836" y="12898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9" name="object 79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7296795" y="7398310"/>
            <a:ext cx="241615" cy="123903"/>
          </a:xfrm>
          <a:prstGeom prst="rect">
            <a:avLst/>
          </a:prstGeom>
        </p:spPr>
      </p:pic>
      <p:sp>
        <p:nvSpPr>
          <p:cNvPr id="80" name="object 80" descr=""/>
          <p:cNvSpPr/>
          <p:nvPr/>
        </p:nvSpPr>
        <p:spPr>
          <a:xfrm>
            <a:off x="17768952" y="7390693"/>
            <a:ext cx="243840" cy="119380"/>
          </a:xfrm>
          <a:custGeom>
            <a:avLst/>
            <a:gdLst/>
            <a:ahLst/>
            <a:cxnLst/>
            <a:rect l="l" t="t" r="r" b="b"/>
            <a:pathLst>
              <a:path w="243840" h="119379">
                <a:moveTo>
                  <a:pt x="24883" y="119333"/>
                </a:moveTo>
                <a:lnTo>
                  <a:pt x="508" y="3554"/>
                </a:lnTo>
                <a:lnTo>
                  <a:pt x="0" y="3554"/>
                </a:lnTo>
                <a:lnTo>
                  <a:pt x="217847" y="0"/>
                </a:lnTo>
                <a:lnTo>
                  <a:pt x="243237" y="113747"/>
                </a:lnTo>
                <a:lnTo>
                  <a:pt x="24883" y="11933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18241209" y="7386530"/>
            <a:ext cx="46990" cy="112395"/>
          </a:xfrm>
          <a:custGeom>
            <a:avLst/>
            <a:gdLst/>
            <a:ahLst/>
            <a:cxnLst/>
            <a:rect l="l" t="t" r="r" b="b"/>
            <a:pathLst>
              <a:path w="46990" h="112395">
                <a:moveTo>
                  <a:pt x="25898" y="111816"/>
                </a:moveTo>
                <a:lnTo>
                  <a:pt x="12949" y="57545"/>
                </a:lnTo>
                <a:lnTo>
                  <a:pt x="6903" y="31481"/>
                </a:lnTo>
                <a:lnTo>
                  <a:pt x="0" y="608"/>
                </a:lnTo>
                <a:lnTo>
                  <a:pt x="46789" y="0"/>
                </a:lnTo>
                <a:lnTo>
                  <a:pt x="46789" y="111331"/>
                </a:lnTo>
                <a:lnTo>
                  <a:pt x="25898" y="11181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215743" y="8649536"/>
            <a:ext cx="245110" cy="209550"/>
          </a:xfrm>
          <a:custGeom>
            <a:avLst/>
            <a:gdLst/>
            <a:ahLst/>
            <a:cxnLst/>
            <a:rect l="l" t="t" r="r" b="b"/>
            <a:pathLst>
              <a:path w="245109" h="209550">
                <a:moveTo>
                  <a:pt x="219878" y="209215"/>
                </a:moveTo>
                <a:lnTo>
                  <a:pt x="0" y="114256"/>
                </a:lnTo>
                <a:lnTo>
                  <a:pt x="25390" y="0"/>
                </a:lnTo>
                <a:lnTo>
                  <a:pt x="244760" y="96990"/>
                </a:lnTo>
                <a:lnTo>
                  <a:pt x="219878" y="20921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3" name="object 83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692569" y="8861288"/>
            <a:ext cx="243237" cy="206676"/>
          </a:xfrm>
          <a:prstGeom prst="rect">
            <a:avLst/>
          </a:prstGeom>
        </p:spPr>
      </p:pic>
      <p:sp>
        <p:nvSpPr>
          <p:cNvPr id="84" name="object 84" descr=""/>
          <p:cNvSpPr/>
          <p:nvPr/>
        </p:nvSpPr>
        <p:spPr>
          <a:xfrm>
            <a:off x="1168888" y="9076597"/>
            <a:ext cx="242570" cy="202565"/>
          </a:xfrm>
          <a:custGeom>
            <a:avLst/>
            <a:gdLst/>
            <a:ahLst/>
            <a:cxnLst/>
            <a:rect l="l" t="t" r="r" b="b"/>
            <a:pathLst>
              <a:path w="242569" h="202565">
                <a:moveTo>
                  <a:pt x="219878" y="202105"/>
                </a:moveTo>
                <a:lnTo>
                  <a:pt x="0" y="105114"/>
                </a:lnTo>
                <a:lnTo>
                  <a:pt x="22851" y="0"/>
                </a:lnTo>
                <a:lnTo>
                  <a:pt x="242222" y="99021"/>
                </a:lnTo>
                <a:lnTo>
                  <a:pt x="226011" y="175001"/>
                </a:lnTo>
                <a:lnTo>
                  <a:pt x="219878" y="20210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/>
          <p:nvPr/>
        </p:nvSpPr>
        <p:spPr>
          <a:xfrm>
            <a:off x="1645207" y="9289367"/>
            <a:ext cx="241300" cy="195580"/>
          </a:xfrm>
          <a:custGeom>
            <a:avLst/>
            <a:gdLst/>
            <a:ahLst/>
            <a:cxnLst/>
            <a:rect l="l" t="t" r="r" b="b"/>
            <a:pathLst>
              <a:path w="241300" h="195579">
                <a:moveTo>
                  <a:pt x="219878" y="195504"/>
                </a:moveTo>
                <a:lnTo>
                  <a:pt x="0" y="101053"/>
                </a:lnTo>
                <a:lnTo>
                  <a:pt x="21328" y="0"/>
                </a:lnTo>
                <a:lnTo>
                  <a:pt x="240698" y="95974"/>
                </a:lnTo>
                <a:lnTo>
                  <a:pt x="219878" y="19550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6" name="object 86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2122034" y="9494518"/>
            <a:ext cx="239174" cy="186363"/>
          </a:xfrm>
          <a:prstGeom prst="rect">
            <a:avLst/>
          </a:prstGeom>
        </p:spPr>
      </p:pic>
      <p:pic>
        <p:nvPicPr>
          <p:cNvPr id="87" name="object 87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2598352" y="9686468"/>
            <a:ext cx="238159" cy="175699"/>
          </a:xfrm>
          <a:prstGeom prst="rect">
            <a:avLst/>
          </a:prstGeom>
        </p:spPr>
      </p:pic>
      <p:pic>
        <p:nvPicPr>
          <p:cNvPr id="88" name="object 88" descr="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3075179" y="9859121"/>
            <a:ext cx="236636" cy="163512"/>
          </a:xfrm>
          <a:prstGeom prst="rect">
            <a:avLst/>
          </a:prstGeom>
        </p:spPr>
      </p:pic>
      <p:pic>
        <p:nvPicPr>
          <p:cNvPr id="89" name="object 89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3551497" y="10007907"/>
            <a:ext cx="235112" cy="149294"/>
          </a:xfrm>
          <a:prstGeom prst="rect">
            <a:avLst/>
          </a:prstGeom>
        </p:spPr>
      </p:pic>
      <p:pic>
        <p:nvPicPr>
          <p:cNvPr id="90" name="object 90" descr="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4027816" y="10126226"/>
            <a:ext cx="234097" cy="133044"/>
          </a:xfrm>
          <a:prstGeom prst="rect">
            <a:avLst/>
          </a:prstGeom>
        </p:spPr>
      </p:pic>
      <p:pic>
        <p:nvPicPr>
          <p:cNvPr id="91" name="object 91" descr="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4506566" y="10209505"/>
            <a:ext cx="230650" cy="77494"/>
          </a:xfrm>
          <a:prstGeom prst="rect">
            <a:avLst/>
          </a:prstGeom>
        </p:spPr>
      </p:pic>
      <p:sp>
        <p:nvSpPr>
          <p:cNvPr id="92" name="object 92" descr=""/>
          <p:cNvSpPr/>
          <p:nvPr/>
        </p:nvSpPr>
        <p:spPr>
          <a:xfrm>
            <a:off x="4988377" y="10248606"/>
            <a:ext cx="224154" cy="38735"/>
          </a:xfrm>
          <a:custGeom>
            <a:avLst/>
            <a:gdLst/>
            <a:ahLst/>
            <a:cxnLst/>
            <a:rect l="l" t="t" r="r" b="b"/>
            <a:pathLst>
              <a:path w="224154" h="38734">
                <a:moveTo>
                  <a:pt x="219157" y="38393"/>
                </a:moveTo>
                <a:lnTo>
                  <a:pt x="0" y="38393"/>
                </a:lnTo>
                <a:lnTo>
                  <a:pt x="4264" y="3046"/>
                </a:lnTo>
                <a:lnTo>
                  <a:pt x="63248" y="4713"/>
                </a:lnTo>
                <a:lnTo>
                  <a:pt x="113949" y="4570"/>
                </a:lnTo>
                <a:lnTo>
                  <a:pt x="164650" y="2903"/>
                </a:lnTo>
                <a:lnTo>
                  <a:pt x="223635" y="0"/>
                </a:lnTo>
                <a:lnTo>
                  <a:pt x="219157" y="3839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3" name="object 93" descr="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5461162" y="10200364"/>
            <a:ext cx="226153" cy="86634"/>
          </a:xfrm>
          <a:prstGeom prst="rect">
            <a:avLst/>
          </a:prstGeom>
        </p:spPr>
      </p:pic>
      <p:pic>
        <p:nvPicPr>
          <p:cNvPr id="94" name="object 94" descr="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5934107" y="10112007"/>
            <a:ext cx="228511" cy="140154"/>
          </a:xfrm>
          <a:prstGeom prst="rect">
            <a:avLst/>
          </a:prstGeom>
        </p:spPr>
      </p:pic>
      <p:pic>
        <p:nvPicPr>
          <p:cNvPr id="95" name="object 95" descr="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6410934" y="9988611"/>
            <a:ext cx="226987" cy="156910"/>
          </a:xfrm>
          <a:prstGeom prst="rect">
            <a:avLst/>
          </a:prstGeom>
        </p:spPr>
      </p:pic>
      <p:pic>
        <p:nvPicPr>
          <p:cNvPr id="96" name="object 96" descr="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6887253" y="9836778"/>
            <a:ext cx="225464" cy="172652"/>
          </a:xfrm>
          <a:prstGeom prst="rect">
            <a:avLst/>
          </a:prstGeom>
        </p:spPr>
      </p:pic>
      <p:pic>
        <p:nvPicPr>
          <p:cNvPr id="97" name="object 97" descr="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7363572" y="9661078"/>
            <a:ext cx="224448" cy="186363"/>
          </a:xfrm>
          <a:prstGeom prst="rect">
            <a:avLst/>
          </a:prstGeom>
        </p:spPr>
      </p:pic>
      <p:pic>
        <p:nvPicPr>
          <p:cNvPr id="98" name="object 98" descr="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7840398" y="9467097"/>
            <a:ext cx="222925" cy="197026"/>
          </a:xfrm>
          <a:prstGeom prst="rect">
            <a:avLst/>
          </a:prstGeom>
        </p:spPr>
      </p:pic>
      <p:sp>
        <p:nvSpPr>
          <p:cNvPr id="99" name="object 99" descr=""/>
          <p:cNvSpPr/>
          <p:nvPr/>
        </p:nvSpPr>
        <p:spPr>
          <a:xfrm>
            <a:off x="8317224" y="9260422"/>
            <a:ext cx="221615" cy="206375"/>
          </a:xfrm>
          <a:custGeom>
            <a:avLst/>
            <a:gdLst/>
            <a:ahLst/>
            <a:cxnLst/>
            <a:rect l="l" t="t" r="r" b="b"/>
            <a:pathLst>
              <a:path w="221615" h="206375">
                <a:moveTo>
                  <a:pt x="0" y="206167"/>
                </a:moveTo>
                <a:lnTo>
                  <a:pt x="2539" y="96482"/>
                </a:lnTo>
                <a:lnTo>
                  <a:pt x="2031" y="96482"/>
                </a:lnTo>
                <a:lnTo>
                  <a:pt x="221401" y="0"/>
                </a:lnTo>
                <a:lnTo>
                  <a:pt x="219878" y="111716"/>
                </a:lnTo>
                <a:lnTo>
                  <a:pt x="0" y="20616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/>
          <p:nvPr/>
        </p:nvSpPr>
        <p:spPr>
          <a:xfrm>
            <a:off x="8793543" y="9046637"/>
            <a:ext cx="220345" cy="213360"/>
          </a:xfrm>
          <a:custGeom>
            <a:avLst/>
            <a:gdLst/>
            <a:ahLst/>
            <a:cxnLst/>
            <a:rect l="l" t="t" r="r" b="b"/>
            <a:pathLst>
              <a:path w="220345" h="213359">
                <a:moveTo>
                  <a:pt x="0" y="213276"/>
                </a:moveTo>
                <a:lnTo>
                  <a:pt x="1015" y="99021"/>
                </a:lnTo>
                <a:lnTo>
                  <a:pt x="507" y="99021"/>
                </a:lnTo>
                <a:lnTo>
                  <a:pt x="219878" y="0"/>
                </a:lnTo>
                <a:lnTo>
                  <a:pt x="219878" y="116286"/>
                </a:lnTo>
                <a:lnTo>
                  <a:pt x="0" y="21327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 descr=""/>
          <p:cNvSpPr/>
          <p:nvPr/>
        </p:nvSpPr>
        <p:spPr>
          <a:xfrm>
            <a:off x="9269354" y="8831836"/>
            <a:ext cx="220979" cy="217804"/>
          </a:xfrm>
          <a:custGeom>
            <a:avLst/>
            <a:gdLst/>
            <a:ahLst/>
            <a:cxnLst/>
            <a:rect l="l" t="t" r="r" b="b"/>
            <a:pathLst>
              <a:path w="220979" h="217804">
                <a:moveTo>
                  <a:pt x="506" y="217339"/>
                </a:moveTo>
                <a:lnTo>
                  <a:pt x="506" y="99021"/>
                </a:lnTo>
                <a:lnTo>
                  <a:pt x="0" y="99021"/>
                </a:lnTo>
                <a:lnTo>
                  <a:pt x="219370" y="0"/>
                </a:lnTo>
                <a:lnTo>
                  <a:pt x="220385" y="120348"/>
                </a:lnTo>
                <a:lnTo>
                  <a:pt x="506" y="21733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2" name="object 102" descr="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9744657" y="8620591"/>
            <a:ext cx="221909" cy="219370"/>
          </a:xfrm>
          <a:prstGeom prst="rect">
            <a:avLst/>
          </a:prstGeom>
        </p:spPr>
      </p:pic>
      <p:sp>
        <p:nvSpPr>
          <p:cNvPr id="103" name="object 103" descr=""/>
          <p:cNvSpPr/>
          <p:nvPr/>
        </p:nvSpPr>
        <p:spPr>
          <a:xfrm>
            <a:off x="10219453" y="8419500"/>
            <a:ext cx="223520" cy="218440"/>
          </a:xfrm>
          <a:custGeom>
            <a:avLst/>
            <a:gdLst/>
            <a:ahLst/>
            <a:cxnLst/>
            <a:rect l="l" t="t" r="r" b="b"/>
            <a:pathLst>
              <a:path w="223520" h="218440">
                <a:moveTo>
                  <a:pt x="3048" y="218355"/>
                </a:moveTo>
                <a:lnTo>
                  <a:pt x="0" y="91404"/>
                </a:lnTo>
                <a:lnTo>
                  <a:pt x="171255" y="19792"/>
                </a:lnTo>
                <a:lnTo>
                  <a:pt x="219371" y="0"/>
                </a:lnTo>
                <a:lnTo>
                  <a:pt x="222926" y="128981"/>
                </a:lnTo>
                <a:lnTo>
                  <a:pt x="3048" y="21835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4" name="object 104" descr="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10694756" y="8233137"/>
            <a:ext cx="224449" cy="214800"/>
          </a:xfrm>
          <a:prstGeom prst="rect">
            <a:avLst/>
          </a:prstGeom>
        </p:spPr>
      </p:pic>
      <p:pic>
        <p:nvPicPr>
          <p:cNvPr id="105" name="object 105" descr="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11170060" y="8067086"/>
            <a:ext cx="225972" cy="207691"/>
          </a:xfrm>
          <a:prstGeom prst="rect">
            <a:avLst/>
          </a:prstGeom>
        </p:spPr>
      </p:pic>
      <p:pic>
        <p:nvPicPr>
          <p:cNvPr id="106" name="object 106" descr="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11645388" y="7927440"/>
            <a:ext cx="226961" cy="197535"/>
          </a:xfrm>
          <a:prstGeom prst="rect">
            <a:avLst/>
          </a:prstGeom>
        </p:spPr>
      </p:pic>
      <p:pic>
        <p:nvPicPr>
          <p:cNvPr id="107" name="object 107" descr="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12120157" y="7820294"/>
            <a:ext cx="228511" cy="184840"/>
          </a:xfrm>
          <a:prstGeom prst="rect">
            <a:avLst/>
          </a:prstGeom>
        </p:spPr>
      </p:pic>
      <p:pic>
        <p:nvPicPr>
          <p:cNvPr id="108" name="object 108" descr="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12595460" y="7749709"/>
            <a:ext cx="230034" cy="168082"/>
          </a:xfrm>
          <a:prstGeom prst="rect">
            <a:avLst/>
          </a:prstGeom>
        </p:spPr>
      </p:pic>
      <p:pic>
        <p:nvPicPr>
          <p:cNvPr id="109" name="object 109" descr="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13070764" y="7724899"/>
            <a:ext cx="231051" cy="146176"/>
          </a:xfrm>
          <a:prstGeom prst="rect">
            <a:avLst/>
          </a:prstGeom>
        </p:spPr>
      </p:pic>
      <p:sp>
        <p:nvSpPr>
          <p:cNvPr id="110" name="object 110" descr=""/>
          <p:cNvSpPr/>
          <p:nvPr/>
        </p:nvSpPr>
        <p:spPr>
          <a:xfrm>
            <a:off x="13546067" y="7732444"/>
            <a:ext cx="233045" cy="147320"/>
          </a:xfrm>
          <a:custGeom>
            <a:avLst/>
            <a:gdLst/>
            <a:ahLst/>
            <a:cxnLst/>
            <a:rect l="l" t="t" r="r" b="b"/>
            <a:pathLst>
              <a:path w="233044" h="147320">
                <a:moveTo>
                  <a:pt x="232573" y="146754"/>
                </a:moveTo>
                <a:lnTo>
                  <a:pt x="12695" y="142692"/>
                </a:lnTo>
                <a:lnTo>
                  <a:pt x="197" y="2221"/>
                </a:lnTo>
                <a:lnTo>
                  <a:pt x="113" y="1277"/>
                </a:lnTo>
                <a:lnTo>
                  <a:pt x="0" y="0"/>
                </a:lnTo>
                <a:lnTo>
                  <a:pt x="219369" y="4062"/>
                </a:lnTo>
                <a:lnTo>
                  <a:pt x="222860" y="42568"/>
                </a:lnTo>
                <a:lnTo>
                  <a:pt x="229081" y="108534"/>
                </a:lnTo>
                <a:lnTo>
                  <a:pt x="232201" y="142692"/>
                </a:lnTo>
                <a:lnTo>
                  <a:pt x="232325" y="144041"/>
                </a:lnTo>
                <a:lnTo>
                  <a:pt x="232422" y="145104"/>
                </a:lnTo>
                <a:lnTo>
                  <a:pt x="232502" y="145977"/>
                </a:lnTo>
                <a:lnTo>
                  <a:pt x="232573" y="14675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1" name="object 111" descr="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14020863" y="7739553"/>
            <a:ext cx="234095" cy="142184"/>
          </a:xfrm>
          <a:prstGeom prst="rect">
            <a:avLst/>
          </a:prstGeom>
        </p:spPr>
      </p:pic>
      <p:sp>
        <p:nvSpPr>
          <p:cNvPr id="112" name="object 112" descr=""/>
          <p:cNvSpPr/>
          <p:nvPr/>
        </p:nvSpPr>
        <p:spPr>
          <a:xfrm>
            <a:off x="14496166" y="7737522"/>
            <a:ext cx="236220" cy="142240"/>
          </a:xfrm>
          <a:custGeom>
            <a:avLst/>
            <a:gdLst/>
            <a:ahLst/>
            <a:cxnLst/>
            <a:rect l="l" t="t" r="r" b="b"/>
            <a:pathLst>
              <a:path w="236219" h="142240">
                <a:moveTo>
                  <a:pt x="15743" y="142184"/>
                </a:moveTo>
                <a:lnTo>
                  <a:pt x="509" y="2031"/>
                </a:lnTo>
                <a:lnTo>
                  <a:pt x="0" y="2031"/>
                </a:lnTo>
                <a:lnTo>
                  <a:pt x="219371" y="0"/>
                </a:lnTo>
                <a:lnTo>
                  <a:pt x="235621" y="138630"/>
                </a:lnTo>
                <a:lnTo>
                  <a:pt x="15743" y="14218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 descr=""/>
          <p:cNvSpPr/>
          <p:nvPr/>
        </p:nvSpPr>
        <p:spPr>
          <a:xfrm>
            <a:off x="14971469" y="7729905"/>
            <a:ext cx="236854" cy="140970"/>
          </a:xfrm>
          <a:custGeom>
            <a:avLst/>
            <a:gdLst/>
            <a:ahLst/>
            <a:cxnLst/>
            <a:rect l="l" t="t" r="r" b="b"/>
            <a:pathLst>
              <a:path w="236855" h="140970">
                <a:moveTo>
                  <a:pt x="16757" y="140661"/>
                </a:moveTo>
                <a:lnTo>
                  <a:pt x="0" y="4062"/>
                </a:lnTo>
                <a:lnTo>
                  <a:pt x="219370" y="0"/>
                </a:lnTo>
                <a:lnTo>
                  <a:pt x="236635" y="134567"/>
                </a:lnTo>
                <a:lnTo>
                  <a:pt x="16757" y="14066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 descr=""/>
          <p:cNvSpPr/>
          <p:nvPr/>
        </p:nvSpPr>
        <p:spPr>
          <a:xfrm>
            <a:off x="15446264" y="7717718"/>
            <a:ext cx="238760" cy="138430"/>
          </a:xfrm>
          <a:custGeom>
            <a:avLst/>
            <a:gdLst/>
            <a:ahLst/>
            <a:cxnLst/>
            <a:rect l="l" t="t" r="r" b="b"/>
            <a:pathLst>
              <a:path w="238759" h="138429">
                <a:moveTo>
                  <a:pt x="18281" y="138122"/>
                </a:moveTo>
                <a:lnTo>
                  <a:pt x="0" y="6093"/>
                </a:lnTo>
                <a:lnTo>
                  <a:pt x="219371" y="0"/>
                </a:lnTo>
                <a:lnTo>
                  <a:pt x="238159" y="129489"/>
                </a:lnTo>
                <a:lnTo>
                  <a:pt x="18281" y="13812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 descr=""/>
          <p:cNvSpPr/>
          <p:nvPr/>
        </p:nvSpPr>
        <p:spPr>
          <a:xfrm>
            <a:off x="15921567" y="7702484"/>
            <a:ext cx="240029" cy="134620"/>
          </a:xfrm>
          <a:custGeom>
            <a:avLst/>
            <a:gdLst/>
            <a:ahLst/>
            <a:cxnLst/>
            <a:rect l="l" t="t" r="r" b="b"/>
            <a:pathLst>
              <a:path w="240030" h="134620">
                <a:moveTo>
                  <a:pt x="19804" y="134059"/>
                </a:moveTo>
                <a:lnTo>
                  <a:pt x="508" y="7617"/>
                </a:lnTo>
                <a:lnTo>
                  <a:pt x="0" y="7617"/>
                </a:lnTo>
                <a:lnTo>
                  <a:pt x="219371" y="0"/>
                </a:lnTo>
                <a:lnTo>
                  <a:pt x="239682" y="123903"/>
                </a:lnTo>
                <a:lnTo>
                  <a:pt x="19804" y="13405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 descr=""/>
          <p:cNvSpPr/>
          <p:nvPr/>
        </p:nvSpPr>
        <p:spPr>
          <a:xfrm>
            <a:off x="16396870" y="7685218"/>
            <a:ext cx="241300" cy="129539"/>
          </a:xfrm>
          <a:custGeom>
            <a:avLst/>
            <a:gdLst/>
            <a:ahLst/>
            <a:cxnLst/>
            <a:rect l="l" t="t" r="r" b="b"/>
            <a:pathLst>
              <a:path w="241300" h="129540">
                <a:moveTo>
                  <a:pt x="20821" y="128981"/>
                </a:moveTo>
                <a:lnTo>
                  <a:pt x="0" y="8125"/>
                </a:lnTo>
                <a:lnTo>
                  <a:pt x="219371" y="0"/>
                </a:lnTo>
                <a:lnTo>
                  <a:pt x="240699" y="117810"/>
                </a:lnTo>
                <a:lnTo>
                  <a:pt x="20821" y="12898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 descr=""/>
          <p:cNvSpPr/>
          <p:nvPr/>
        </p:nvSpPr>
        <p:spPr>
          <a:xfrm>
            <a:off x="16872173" y="7666430"/>
            <a:ext cx="242570" cy="123189"/>
          </a:xfrm>
          <a:custGeom>
            <a:avLst/>
            <a:gdLst/>
            <a:ahLst/>
            <a:cxnLst/>
            <a:rect l="l" t="t" r="r" b="b"/>
            <a:pathLst>
              <a:path w="242569" h="123190">
                <a:moveTo>
                  <a:pt x="22344" y="122888"/>
                </a:moveTo>
                <a:lnTo>
                  <a:pt x="0" y="8632"/>
                </a:lnTo>
                <a:lnTo>
                  <a:pt x="219371" y="0"/>
                </a:lnTo>
                <a:lnTo>
                  <a:pt x="242222" y="111208"/>
                </a:lnTo>
                <a:lnTo>
                  <a:pt x="22344" y="12288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8" name="object 118" descr="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17822395" y="7627836"/>
            <a:ext cx="244638" cy="109177"/>
          </a:xfrm>
          <a:prstGeom prst="rect">
            <a:avLst/>
          </a:prstGeom>
        </p:spPr>
      </p:pic>
      <p:pic>
        <p:nvPicPr>
          <p:cNvPr id="119" name="object 119" descr="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17346993" y="7646625"/>
            <a:ext cx="243720" cy="116286"/>
          </a:xfrm>
          <a:prstGeom prst="rect">
            <a:avLst/>
          </a:prstGeom>
        </p:spPr>
      </p:pic>
      <p:sp>
        <p:nvSpPr>
          <p:cNvPr id="120" name="object 120" descr=""/>
          <p:cNvSpPr/>
          <p:nvPr/>
        </p:nvSpPr>
        <p:spPr>
          <a:xfrm>
            <a:off x="159377" y="8894296"/>
            <a:ext cx="247015" cy="199390"/>
          </a:xfrm>
          <a:custGeom>
            <a:avLst/>
            <a:gdLst/>
            <a:ahLst/>
            <a:cxnLst/>
            <a:rect l="l" t="t" r="r" b="b"/>
            <a:pathLst>
              <a:path w="247015" h="199390">
                <a:moveTo>
                  <a:pt x="221401" y="199058"/>
                </a:moveTo>
                <a:lnTo>
                  <a:pt x="0" y="109685"/>
                </a:lnTo>
                <a:lnTo>
                  <a:pt x="25898" y="0"/>
                </a:lnTo>
                <a:lnTo>
                  <a:pt x="26405" y="0"/>
                </a:lnTo>
                <a:lnTo>
                  <a:pt x="246792" y="91912"/>
                </a:lnTo>
                <a:lnTo>
                  <a:pt x="221401" y="19905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 descr=""/>
          <p:cNvSpPr/>
          <p:nvPr/>
        </p:nvSpPr>
        <p:spPr>
          <a:xfrm>
            <a:off x="638742" y="9095386"/>
            <a:ext cx="245745" cy="196215"/>
          </a:xfrm>
          <a:custGeom>
            <a:avLst/>
            <a:gdLst/>
            <a:ahLst/>
            <a:cxnLst/>
            <a:rect l="l" t="t" r="r" b="b"/>
            <a:pathLst>
              <a:path w="245744" h="196215">
                <a:moveTo>
                  <a:pt x="221401" y="196011"/>
                </a:moveTo>
                <a:lnTo>
                  <a:pt x="0" y="104099"/>
                </a:lnTo>
                <a:lnTo>
                  <a:pt x="24374" y="0"/>
                </a:lnTo>
                <a:lnTo>
                  <a:pt x="24882" y="0"/>
                </a:lnTo>
                <a:lnTo>
                  <a:pt x="245268" y="94451"/>
                </a:lnTo>
                <a:lnTo>
                  <a:pt x="221401" y="19601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 descr=""/>
          <p:cNvSpPr/>
          <p:nvPr/>
        </p:nvSpPr>
        <p:spPr>
          <a:xfrm>
            <a:off x="1118616" y="9300538"/>
            <a:ext cx="243840" cy="190500"/>
          </a:xfrm>
          <a:custGeom>
            <a:avLst/>
            <a:gdLst/>
            <a:ahLst/>
            <a:cxnLst/>
            <a:rect l="l" t="t" r="r" b="b"/>
            <a:pathLst>
              <a:path w="243840" h="190500">
                <a:moveTo>
                  <a:pt x="221401" y="190425"/>
                </a:moveTo>
                <a:lnTo>
                  <a:pt x="0" y="98513"/>
                </a:lnTo>
                <a:lnTo>
                  <a:pt x="23359" y="0"/>
                </a:lnTo>
                <a:lnTo>
                  <a:pt x="243745" y="94451"/>
                </a:lnTo>
                <a:lnTo>
                  <a:pt x="221401" y="19042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 descr=""/>
          <p:cNvSpPr/>
          <p:nvPr/>
        </p:nvSpPr>
        <p:spPr>
          <a:xfrm>
            <a:off x="1597474" y="9503659"/>
            <a:ext cx="243204" cy="182880"/>
          </a:xfrm>
          <a:custGeom>
            <a:avLst/>
            <a:gdLst/>
            <a:ahLst/>
            <a:cxnLst/>
            <a:rect l="l" t="t" r="r" b="b"/>
            <a:pathLst>
              <a:path w="243205" h="182879">
                <a:moveTo>
                  <a:pt x="221401" y="182808"/>
                </a:moveTo>
                <a:lnTo>
                  <a:pt x="0" y="93435"/>
                </a:lnTo>
                <a:lnTo>
                  <a:pt x="21835" y="0"/>
                </a:lnTo>
                <a:lnTo>
                  <a:pt x="22343" y="0"/>
                </a:lnTo>
                <a:lnTo>
                  <a:pt x="242729" y="91912"/>
                </a:lnTo>
                <a:lnTo>
                  <a:pt x="221401" y="18280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 descr=""/>
          <p:cNvSpPr/>
          <p:nvPr/>
        </p:nvSpPr>
        <p:spPr>
          <a:xfrm>
            <a:off x="2077347" y="9700179"/>
            <a:ext cx="241300" cy="173355"/>
          </a:xfrm>
          <a:custGeom>
            <a:avLst/>
            <a:gdLst/>
            <a:ahLst/>
            <a:cxnLst/>
            <a:rect l="l" t="t" r="r" b="b"/>
            <a:pathLst>
              <a:path w="241300" h="173354">
                <a:moveTo>
                  <a:pt x="221401" y="173160"/>
                </a:moveTo>
                <a:lnTo>
                  <a:pt x="0" y="88357"/>
                </a:lnTo>
                <a:lnTo>
                  <a:pt x="20312" y="0"/>
                </a:lnTo>
                <a:lnTo>
                  <a:pt x="20820" y="0"/>
                </a:lnTo>
                <a:lnTo>
                  <a:pt x="193034" y="68151"/>
                </a:lnTo>
                <a:lnTo>
                  <a:pt x="241206" y="86834"/>
                </a:lnTo>
                <a:lnTo>
                  <a:pt x="221401" y="17316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 descr=""/>
          <p:cNvSpPr/>
          <p:nvPr/>
        </p:nvSpPr>
        <p:spPr>
          <a:xfrm>
            <a:off x="2557220" y="9885019"/>
            <a:ext cx="240029" cy="162560"/>
          </a:xfrm>
          <a:custGeom>
            <a:avLst/>
            <a:gdLst/>
            <a:ahLst/>
            <a:cxnLst/>
            <a:rect l="l" t="t" r="r" b="b"/>
            <a:pathLst>
              <a:path w="240030" h="162559">
                <a:moveTo>
                  <a:pt x="221401" y="161989"/>
                </a:moveTo>
                <a:lnTo>
                  <a:pt x="48667" y="101735"/>
                </a:lnTo>
                <a:lnTo>
                  <a:pt x="0" y="84295"/>
                </a:lnTo>
                <a:lnTo>
                  <a:pt x="18788" y="0"/>
                </a:lnTo>
                <a:lnTo>
                  <a:pt x="19296" y="0"/>
                </a:lnTo>
                <a:lnTo>
                  <a:pt x="191510" y="62659"/>
                </a:lnTo>
                <a:lnTo>
                  <a:pt x="239682" y="79725"/>
                </a:lnTo>
                <a:lnTo>
                  <a:pt x="221401" y="16198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6" name="object 126" descr="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3036586" y="10051577"/>
            <a:ext cx="238159" cy="149294"/>
          </a:xfrm>
          <a:prstGeom prst="rect">
            <a:avLst/>
          </a:prstGeom>
        </p:spPr>
      </p:pic>
      <p:pic>
        <p:nvPicPr>
          <p:cNvPr id="127" name="object 127" descr="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6397573" y="10192239"/>
            <a:ext cx="224098" cy="94759"/>
          </a:xfrm>
          <a:prstGeom prst="rect">
            <a:avLst/>
          </a:prstGeom>
        </p:spPr>
      </p:pic>
      <p:pic>
        <p:nvPicPr>
          <p:cNvPr id="128" name="object 128" descr="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3515952" y="10196301"/>
            <a:ext cx="237143" cy="90697"/>
          </a:xfrm>
          <a:prstGeom prst="rect">
            <a:avLst/>
          </a:prstGeom>
        </p:spPr>
      </p:pic>
      <p:pic>
        <p:nvPicPr>
          <p:cNvPr id="129" name="object 129" descr="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6872527" y="10047007"/>
            <a:ext cx="227495" cy="156403"/>
          </a:xfrm>
          <a:prstGeom prst="rect">
            <a:avLst/>
          </a:prstGeom>
        </p:spPr>
      </p:pic>
      <p:pic>
        <p:nvPicPr>
          <p:cNvPr id="130" name="object 130" descr="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7351891" y="9879432"/>
            <a:ext cx="225972" cy="170621"/>
          </a:xfrm>
          <a:prstGeom prst="rect">
            <a:avLst/>
          </a:prstGeom>
        </p:spPr>
      </p:pic>
      <p:pic>
        <p:nvPicPr>
          <p:cNvPr id="131" name="object 131" descr="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7831765" y="9694085"/>
            <a:ext cx="224448" cy="182300"/>
          </a:xfrm>
          <a:prstGeom prst="rect">
            <a:avLst/>
          </a:prstGeom>
        </p:spPr>
      </p:pic>
      <p:sp>
        <p:nvSpPr>
          <p:cNvPr id="132" name="object 132" descr=""/>
          <p:cNvSpPr/>
          <p:nvPr/>
        </p:nvSpPr>
        <p:spPr>
          <a:xfrm>
            <a:off x="8311130" y="9497566"/>
            <a:ext cx="223520" cy="193040"/>
          </a:xfrm>
          <a:custGeom>
            <a:avLst/>
            <a:gdLst/>
            <a:ahLst/>
            <a:cxnLst/>
            <a:rect l="l" t="t" r="r" b="b"/>
            <a:pathLst>
              <a:path w="223520" h="193040">
                <a:moveTo>
                  <a:pt x="0" y="192456"/>
                </a:moveTo>
                <a:lnTo>
                  <a:pt x="2539" y="91912"/>
                </a:lnTo>
                <a:lnTo>
                  <a:pt x="222925" y="0"/>
                </a:lnTo>
                <a:lnTo>
                  <a:pt x="221401" y="103083"/>
                </a:lnTo>
                <a:lnTo>
                  <a:pt x="0" y="19245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 descr=""/>
          <p:cNvSpPr/>
          <p:nvPr/>
        </p:nvSpPr>
        <p:spPr>
          <a:xfrm>
            <a:off x="8791003" y="9293937"/>
            <a:ext cx="221615" cy="200660"/>
          </a:xfrm>
          <a:custGeom>
            <a:avLst/>
            <a:gdLst/>
            <a:ahLst/>
            <a:cxnLst/>
            <a:rect l="l" t="t" r="r" b="b"/>
            <a:pathLst>
              <a:path w="221615" h="200659">
                <a:moveTo>
                  <a:pt x="0" y="200581"/>
                </a:moveTo>
                <a:lnTo>
                  <a:pt x="1016" y="94451"/>
                </a:lnTo>
                <a:lnTo>
                  <a:pt x="221401" y="0"/>
                </a:lnTo>
                <a:lnTo>
                  <a:pt x="221401" y="108669"/>
                </a:lnTo>
                <a:lnTo>
                  <a:pt x="0" y="20058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 descr=""/>
          <p:cNvSpPr/>
          <p:nvPr/>
        </p:nvSpPr>
        <p:spPr>
          <a:xfrm>
            <a:off x="9270369" y="9088784"/>
            <a:ext cx="221615" cy="205740"/>
          </a:xfrm>
          <a:custGeom>
            <a:avLst/>
            <a:gdLst/>
            <a:ahLst/>
            <a:cxnLst/>
            <a:rect l="l" t="t" r="r" b="b"/>
            <a:pathLst>
              <a:path w="221615" h="205740">
                <a:moveTo>
                  <a:pt x="0" y="205660"/>
                </a:moveTo>
                <a:lnTo>
                  <a:pt x="0" y="94451"/>
                </a:lnTo>
                <a:lnTo>
                  <a:pt x="220386" y="0"/>
                </a:lnTo>
                <a:lnTo>
                  <a:pt x="221401" y="113748"/>
                </a:lnTo>
                <a:lnTo>
                  <a:pt x="0" y="20566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 descr=""/>
          <p:cNvSpPr/>
          <p:nvPr/>
        </p:nvSpPr>
        <p:spPr>
          <a:xfrm>
            <a:off x="9748212" y="8887695"/>
            <a:ext cx="223520" cy="208915"/>
          </a:xfrm>
          <a:custGeom>
            <a:avLst/>
            <a:gdLst/>
            <a:ahLst/>
            <a:cxnLst/>
            <a:rect l="l" t="t" r="r" b="b"/>
            <a:pathLst>
              <a:path w="223520" h="208915">
                <a:moveTo>
                  <a:pt x="1523" y="208706"/>
                </a:moveTo>
                <a:lnTo>
                  <a:pt x="0" y="91912"/>
                </a:lnTo>
                <a:lnTo>
                  <a:pt x="220386" y="0"/>
                </a:lnTo>
                <a:lnTo>
                  <a:pt x="222924" y="119333"/>
                </a:lnTo>
                <a:lnTo>
                  <a:pt x="1523" y="20870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 descr=""/>
          <p:cNvSpPr/>
          <p:nvPr/>
        </p:nvSpPr>
        <p:spPr>
          <a:xfrm>
            <a:off x="10226055" y="8695745"/>
            <a:ext cx="224790" cy="209550"/>
          </a:xfrm>
          <a:custGeom>
            <a:avLst/>
            <a:gdLst/>
            <a:ahLst/>
            <a:cxnLst/>
            <a:rect l="l" t="t" r="r" b="b"/>
            <a:pathLst>
              <a:path w="224790" h="209550">
                <a:moveTo>
                  <a:pt x="3046" y="209214"/>
                </a:moveTo>
                <a:lnTo>
                  <a:pt x="0" y="86833"/>
                </a:lnTo>
                <a:lnTo>
                  <a:pt x="506" y="87342"/>
                </a:lnTo>
                <a:lnTo>
                  <a:pt x="220892" y="0"/>
                </a:lnTo>
                <a:lnTo>
                  <a:pt x="224447" y="124411"/>
                </a:lnTo>
                <a:lnTo>
                  <a:pt x="3046" y="20921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7" name="object 137" descr="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10703897" y="8518522"/>
            <a:ext cx="225971" cy="207183"/>
          </a:xfrm>
          <a:prstGeom prst="rect">
            <a:avLst/>
          </a:prstGeom>
        </p:spPr>
      </p:pic>
      <p:pic>
        <p:nvPicPr>
          <p:cNvPr id="138" name="object 138" descr="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11182248" y="8360088"/>
            <a:ext cx="227494" cy="201597"/>
          </a:xfrm>
          <a:prstGeom prst="rect">
            <a:avLst/>
          </a:prstGeom>
        </p:spPr>
      </p:pic>
      <p:pic>
        <p:nvPicPr>
          <p:cNvPr id="139" name="object 139" descr="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11660596" y="8227044"/>
            <a:ext cx="228511" cy="193472"/>
          </a:xfrm>
          <a:prstGeom prst="rect">
            <a:avLst/>
          </a:prstGeom>
        </p:spPr>
      </p:pic>
      <p:pic>
        <p:nvPicPr>
          <p:cNvPr id="140" name="object 140" descr="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12138438" y="8124467"/>
            <a:ext cx="230034" cy="182301"/>
          </a:xfrm>
          <a:prstGeom prst="rect">
            <a:avLst/>
          </a:prstGeom>
        </p:spPr>
      </p:pic>
      <p:pic>
        <p:nvPicPr>
          <p:cNvPr id="141" name="object 141" descr="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12616788" y="8056422"/>
            <a:ext cx="231557" cy="167574"/>
          </a:xfrm>
          <a:prstGeom prst="rect">
            <a:avLst/>
          </a:prstGeom>
        </p:spPr>
      </p:pic>
      <p:pic>
        <p:nvPicPr>
          <p:cNvPr id="142" name="object 142" descr=""/>
          <p:cNvPicPr/>
          <p:nvPr/>
        </p:nvPicPr>
        <p:blipFill>
          <a:blip r:embed="rId87" cstate="print"/>
          <a:stretch>
            <a:fillRect/>
          </a:stretch>
        </p:blipFill>
        <p:spPr>
          <a:xfrm>
            <a:off x="13095138" y="8033254"/>
            <a:ext cx="232572" cy="146564"/>
          </a:xfrm>
          <a:prstGeom prst="rect">
            <a:avLst/>
          </a:prstGeom>
        </p:spPr>
      </p:pic>
      <p:pic>
        <p:nvPicPr>
          <p:cNvPr id="143" name="object 143" descr=""/>
          <p:cNvPicPr/>
          <p:nvPr/>
        </p:nvPicPr>
        <p:blipFill>
          <a:blip r:embed="rId88" cstate="print"/>
          <a:stretch>
            <a:fillRect/>
          </a:stretch>
        </p:blipFill>
        <p:spPr>
          <a:xfrm>
            <a:off x="13572982" y="8042711"/>
            <a:ext cx="234095" cy="146247"/>
          </a:xfrm>
          <a:prstGeom prst="rect">
            <a:avLst/>
          </a:prstGeom>
        </p:spPr>
      </p:pic>
      <p:pic>
        <p:nvPicPr>
          <p:cNvPr id="144" name="object 144" descr="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14050824" y="8045758"/>
            <a:ext cx="235619" cy="142692"/>
          </a:xfrm>
          <a:prstGeom prst="rect">
            <a:avLst/>
          </a:prstGeom>
        </p:spPr>
      </p:pic>
      <p:pic>
        <p:nvPicPr>
          <p:cNvPr id="145" name="object 145" descr="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14529173" y="8036110"/>
            <a:ext cx="237142" cy="143200"/>
          </a:xfrm>
          <a:prstGeom prst="rect">
            <a:avLst/>
          </a:prstGeom>
        </p:spPr>
      </p:pic>
      <p:pic>
        <p:nvPicPr>
          <p:cNvPr id="146" name="object 146" descr="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15007586" y="8018336"/>
            <a:ext cx="238095" cy="141169"/>
          </a:xfrm>
          <a:prstGeom prst="rect">
            <a:avLst/>
          </a:prstGeom>
        </p:spPr>
      </p:pic>
      <p:sp>
        <p:nvSpPr>
          <p:cNvPr id="147" name="object 147" descr=""/>
          <p:cNvSpPr/>
          <p:nvPr/>
        </p:nvSpPr>
        <p:spPr>
          <a:xfrm>
            <a:off x="15485366" y="7994977"/>
            <a:ext cx="240029" cy="137795"/>
          </a:xfrm>
          <a:custGeom>
            <a:avLst/>
            <a:gdLst/>
            <a:ahLst/>
            <a:cxnLst/>
            <a:rect l="l" t="t" r="r" b="b"/>
            <a:pathLst>
              <a:path w="240030" h="137795">
                <a:moveTo>
                  <a:pt x="18280" y="137614"/>
                </a:moveTo>
                <a:lnTo>
                  <a:pt x="0" y="11171"/>
                </a:lnTo>
                <a:lnTo>
                  <a:pt x="506" y="11679"/>
                </a:lnTo>
                <a:lnTo>
                  <a:pt x="220893" y="0"/>
                </a:lnTo>
                <a:lnTo>
                  <a:pt x="239681" y="122888"/>
                </a:lnTo>
                <a:lnTo>
                  <a:pt x="18280" y="13761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 descr=""/>
          <p:cNvSpPr/>
          <p:nvPr/>
        </p:nvSpPr>
        <p:spPr>
          <a:xfrm>
            <a:off x="15963713" y="7966541"/>
            <a:ext cx="241300" cy="133350"/>
          </a:xfrm>
          <a:custGeom>
            <a:avLst/>
            <a:gdLst/>
            <a:ahLst/>
            <a:cxnLst/>
            <a:rect l="l" t="t" r="r" b="b"/>
            <a:pathLst>
              <a:path w="241300" h="133350">
                <a:moveTo>
                  <a:pt x="19804" y="133044"/>
                </a:moveTo>
                <a:lnTo>
                  <a:pt x="0" y="13710"/>
                </a:lnTo>
                <a:lnTo>
                  <a:pt x="508" y="13710"/>
                </a:lnTo>
                <a:lnTo>
                  <a:pt x="220894" y="0"/>
                </a:lnTo>
                <a:lnTo>
                  <a:pt x="241206" y="115778"/>
                </a:lnTo>
                <a:lnTo>
                  <a:pt x="19804" y="13304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 descr=""/>
          <p:cNvSpPr/>
          <p:nvPr/>
        </p:nvSpPr>
        <p:spPr>
          <a:xfrm>
            <a:off x="16441556" y="7934042"/>
            <a:ext cx="243204" cy="127000"/>
          </a:xfrm>
          <a:custGeom>
            <a:avLst/>
            <a:gdLst/>
            <a:ahLst/>
            <a:cxnLst/>
            <a:rect l="l" t="t" r="r" b="b"/>
            <a:pathLst>
              <a:path w="243205" h="127000">
                <a:moveTo>
                  <a:pt x="21328" y="126443"/>
                </a:moveTo>
                <a:lnTo>
                  <a:pt x="0" y="14726"/>
                </a:lnTo>
                <a:lnTo>
                  <a:pt x="508" y="15234"/>
                </a:lnTo>
                <a:lnTo>
                  <a:pt x="220894" y="0"/>
                </a:lnTo>
                <a:lnTo>
                  <a:pt x="242729" y="107654"/>
                </a:lnTo>
                <a:lnTo>
                  <a:pt x="21328" y="12644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0" name="object 150" descr="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16920415" y="7900019"/>
            <a:ext cx="243744" cy="119333"/>
          </a:xfrm>
          <a:prstGeom prst="rect">
            <a:avLst/>
          </a:prstGeom>
        </p:spPr>
      </p:pic>
      <p:sp>
        <p:nvSpPr>
          <p:cNvPr id="151" name="object 151" descr=""/>
          <p:cNvSpPr/>
          <p:nvPr/>
        </p:nvSpPr>
        <p:spPr>
          <a:xfrm>
            <a:off x="17397750" y="7865996"/>
            <a:ext cx="245745" cy="111760"/>
          </a:xfrm>
          <a:custGeom>
            <a:avLst/>
            <a:gdLst/>
            <a:ahLst/>
            <a:cxnLst/>
            <a:rect l="l" t="t" r="r" b="b"/>
            <a:pathLst>
              <a:path w="245744" h="111759">
                <a:moveTo>
                  <a:pt x="23866" y="111208"/>
                </a:moveTo>
                <a:lnTo>
                  <a:pt x="0" y="15742"/>
                </a:lnTo>
                <a:lnTo>
                  <a:pt x="506" y="15741"/>
                </a:lnTo>
                <a:lnTo>
                  <a:pt x="220892" y="0"/>
                </a:lnTo>
                <a:lnTo>
                  <a:pt x="245267" y="91404"/>
                </a:lnTo>
                <a:lnTo>
                  <a:pt x="23866" y="11120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 descr=""/>
          <p:cNvSpPr/>
          <p:nvPr/>
        </p:nvSpPr>
        <p:spPr>
          <a:xfrm>
            <a:off x="17876099" y="7831973"/>
            <a:ext cx="247015" cy="102870"/>
          </a:xfrm>
          <a:custGeom>
            <a:avLst/>
            <a:gdLst/>
            <a:ahLst/>
            <a:cxnLst/>
            <a:rect l="l" t="t" r="r" b="b"/>
            <a:pathLst>
              <a:path w="247015" h="102870">
                <a:moveTo>
                  <a:pt x="25390" y="102576"/>
                </a:moveTo>
                <a:lnTo>
                  <a:pt x="0" y="15234"/>
                </a:lnTo>
                <a:lnTo>
                  <a:pt x="506" y="15234"/>
                </a:lnTo>
                <a:lnTo>
                  <a:pt x="220893" y="0"/>
                </a:lnTo>
                <a:lnTo>
                  <a:pt x="246791" y="83787"/>
                </a:lnTo>
                <a:lnTo>
                  <a:pt x="25390" y="10257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3" name="object 153" descr="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103519" y="9129915"/>
            <a:ext cx="247807" cy="189410"/>
          </a:xfrm>
          <a:prstGeom prst="rect">
            <a:avLst/>
          </a:prstGeom>
        </p:spPr>
      </p:pic>
      <p:sp>
        <p:nvSpPr>
          <p:cNvPr id="154" name="object 154" descr=""/>
          <p:cNvSpPr/>
          <p:nvPr/>
        </p:nvSpPr>
        <p:spPr>
          <a:xfrm>
            <a:off x="585423" y="9318311"/>
            <a:ext cx="247015" cy="185420"/>
          </a:xfrm>
          <a:custGeom>
            <a:avLst/>
            <a:gdLst/>
            <a:ahLst/>
            <a:cxnLst/>
            <a:rect l="l" t="t" r="r" b="b"/>
            <a:pathLst>
              <a:path w="247015" h="185420">
                <a:moveTo>
                  <a:pt x="222417" y="185348"/>
                </a:moveTo>
                <a:lnTo>
                  <a:pt x="0" y="100037"/>
                </a:lnTo>
                <a:lnTo>
                  <a:pt x="24882" y="0"/>
                </a:lnTo>
                <a:lnTo>
                  <a:pt x="246792" y="88357"/>
                </a:lnTo>
                <a:lnTo>
                  <a:pt x="222417" y="18534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5" name="object 155" descr="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1068344" y="9510768"/>
            <a:ext cx="245268" cy="179254"/>
          </a:xfrm>
          <a:prstGeom prst="rect">
            <a:avLst/>
          </a:prstGeom>
        </p:spPr>
      </p:pic>
      <p:sp>
        <p:nvSpPr>
          <p:cNvPr id="156" name="object 156" descr=""/>
          <p:cNvSpPr/>
          <p:nvPr/>
        </p:nvSpPr>
        <p:spPr>
          <a:xfrm>
            <a:off x="1550756" y="9701703"/>
            <a:ext cx="243840" cy="171450"/>
          </a:xfrm>
          <a:custGeom>
            <a:avLst/>
            <a:gdLst/>
            <a:ahLst/>
            <a:cxnLst/>
            <a:rect l="l" t="t" r="r" b="b"/>
            <a:pathLst>
              <a:path w="243839" h="171450">
                <a:moveTo>
                  <a:pt x="222417" y="171129"/>
                </a:moveTo>
                <a:lnTo>
                  <a:pt x="0" y="87342"/>
                </a:lnTo>
                <a:lnTo>
                  <a:pt x="21835" y="0"/>
                </a:lnTo>
                <a:lnTo>
                  <a:pt x="21835" y="507"/>
                </a:lnTo>
                <a:lnTo>
                  <a:pt x="243745" y="86833"/>
                </a:lnTo>
                <a:lnTo>
                  <a:pt x="222417" y="17112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 descr=""/>
          <p:cNvSpPr/>
          <p:nvPr/>
        </p:nvSpPr>
        <p:spPr>
          <a:xfrm>
            <a:off x="2033676" y="9887557"/>
            <a:ext cx="242570" cy="161290"/>
          </a:xfrm>
          <a:custGeom>
            <a:avLst/>
            <a:gdLst/>
            <a:ahLst/>
            <a:cxnLst/>
            <a:rect l="l" t="t" r="r" b="b"/>
            <a:pathLst>
              <a:path w="242569" h="161290">
                <a:moveTo>
                  <a:pt x="20774" y="174"/>
                </a:moveTo>
                <a:lnTo>
                  <a:pt x="20309" y="0"/>
                </a:lnTo>
                <a:lnTo>
                  <a:pt x="20820" y="0"/>
                </a:lnTo>
                <a:lnTo>
                  <a:pt x="20774" y="174"/>
                </a:lnTo>
                <a:close/>
              </a:path>
              <a:path w="242569" h="161290">
                <a:moveTo>
                  <a:pt x="222417" y="160974"/>
                </a:moveTo>
                <a:lnTo>
                  <a:pt x="0" y="81248"/>
                </a:lnTo>
                <a:lnTo>
                  <a:pt x="10219" y="41005"/>
                </a:lnTo>
                <a:lnTo>
                  <a:pt x="15067" y="22121"/>
                </a:lnTo>
                <a:lnTo>
                  <a:pt x="20774" y="174"/>
                </a:lnTo>
                <a:lnTo>
                  <a:pt x="242221" y="82264"/>
                </a:lnTo>
                <a:lnTo>
                  <a:pt x="232129" y="122000"/>
                </a:lnTo>
                <a:lnTo>
                  <a:pt x="227582" y="140106"/>
                </a:lnTo>
                <a:lnTo>
                  <a:pt x="222417" y="16097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 descr=""/>
          <p:cNvSpPr/>
          <p:nvPr/>
        </p:nvSpPr>
        <p:spPr>
          <a:xfrm>
            <a:off x="2515581" y="10062242"/>
            <a:ext cx="241300" cy="149860"/>
          </a:xfrm>
          <a:custGeom>
            <a:avLst/>
            <a:gdLst/>
            <a:ahLst/>
            <a:cxnLst/>
            <a:rect l="l" t="t" r="r" b="b"/>
            <a:pathLst>
              <a:path w="241300" h="149859">
                <a:moveTo>
                  <a:pt x="222417" y="149294"/>
                </a:moveTo>
                <a:lnTo>
                  <a:pt x="91087" y="106662"/>
                </a:lnTo>
                <a:lnTo>
                  <a:pt x="0" y="76170"/>
                </a:lnTo>
                <a:lnTo>
                  <a:pt x="19296" y="0"/>
                </a:lnTo>
                <a:lnTo>
                  <a:pt x="150297" y="45227"/>
                </a:lnTo>
                <a:lnTo>
                  <a:pt x="241206" y="75662"/>
                </a:lnTo>
                <a:lnTo>
                  <a:pt x="222417" y="14929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 descr=""/>
          <p:cNvSpPr/>
          <p:nvPr/>
        </p:nvSpPr>
        <p:spPr>
          <a:xfrm>
            <a:off x="2999730" y="10220676"/>
            <a:ext cx="238125" cy="66675"/>
          </a:xfrm>
          <a:custGeom>
            <a:avLst/>
            <a:gdLst/>
            <a:ahLst/>
            <a:cxnLst/>
            <a:rect l="l" t="t" r="r" b="b"/>
            <a:pathLst>
              <a:path w="238125" h="66675">
                <a:moveTo>
                  <a:pt x="237771" y="66322"/>
                </a:moveTo>
                <a:lnTo>
                  <a:pt x="0" y="66322"/>
                </a:lnTo>
                <a:lnTo>
                  <a:pt x="16544" y="0"/>
                </a:lnTo>
                <a:lnTo>
                  <a:pt x="147544" y="39815"/>
                </a:lnTo>
                <a:lnTo>
                  <a:pt x="237771" y="6632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 descr=""/>
          <p:cNvSpPr/>
          <p:nvPr/>
        </p:nvSpPr>
        <p:spPr>
          <a:xfrm>
            <a:off x="6901472" y="10231848"/>
            <a:ext cx="186055" cy="55244"/>
          </a:xfrm>
          <a:custGeom>
            <a:avLst/>
            <a:gdLst/>
            <a:ahLst/>
            <a:cxnLst/>
            <a:rect l="l" t="t" r="r" b="b"/>
            <a:pathLst>
              <a:path w="186054" h="55245">
                <a:moveTo>
                  <a:pt x="181601" y="55150"/>
                </a:moveTo>
                <a:lnTo>
                  <a:pt x="0" y="55150"/>
                </a:lnTo>
                <a:lnTo>
                  <a:pt x="94945" y="27372"/>
                </a:lnTo>
                <a:lnTo>
                  <a:pt x="185853" y="0"/>
                </a:lnTo>
                <a:lnTo>
                  <a:pt x="181601" y="5515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1" name="object 161" descr=""/>
          <p:cNvPicPr/>
          <p:nvPr/>
        </p:nvPicPr>
        <p:blipFill>
          <a:blip r:embed="rId95" cstate="print"/>
          <a:stretch>
            <a:fillRect/>
          </a:stretch>
        </p:blipFill>
        <p:spPr>
          <a:xfrm>
            <a:off x="7341227" y="10074936"/>
            <a:ext cx="226987" cy="155387"/>
          </a:xfrm>
          <a:prstGeom prst="rect">
            <a:avLst/>
          </a:prstGeom>
        </p:spPr>
      </p:pic>
      <p:sp>
        <p:nvSpPr>
          <p:cNvPr id="162" name="object 162" descr=""/>
          <p:cNvSpPr/>
          <p:nvPr/>
        </p:nvSpPr>
        <p:spPr>
          <a:xfrm>
            <a:off x="7824148" y="9901269"/>
            <a:ext cx="226060" cy="168275"/>
          </a:xfrm>
          <a:custGeom>
            <a:avLst/>
            <a:gdLst/>
            <a:ahLst/>
            <a:cxnLst/>
            <a:rect l="l" t="t" r="r" b="b"/>
            <a:pathLst>
              <a:path w="226059" h="168275">
                <a:moveTo>
                  <a:pt x="0" y="168082"/>
                </a:moveTo>
                <a:lnTo>
                  <a:pt x="4062" y="81756"/>
                </a:lnTo>
                <a:lnTo>
                  <a:pt x="3554" y="81756"/>
                </a:lnTo>
                <a:lnTo>
                  <a:pt x="225464" y="0"/>
                </a:lnTo>
                <a:lnTo>
                  <a:pt x="222417" y="89372"/>
                </a:lnTo>
                <a:lnTo>
                  <a:pt x="0" y="16808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 descr=""/>
          <p:cNvSpPr/>
          <p:nvPr/>
        </p:nvSpPr>
        <p:spPr>
          <a:xfrm>
            <a:off x="8306053" y="9716428"/>
            <a:ext cx="224790" cy="179070"/>
          </a:xfrm>
          <a:custGeom>
            <a:avLst/>
            <a:gdLst/>
            <a:ahLst/>
            <a:cxnLst/>
            <a:rect l="l" t="t" r="r" b="b"/>
            <a:pathLst>
              <a:path w="224790" h="179070">
                <a:moveTo>
                  <a:pt x="0" y="178746"/>
                </a:moveTo>
                <a:lnTo>
                  <a:pt x="2539" y="85818"/>
                </a:lnTo>
                <a:lnTo>
                  <a:pt x="2539" y="86326"/>
                </a:lnTo>
                <a:lnTo>
                  <a:pt x="224448" y="0"/>
                </a:lnTo>
                <a:lnTo>
                  <a:pt x="222418" y="95467"/>
                </a:lnTo>
                <a:lnTo>
                  <a:pt x="0" y="17874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 descr=""/>
          <p:cNvSpPr/>
          <p:nvPr/>
        </p:nvSpPr>
        <p:spPr>
          <a:xfrm>
            <a:off x="8789480" y="9524986"/>
            <a:ext cx="222885" cy="187960"/>
          </a:xfrm>
          <a:custGeom>
            <a:avLst/>
            <a:gdLst/>
            <a:ahLst/>
            <a:cxnLst/>
            <a:rect l="l" t="t" r="r" b="b"/>
            <a:pathLst>
              <a:path w="222884" h="187959">
                <a:moveTo>
                  <a:pt x="0" y="187886"/>
                </a:moveTo>
                <a:lnTo>
                  <a:pt x="1016" y="88865"/>
                </a:lnTo>
                <a:lnTo>
                  <a:pt x="508" y="88865"/>
                </a:lnTo>
                <a:lnTo>
                  <a:pt x="222418" y="0"/>
                </a:lnTo>
                <a:lnTo>
                  <a:pt x="222418" y="102068"/>
                </a:lnTo>
                <a:lnTo>
                  <a:pt x="0" y="18788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 descr=""/>
          <p:cNvSpPr/>
          <p:nvPr/>
        </p:nvSpPr>
        <p:spPr>
          <a:xfrm>
            <a:off x="9270878" y="9332530"/>
            <a:ext cx="223520" cy="194945"/>
          </a:xfrm>
          <a:custGeom>
            <a:avLst/>
            <a:gdLst/>
            <a:ahLst/>
            <a:cxnLst/>
            <a:rect l="l" t="t" r="r" b="b"/>
            <a:pathLst>
              <a:path w="223520" h="194945">
                <a:moveTo>
                  <a:pt x="507" y="194488"/>
                </a:moveTo>
                <a:lnTo>
                  <a:pt x="507" y="88865"/>
                </a:lnTo>
                <a:lnTo>
                  <a:pt x="0" y="88865"/>
                </a:lnTo>
                <a:lnTo>
                  <a:pt x="221910" y="0"/>
                </a:lnTo>
                <a:lnTo>
                  <a:pt x="222925" y="108669"/>
                </a:lnTo>
                <a:lnTo>
                  <a:pt x="507" y="19448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 descr=""/>
          <p:cNvSpPr/>
          <p:nvPr/>
        </p:nvSpPr>
        <p:spPr>
          <a:xfrm>
            <a:off x="9752274" y="9144135"/>
            <a:ext cx="224790" cy="198755"/>
          </a:xfrm>
          <a:custGeom>
            <a:avLst/>
            <a:gdLst/>
            <a:ahLst/>
            <a:cxnLst/>
            <a:rect l="l" t="t" r="r" b="b"/>
            <a:pathLst>
              <a:path w="224790" h="198754">
                <a:moveTo>
                  <a:pt x="2030" y="198550"/>
                </a:moveTo>
                <a:lnTo>
                  <a:pt x="0" y="86326"/>
                </a:lnTo>
                <a:lnTo>
                  <a:pt x="173237" y="18678"/>
                </a:lnTo>
                <a:lnTo>
                  <a:pt x="221909" y="0"/>
                </a:lnTo>
                <a:lnTo>
                  <a:pt x="224447" y="115271"/>
                </a:lnTo>
                <a:lnTo>
                  <a:pt x="2030" y="19855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7" name="object 167" descr=""/>
          <p:cNvPicPr/>
          <p:nvPr/>
        </p:nvPicPr>
        <p:blipFill>
          <a:blip r:embed="rId96" cstate="print"/>
          <a:stretch>
            <a:fillRect/>
          </a:stretch>
        </p:blipFill>
        <p:spPr>
          <a:xfrm>
            <a:off x="10233163" y="8963866"/>
            <a:ext cx="225971" cy="200074"/>
          </a:xfrm>
          <a:prstGeom prst="rect">
            <a:avLst/>
          </a:prstGeom>
        </p:spPr>
      </p:pic>
      <p:pic>
        <p:nvPicPr>
          <p:cNvPr id="168" name="object 168" descr=""/>
          <p:cNvPicPr/>
          <p:nvPr/>
        </p:nvPicPr>
        <p:blipFill>
          <a:blip r:embed="rId97" cstate="print"/>
          <a:stretch>
            <a:fillRect/>
          </a:stretch>
        </p:blipFill>
        <p:spPr>
          <a:xfrm>
            <a:off x="10714560" y="8797306"/>
            <a:ext cx="226987" cy="199058"/>
          </a:xfrm>
          <a:prstGeom prst="rect">
            <a:avLst/>
          </a:prstGeom>
        </p:spPr>
      </p:pic>
      <p:pic>
        <p:nvPicPr>
          <p:cNvPr id="169" name="object 169" descr="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11195449" y="8649027"/>
            <a:ext cx="228511" cy="196011"/>
          </a:xfrm>
          <a:prstGeom prst="rect">
            <a:avLst/>
          </a:prstGeom>
        </p:spPr>
      </p:pic>
      <p:pic>
        <p:nvPicPr>
          <p:cNvPr id="170" name="object 170" descr=""/>
          <p:cNvPicPr/>
          <p:nvPr/>
        </p:nvPicPr>
        <p:blipFill>
          <a:blip r:embed="rId99" cstate="print"/>
          <a:stretch>
            <a:fillRect/>
          </a:stretch>
        </p:blipFill>
        <p:spPr>
          <a:xfrm>
            <a:off x="11676846" y="8524108"/>
            <a:ext cx="230032" cy="189410"/>
          </a:xfrm>
          <a:prstGeom prst="rect">
            <a:avLst/>
          </a:prstGeom>
        </p:spPr>
      </p:pic>
      <p:pic>
        <p:nvPicPr>
          <p:cNvPr id="171" name="object 171" descr="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12157839" y="8428133"/>
            <a:ext cx="231453" cy="179254"/>
          </a:xfrm>
          <a:prstGeom prst="rect">
            <a:avLst/>
          </a:prstGeom>
        </p:spPr>
      </p:pic>
      <p:pic>
        <p:nvPicPr>
          <p:cNvPr id="172" name="object 172" descr="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13120020" y="8345234"/>
            <a:ext cx="234095" cy="148405"/>
          </a:xfrm>
          <a:prstGeom prst="rect">
            <a:avLst/>
          </a:prstGeom>
        </p:spPr>
      </p:pic>
      <p:pic>
        <p:nvPicPr>
          <p:cNvPr id="173" name="object 173" descr=""/>
          <p:cNvPicPr/>
          <p:nvPr/>
        </p:nvPicPr>
        <p:blipFill>
          <a:blip r:embed="rId102" cstate="print"/>
          <a:stretch>
            <a:fillRect/>
          </a:stretch>
        </p:blipFill>
        <p:spPr>
          <a:xfrm>
            <a:off x="12639132" y="8365673"/>
            <a:ext cx="232573" cy="167067"/>
          </a:xfrm>
          <a:prstGeom prst="rect">
            <a:avLst/>
          </a:prstGeom>
        </p:spPr>
      </p:pic>
      <p:pic>
        <p:nvPicPr>
          <p:cNvPr id="174" name="object 174" descr=""/>
          <p:cNvPicPr/>
          <p:nvPr/>
        </p:nvPicPr>
        <p:blipFill>
          <a:blip r:embed="rId103" cstate="print"/>
          <a:stretch>
            <a:fillRect/>
          </a:stretch>
        </p:blipFill>
        <p:spPr>
          <a:xfrm>
            <a:off x="13601417" y="8354502"/>
            <a:ext cx="235619" cy="144977"/>
          </a:xfrm>
          <a:prstGeom prst="rect">
            <a:avLst/>
          </a:prstGeom>
        </p:spPr>
      </p:pic>
      <p:pic>
        <p:nvPicPr>
          <p:cNvPr id="175" name="object 175" descr=""/>
          <p:cNvPicPr/>
          <p:nvPr/>
        </p:nvPicPr>
        <p:blipFill>
          <a:blip r:embed="rId104" cstate="print"/>
          <a:stretch>
            <a:fillRect/>
          </a:stretch>
        </p:blipFill>
        <p:spPr>
          <a:xfrm>
            <a:off x="14082306" y="8347901"/>
            <a:ext cx="237142" cy="145739"/>
          </a:xfrm>
          <a:prstGeom prst="rect">
            <a:avLst/>
          </a:prstGeom>
        </p:spPr>
      </p:pic>
      <p:sp>
        <p:nvSpPr>
          <p:cNvPr id="176" name="object 176" descr=""/>
          <p:cNvSpPr/>
          <p:nvPr/>
        </p:nvSpPr>
        <p:spPr>
          <a:xfrm>
            <a:off x="14563703" y="8328097"/>
            <a:ext cx="238760" cy="146685"/>
          </a:xfrm>
          <a:custGeom>
            <a:avLst/>
            <a:gdLst/>
            <a:ahLst/>
            <a:cxnLst/>
            <a:rect l="l" t="t" r="r" b="b"/>
            <a:pathLst>
              <a:path w="238759" h="146684">
                <a:moveTo>
                  <a:pt x="15741" y="146246"/>
                </a:moveTo>
                <a:lnTo>
                  <a:pt x="0" y="10663"/>
                </a:lnTo>
                <a:lnTo>
                  <a:pt x="221909" y="0"/>
                </a:lnTo>
                <a:lnTo>
                  <a:pt x="238159" y="132536"/>
                </a:lnTo>
                <a:lnTo>
                  <a:pt x="75488" y="142819"/>
                </a:lnTo>
                <a:lnTo>
                  <a:pt x="15741" y="14624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7" name="object 177" descr=""/>
          <p:cNvPicPr/>
          <p:nvPr/>
        </p:nvPicPr>
        <p:blipFill>
          <a:blip r:embed="rId105" cstate="print"/>
          <a:stretch>
            <a:fillRect/>
          </a:stretch>
        </p:blipFill>
        <p:spPr>
          <a:xfrm>
            <a:off x="15044593" y="8297120"/>
            <a:ext cx="239682" cy="144216"/>
          </a:xfrm>
          <a:prstGeom prst="rect">
            <a:avLst/>
          </a:prstGeom>
        </p:spPr>
      </p:pic>
      <p:sp>
        <p:nvSpPr>
          <p:cNvPr id="178" name="object 178" descr=""/>
          <p:cNvSpPr/>
          <p:nvPr/>
        </p:nvSpPr>
        <p:spPr>
          <a:xfrm>
            <a:off x="15525990" y="8258527"/>
            <a:ext cx="241300" cy="140335"/>
          </a:xfrm>
          <a:custGeom>
            <a:avLst/>
            <a:gdLst/>
            <a:ahLst/>
            <a:cxnLst/>
            <a:rect l="l" t="t" r="r" b="b"/>
            <a:pathLst>
              <a:path w="241300" h="140334">
                <a:moveTo>
                  <a:pt x="18788" y="140153"/>
                </a:moveTo>
                <a:lnTo>
                  <a:pt x="0" y="18788"/>
                </a:lnTo>
                <a:lnTo>
                  <a:pt x="221909" y="0"/>
                </a:lnTo>
                <a:lnTo>
                  <a:pt x="241206" y="117302"/>
                </a:lnTo>
                <a:lnTo>
                  <a:pt x="78534" y="134297"/>
                </a:lnTo>
                <a:lnTo>
                  <a:pt x="18788" y="14015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9" name="object 179" descr=""/>
          <p:cNvPicPr/>
          <p:nvPr/>
        </p:nvPicPr>
        <p:blipFill>
          <a:blip r:embed="rId106" cstate="print"/>
          <a:stretch>
            <a:fillRect/>
          </a:stretch>
        </p:blipFill>
        <p:spPr>
          <a:xfrm>
            <a:off x="16006934" y="8212318"/>
            <a:ext cx="242673" cy="134059"/>
          </a:xfrm>
          <a:prstGeom prst="rect">
            <a:avLst/>
          </a:prstGeom>
        </p:spPr>
      </p:pic>
      <p:sp>
        <p:nvSpPr>
          <p:cNvPr id="180" name="object 180" descr=""/>
          <p:cNvSpPr/>
          <p:nvPr/>
        </p:nvSpPr>
        <p:spPr>
          <a:xfrm>
            <a:off x="16487767" y="8162552"/>
            <a:ext cx="243840" cy="127000"/>
          </a:xfrm>
          <a:custGeom>
            <a:avLst/>
            <a:gdLst/>
            <a:ahLst/>
            <a:cxnLst/>
            <a:rect l="l" t="t" r="r" b="b"/>
            <a:pathLst>
              <a:path w="243840" h="127000">
                <a:moveTo>
                  <a:pt x="21327" y="126950"/>
                </a:moveTo>
                <a:lnTo>
                  <a:pt x="0" y="23358"/>
                </a:lnTo>
                <a:lnTo>
                  <a:pt x="221909" y="0"/>
                </a:lnTo>
                <a:lnTo>
                  <a:pt x="243744" y="99021"/>
                </a:lnTo>
                <a:lnTo>
                  <a:pt x="21327" y="12695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 descr=""/>
          <p:cNvSpPr/>
          <p:nvPr/>
        </p:nvSpPr>
        <p:spPr>
          <a:xfrm>
            <a:off x="16969164" y="8110249"/>
            <a:ext cx="245745" cy="118745"/>
          </a:xfrm>
          <a:custGeom>
            <a:avLst/>
            <a:gdLst/>
            <a:ahLst/>
            <a:cxnLst/>
            <a:rect l="l" t="t" r="r" b="b"/>
            <a:pathLst>
              <a:path w="245744" h="118745">
                <a:moveTo>
                  <a:pt x="22850" y="118318"/>
                </a:moveTo>
                <a:lnTo>
                  <a:pt x="0" y="24374"/>
                </a:lnTo>
                <a:lnTo>
                  <a:pt x="221909" y="0"/>
                </a:lnTo>
                <a:lnTo>
                  <a:pt x="245268" y="89373"/>
                </a:lnTo>
                <a:lnTo>
                  <a:pt x="22850" y="11831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 descr=""/>
          <p:cNvSpPr/>
          <p:nvPr/>
        </p:nvSpPr>
        <p:spPr>
          <a:xfrm>
            <a:off x="17450052" y="8057438"/>
            <a:ext cx="247015" cy="109220"/>
          </a:xfrm>
          <a:custGeom>
            <a:avLst/>
            <a:gdLst/>
            <a:ahLst/>
            <a:cxnLst/>
            <a:rect l="l" t="t" r="r" b="b"/>
            <a:pathLst>
              <a:path w="247015" h="109220">
                <a:moveTo>
                  <a:pt x="24373" y="108669"/>
                </a:moveTo>
                <a:lnTo>
                  <a:pt x="0" y="24374"/>
                </a:lnTo>
                <a:lnTo>
                  <a:pt x="221909" y="0"/>
                </a:lnTo>
                <a:lnTo>
                  <a:pt x="246791" y="80232"/>
                </a:lnTo>
                <a:lnTo>
                  <a:pt x="24373" y="10866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 descr=""/>
          <p:cNvSpPr/>
          <p:nvPr/>
        </p:nvSpPr>
        <p:spPr>
          <a:xfrm>
            <a:off x="17931449" y="8006150"/>
            <a:ext cx="248920" cy="99060"/>
          </a:xfrm>
          <a:custGeom>
            <a:avLst/>
            <a:gdLst/>
            <a:ahLst/>
            <a:cxnLst/>
            <a:rect l="l" t="t" r="r" b="b"/>
            <a:pathLst>
              <a:path w="248919" h="99059">
                <a:moveTo>
                  <a:pt x="25896" y="98513"/>
                </a:moveTo>
                <a:lnTo>
                  <a:pt x="506" y="23358"/>
                </a:lnTo>
                <a:lnTo>
                  <a:pt x="0" y="23358"/>
                </a:lnTo>
                <a:lnTo>
                  <a:pt x="221909" y="0"/>
                </a:lnTo>
                <a:lnTo>
                  <a:pt x="248314" y="71092"/>
                </a:lnTo>
                <a:lnTo>
                  <a:pt x="25896" y="9851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 descr=""/>
          <p:cNvSpPr/>
          <p:nvPr/>
        </p:nvSpPr>
        <p:spPr>
          <a:xfrm>
            <a:off x="46137" y="9360459"/>
            <a:ext cx="250190" cy="180975"/>
          </a:xfrm>
          <a:custGeom>
            <a:avLst/>
            <a:gdLst/>
            <a:ahLst/>
            <a:cxnLst/>
            <a:rect l="l" t="t" r="r" b="b"/>
            <a:pathLst>
              <a:path w="250190" h="180975">
                <a:moveTo>
                  <a:pt x="223941" y="180777"/>
                </a:moveTo>
                <a:lnTo>
                  <a:pt x="0" y="105114"/>
                </a:lnTo>
                <a:lnTo>
                  <a:pt x="26405" y="0"/>
                </a:lnTo>
                <a:lnTo>
                  <a:pt x="249839" y="79217"/>
                </a:lnTo>
                <a:lnTo>
                  <a:pt x="223941" y="18077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 descr=""/>
          <p:cNvSpPr/>
          <p:nvPr/>
        </p:nvSpPr>
        <p:spPr>
          <a:xfrm>
            <a:off x="531596" y="9533620"/>
            <a:ext cx="248920" cy="175895"/>
          </a:xfrm>
          <a:custGeom>
            <a:avLst/>
            <a:gdLst/>
            <a:ahLst/>
            <a:cxnLst/>
            <a:rect l="l" t="t" r="r" b="b"/>
            <a:pathLst>
              <a:path w="248920" h="175895">
                <a:moveTo>
                  <a:pt x="223941" y="175700"/>
                </a:moveTo>
                <a:lnTo>
                  <a:pt x="0" y="97498"/>
                </a:lnTo>
                <a:lnTo>
                  <a:pt x="24882" y="0"/>
                </a:lnTo>
                <a:lnTo>
                  <a:pt x="248315" y="81756"/>
                </a:lnTo>
                <a:lnTo>
                  <a:pt x="223941" y="17570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6" name="object 186" descr=""/>
          <p:cNvPicPr/>
          <p:nvPr/>
        </p:nvPicPr>
        <p:blipFill>
          <a:blip r:embed="rId107" cstate="print"/>
          <a:stretch>
            <a:fillRect/>
          </a:stretch>
        </p:blipFill>
        <p:spPr>
          <a:xfrm>
            <a:off x="1017563" y="9710843"/>
            <a:ext cx="246792" cy="169098"/>
          </a:xfrm>
          <a:prstGeom prst="rect">
            <a:avLst/>
          </a:prstGeom>
        </p:spPr>
      </p:pic>
      <p:sp>
        <p:nvSpPr>
          <p:cNvPr id="187" name="object 187" descr=""/>
          <p:cNvSpPr/>
          <p:nvPr/>
        </p:nvSpPr>
        <p:spPr>
          <a:xfrm>
            <a:off x="1502515" y="9888066"/>
            <a:ext cx="246379" cy="160020"/>
          </a:xfrm>
          <a:custGeom>
            <a:avLst/>
            <a:gdLst/>
            <a:ahLst/>
            <a:cxnLst/>
            <a:rect l="l" t="t" r="r" b="b"/>
            <a:pathLst>
              <a:path w="246380" h="160020">
                <a:moveTo>
                  <a:pt x="223940" y="159958"/>
                </a:moveTo>
                <a:lnTo>
                  <a:pt x="0" y="82772"/>
                </a:lnTo>
                <a:lnTo>
                  <a:pt x="6061" y="60627"/>
                </a:lnTo>
                <a:lnTo>
                  <a:pt x="16281" y="22430"/>
                </a:lnTo>
                <a:lnTo>
                  <a:pt x="22343" y="0"/>
                </a:lnTo>
                <a:lnTo>
                  <a:pt x="245776" y="80232"/>
                </a:lnTo>
                <a:lnTo>
                  <a:pt x="239936" y="101973"/>
                </a:lnTo>
                <a:lnTo>
                  <a:pt x="234858" y="120476"/>
                </a:lnTo>
                <a:lnTo>
                  <a:pt x="229780" y="138788"/>
                </a:lnTo>
                <a:lnTo>
                  <a:pt x="223940" y="15995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 descr=""/>
          <p:cNvSpPr/>
          <p:nvPr/>
        </p:nvSpPr>
        <p:spPr>
          <a:xfrm>
            <a:off x="1988481" y="10060211"/>
            <a:ext cx="244475" cy="149860"/>
          </a:xfrm>
          <a:custGeom>
            <a:avLst/>
            <a:gdLst/>
            <a:ahLst/>
            <a:cxnLst/>
            <a:rect l="l" t="t" r="r" b="b"/>
            <a:pathLst>
              <a:path w="244475" h="149859">
                <a:moveTo>
                  <a:pt x="223941" y="149294"/>
                </a:moveTo>
                <a:lnTo>
                  <a:pt x="0" y="76170"/>
                </a:lnTo>
                <a:lnTo>
                  <a:pt x="20820" y="0"/>
                </a:lnTo>
                <a:lnTo>
                  <a:pt x="244253" y="76170"/>
                </a:lnTo>
                <a:lnTo>
                  <a:pt x="223941" y="14929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 descr=""/>
          <p:cNvSpPr/>
          <p:nvPr/>
        </p:nvSpPr>
        <p:spPr>
          <a:xfrm>
            <a:off x="2475417" y="10222708"/>
            <a:ext cx="222885" cy="64769"/>
          </a:xfrm>
          <a:custGeom>
            <a:avLst/>
            <a:gdLst/>
            <a:ahLst/>
            <a:cxnLst/>
            <a:rect l="l" t="t" r="r" b="b"/>
            <a:pathLst>
              <a:path w="222885" h="64770">
                <a:moveTo>
                  <a:pt x="222413" y="64290"/>
                </a:moveTo>
                <a:lnTo>
                  <a:pt x="0" y="64290"/>
                </a:lnTo>
                <a:lnTo>
                  <a:pt x="17820" y="0"/>
                </a:lnTo>
                <a:lnTo>
                  <a:pt x="149735" y="41899"/>
                </a:lnTo>
                <a:lnTo>
                  <a:pt x="222413" y="6429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 descr=""/>
          <p:cNvSpPr/>
          <p:nvPr/>
        </p:nvSpPr>
        <p:spPr>
          <a:xfrm>
            <a:off x="7442693" y="10250637"/>
            <a:ext cx="116205" cy="36830"/>
          </a:xfrm>
          <a:custGeom>
            <a:avLst/>
            <a:gdLst/>
            <a:ahLst/>
            <a:cxnLst/>
            <a:rect l="l" t="t" r="r" b="b"/>
            <a:pathLst>
              <a:path w="116204" h="36829">
                <a:moveTo>
                  <a:pt x="113703" y="36362"/>
                </a:moveTo>
                <a:lnTo>
                  <a:pt x="0" y="36362"/>
                </a:lnTo>
                <a:lnTo>
                  <a:pt x="66896" y="15518"/>
                </a:lnTo>
                <a:lnTo>
                  <a:pt x="115873" y="0"/>
                </a:lnTo>
                <a:lnTo>
                  <a:pt x="113703" y="3636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 descr=""/>
          <p:cNvSpPr/>
          <p:nvPr/>
        </p:nvSpPr>
        <p:spPr>
          <a:xfrm>
            <a:off x="7815515" y="10090680"/>
            <a:ext cx="227329" cy="154940"/>
          </a:xfrm>
          <a:custGeom>
            <a:avLst/>
            <a:gdLst/>
            <a:ahLst/>
            <a:cxnLst/>
            <a:rect l="l" t="t" r="r" b="b"/>
            <a:pathLst>
              <a:path w="227329" h="154940">
                <a:moveTo>
                  <a:pt x="0" y="154879"/>
                </a:moveTo>
                <a:lnTo>
                  <a:pt x="4062" y="75662"/>
                </a:lnTo>
                <a:lnTo>
                  <a:pt x="3555" y="75154"/>
                </a:lnTo>
                <a:lnTo>
                  <a:pt x="226987" y="0"/>
                </a:lnTo>
                <a:lnTo>
                  <a:pt x="223940" y="82772"/>
                </a:lnTo>
                <a:lnTo>
                  <a:pt x="0" y="15487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 descr=""/>
          <p:cNvSpPr/>
          <p:nvPr/>
        </p:nvSpPr>
        <p:spPr>
          <a:xfrm>
            <a:off x="8300975" y="9920057"/>
            <a:ext cx="226060" cy="166370"/>
          </a:xfrm>
          <a:custGeom>
            <a:avLst/>
            <a:gdLst/>
            <a:ahLst/>
            <a:cxnLst/>
            <a:rect l="l" t="t" r="r" b="b"/>
            <a:pathLst>
              <a:path w="226059" h="166370">
                <a:moveTo>
                  <a:pt x="0" y="166051"/>
                </a:moveTo>
                <a:lnTo>
                  <a:pt x="2539" y="79725"/>
                </a:lnTo>
                <a:lnTo>
                  <a:pt x="225971" y="0"/>
                </a:lnTo>
                <a:lnTo>
                  <a:pt x="223940" y="89881"/>
                </a:lnTo>
                <a:lnTo>
                  <a:pt x="0" y="16605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3" name="object 193" descr=""/>
          <p:cNvPicPr/>
          <p:nvPr/>
        </p:nvPicPr>
        <p:blipFill>
          <a:blip r:embed="rId108" cstate="print"/>
          <a:stretch>
            <a:fillRect/>
          </a:stretch>
        </p:blipFill>
        <p:spPr>
          <a:xfrm>
            <a:off x="8786941" y="9743342"/>
            <a:ext cx="223940" cy="175191"/>
          </a:xfrm>
          <a:prstGeom prst="rect">
            <a:avLst/>
          </a:prstGeom>
        </p:spPr>
      </p:pic>
      <p:sp>
        <p:nvSpPr>
          <p:cNvPr id="194" name="object 194" descr=""/>
          <p:cNvSpPr/>
          <p:nvPr/>
        </p:nvSpPr>
        <p:spPr>
          <a:xfrm>
            <a:off x="9271893" y="9565611"/>
            <a:ext cx="224790" cy="182880"/>
          </a:xfrm>
          <a:custGeom>
            <a:avLst/>
            <a:gdLst/>
            <a:ahLst/>
            <a:cxnLst/>
            <a:rect l="l" t="t" r="r" b="b"/>
            <a:pathLst>
              <a:path w="224790" h="182879">
                <a:moveTo>
                  <a:pt x="506" y="182808"/>
                </a:moveTo>
                <a:lnTo>
                  <a:pt x="506" y="81755"/>
                </a:lnTo>
                <a:lnTo>
                  <a:pt x="0" y="81756"/>
                </a:lnTo>
                <a:lnTo>
                  <a:pt x="223432" y="0"/>
                </a:lnTo>
                <a:lnTo>
                  <a:pt x="224447" y="104607"/>
                </a:lnTo>
                <a:lnTo>
                  <a:pt x="506" y="18280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5" name="object 195" descr=""/>
          <p:cNvPicPr/>
          <p:nvPr/>
        </p:nvPicPr>
        <p:blipFill>
          <a:blip r:embed="rId109" cstate="print"/>
          <a:stretch>
            <a:fillRect/>
          </a:stretch>
        </p:blipFill>
        <p:spPr>
          <a:xfrm>
            <a:off x="9755839" y="9391434"/>
            <a:ext cx="225961" cy="187886"/>
          </a:xfrm>
          <a:prstGeom prst="rect">
            <a:avLst/>
          </a:prstGeom>
        </p:spPr>
      </p:pic>
      <p:pic>
        <p:nvPicPr>
          <p:cNvPr id="196" name="object 196" descr=""/>
          <p:cNvPicPr/>
          <p:nvPr/>
        </p:nvPicPr>
        <p:blipFill>
          <a:blip r:embed="rId110" cstate="print"/>
          <a:stretch>
            <a:fillRect/>
          </a:stretch>
        </p:blipFill>
        <p:spPr>
          <a:xfrm>
            <a:off x="10240273" y="9225384"/>
            <a:ext cx="227495" cy="190933"/>
          </a:xfrm>
          <a:prstGeom prst="rect">
            <a:avLst/>
          </a:prstGeom>
        </p:spPr>
      </p:pic>
      <p:pic>
        <p:nvPicPr>
          <p:cNvPr id="197" name="object 197" descr=""/>
          <p:cNvPicPr/>
          <p:nvPr/>
        </p:nvPicPr>
        <p:blipFill>
          <a:blip r:embed="rId111" cstate="print"/>
          <a:stretch>
            <a:fillRect/>
          </a:stretch>
        </p:blipFill>
        <p:spPr>
          <a:xfrm>
            <a:off x="10724208" y="9071519"/>
            <a:ext cx="228511" cy="191441"/>
          </a:xfrm>
          <a:prstGeom prst="rect">
            <a:avLst/>
          </a:prstGeom>
        </p:spPr>
      </p:pic>
      <p:pic>
        <p:nvPicPr>
          <p:cNvPr id="198" name="object 198" descr=""/>
          <p:cNvPicPr/>
          <p:nvPr/>
        </p:nvPicPr>
        <p:blipFill>
          <a:blip r:embed="rId112" cstate="print"/>
          <a:stretch>
            <a:fillRect/>
          </a:stretch>
        </p:blipFill>
        <p:spPr>
          <a:xfrm>
            <a:off x="11208675" y="8935428"/>
            <a:ext cx="230010" cy="188902"/>
          </a:xfrm>
          <a:prstGeom prst="rect">
            <a:avLst/>
          </a:prstGeom>
        </p:spPr>
      </p:pic>
      <p:pic>
        <p:nvPicPr>
          <p:cNvPr id="199" name="object 199" descr=""/>
          <p:cNvPicPr/>
          <p:nvPr/>
        </p:nvPicPr>
        <p:blipFill>
          <a:blip r:embed="rId113" cstate="print"/>
          <a:stretch>
            <a:fillRect/>
          </a:stretch>
        </p:blipFill>
        <p:spPr>
          <a:xfrm>
            <a:off x="11692587" y="8821173"/>
            <a:ext cx="231557" cy="184331"/>
          </a:xfrm>
          <a:prstGeom prst="rect">
            <a:avLst/>
          </a:prstGeom>
        </p:spPr>
      </p:pic>
      <p:pic>
        <p:nvPicPr>
          <p:cNvPr id="200" name="object 200" descr=""/>
          <p:cNvPicPr/>
          <p:nvPr/>
        </p:nvPicPr>
        <p:blipFill>
          <a:blip r:embed="rId114" cstate="print"/>
          <a:stretch>
            <a:fillRect/>
          </a:stretch>
        </p:blipFill>
        <p:spPr>
          <a:xfrm>
            <a:off x="12177031" y="8733831"/>
            <a:ext cx="233081" cy="176206"/>
          </a:xfrm>
          <a:prstGeom prst="rect">
            <a:avLst/>
          </a:prstGeom>
        </p:spPr>
      </p:pic>
      <p:pic>
        <p:nvPicPr>
          <p:cNvPr id="201" name="object 201" descr=""/>
          <p:cNvPicPr/>
          <p:nvPr/>
        </p:nvPicPr>
        <p:blipFill>
          <a:blip r:embed="rId115" cstate="print"/>
          <a:stretch>
            <a:fillRect/>
          </a:stretch>
        </p:blipFill>
        <p:spPr>
          <a:xfrm>
            <a:off x="12660967" y="8677972"/>
            <a:ext cx="234604" cy="165543"/>
          </a:xfrm>
          <a:prstGeom prst="rect">
            <a:avLst/>
          </a:prstGeom>
        </p:spPr>
      </p:pic>
      <p:pic>
        <p:nvPicPr>
          <p:cNvPr id="202" name="object 202" descr=""/>
          <p:cNvPicPr/>
          <p:nvPr/>
        </p:nvPicPr>
        <p:blipFill>
          <a:blip r:embed="rId116" cstate="print"/>
          <a:stretch>
            <a:fillRect/>
          </a:stretch>
        </p:blipFill>
        <p:spPr>
          <a:xfrm>
            <a:off x="13145448" y="8660762"/>
            <a:ext cx="235581" cy="150254"/>
          </a:xfrm>
          <a:prstGeom prst="rect">
            <a:avLst/>
          </a:prstGeom>
        </p:spPr>
      </p:pic>
      <p:pic>
        <p:nvPicPr>
          <p:cNvPr id="203" name="object 203" descr=""/>
          <p:cNvPicPr/>
          <p:nvPr/>
        </p:nvPicPr>
        <p:blipFill>
          <a:blip r:embed="rId117" cstate="print"/>
          <a:stretch>
            <a:fillRect/>
          </a:stretch>
        </p:blipFill>
        <p:spPr>
          <a:xfrm>
            <a:off x="13629346" y="8665278"/>
            <a:ext cx="237143" cy="146754"/>
          </a:xfrm>
          <a:prstGeom prst="rect">
            <a:avLst/>
          </a:prstGeom>
        </p:spPr>
      </p:pic>
      <p:pic>
        <p:nvPicPr>
          <p:cNvPr id="204" name="object 204" descr=""/>
          <p:cNvPicPr/>
          <p:nvPr/>
        </p:nvPicPr>
        <p:blipFill>
          <a:blip r:embed="rId118" cstate="print"/>
          <a:stretch>
            <a:fillRect/>
          </a:stretch>
        </p:blipFill>
        <p:spPr>
          <a:xfrm>
            <a:off x="14113791" y="8647504"/>
            <a:ext cx="238666" cy="150309"/>
          </a:xfrm>
          <a:prstGeom prst="rect">
            <a:avLst/>
          </a:prstGeom>
        </p:spPr>
      </p:pic>
      <p:pic>
        <p:nvPicPr>
          <p:cNvPr id="205" name="object 205" descr=""/>
          <p:cNvPicPr/>
          <p:nvPr/>
        </p:nvPicPr>
        <p:blipFill>
          <a:blip r:embed="rId119" cstate="print"/>
          <a:stretch>
            <a:fillRect/>
          </a:stretch>
        </p:blipFill>
        <p:spPr>
          <a:xfrm>
            <a:off x="14597727" y="8613481"/>
            <a:ext cx="240189" cy="150817"/>
          </a:xfrm>
          <a:prstGeom prst="rect">
            <a:avLst/>
          </a:prstGeom>
        </p:spPr>
      </p:pic>
      <p:pic>
        <p:nvPicPr>
          <p:cNvPr id="206" name="object 206" descr=""/>
          <p:cNvPicPr/>
          <p:nvPr/>
        </p:nvPicPr>
        <p:blipFill>
          <a:blip r:embed="rId120" cstate="print"/>
          <a:stretch>
            <a:fillRect/>
          </a:stretch>
        </p:blipFill>
        <p:spPr>
          <a:xfrm>
            <a:off x="15082169" y="8566764"/>
            <a:ext cx="241712" cy="148278"/>
          </a:xfrm>
          <a:prstGeom prst="rect">
            <a:avLst/>
          </a:prstGeom>
        </p:spPr>
      </p:pic>
      <p:pic>
        <p:nvPicPr>
          <p:cNvPr id="207" name="object 207" descr=""/>
          <p:cNvPicPr/>
          <p:nvPr/>
        </p:nvPicPr>
        <p:blipFill>
          <a:blip r:embed="rId121" cstate="print"/>
          <a:stretch>
            <a:fillRect/>
          </a:stretch>
        </p:blipFill>
        <p:spPr>
          <a:xfrm>
            <a:off x="15566107" y="8509382"/>
            <a:ext cx="242726" cy="144215"/>
          </a:xfrm>
          <a:prstGeom prst="rect">
            <a:avLst/>
          </a:prstGeom>
        </p:spPr>
      </p:pic>
      <p:sp>
        <p:nvSpPr>
          <p:cNvPr id="208" name="object 208" descr=""/>
          <p:cNvSpPr/>
          <p:nvPr/>
        </p:nvSpPr>
        <p:spPr>
          <a:xfrm>
            <a:off x="16050548" y="8443876"/>
            <a:ext cx="244475" cy="137795"/>
          </a:xfrm>
          <a:custGeom>
            <a:avLst/>
            <a:gdLst/>
            <a:ahLst/>
            <a:cxnLst/>
            <a:rect l="l" t="t" r="r" b="b"/>
            <a:pathLst>
              <a:path w="244475" h="137795">
                <a:moveTo>
                  <a:pt x="20311" y="137614"/>
                </a:moveTo>
                <a:lnTo>
                  <a:pt x="0" y="30976"/>
                </a:lnTo>
                <a:lnTo>
                  <a:pt x="223432" y="0"/>
                </a:lnTo>
                <a:lnTo>
                  <a:pt x="244253" y="102068"/>
                </a:lnTo>
                <a:lnTo>
                  <a:pt x="80438" y="128347"/>
                </a:lnTo>
                <a:lnTo>
                  <a:pt x="20311" y="13761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 descr=""/>
          <p:cNvSpPr/>
          <p:nvPr/>
        </p:nvSpPr>
        <p:spPr>
          <a:xfrm>
            <a:off x="16534485" y="8373291"/>
            <a:ext cx="246379" cy="129539"/>
          </a:xfrm>
          <a:custGeom>
            <a:avLst/>
            <a:gdLst/>
            <a:ahLst/>
            <a:cxnLst/>
            <a:rect l="l" t="t" r="r" b="b"/>
            <a:pathLst>
              <a:path w="246380" h="129540">
                <a:moveTo>
                  <a:pt x="21835" y="129489"/>
                </a:moveTo>
                <a:lnTo>
                  <a:pt x="0" y="33007"/>
                </a:lnTo>
                <a:lnTo>
                  <a:pt x="223432" y="0"/>
                </a:lnTo>
                <a:lnTo>
                  <a:pt x="245775" y="91404"/>
                </a:lnTo>
                <a:lnTo>
                  <a:pt x="21835" y="12948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 descr=""/>
          <p:cNvSpPr/>
          <p:nvPr/>
        </p:nvSpPr>
        <p:spPr>
          <a:xfrm>
            <a:off x="17018421" y="8299152"/>
            <a:ext cx="247650" cy="120014"/>
          </a:xfrm>
          <a:custGeom>
            <a:avLst/>
            <a:gdLst/>
            <a:ahLst/>
            <a:cxnLst/>
            <a:rect l="l" t="t" r="r" b="b"/>
            <a:pathLst>
              <a:path w="247650" h="120015">
                <a:moveTo>
                  <a:pt x="23358" y="119841"/>
                </a:moveTo>
                <a:lnTo>
                  <a:pt x="506" y="34022"/>
                </a:lnTo>
                <a:lnTo>
                  <a:pt x="0" y="34022"/>
                </a:lnTo>
                <a:lnTo>
                  <a:pt x="223432" y="0"/>
                </a:lnTo>
                <a:lnTo>
                  <a:pt x="247299" y="80740"/>
                </a:lnTo>
                <a:lnTo>
                  <a:pt x="23358" y="11984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1" name="object 211" descr=""/>
          <p:cNvPicPr/>
          <p:nvPr/>
        </p:nvPicPr>
        <p:blipFill>
          <a:blip r:embed="rId122" cstate="print"/>
          <a:stretch>
            <a:fillRect/>
          </a:stretch>
        </p:blipFill>
        <p:spPr>
          <a:xfrm>
            <a:off x="17502861" y="8225012"/>
            <a:ext cx="248316" cy="108669"/>
          </a:xfrm>
          <a:prstGeom prst="rect">
            <a:avLst/>
          </a:prstGeom>
        </p:spPr>
      </p:pic>
      <p:sp>
        <p:nvSpPr>
          <p:cNvPr id="212" name="object 212" descr=""/>
          <p:cNvSpPr/>
          <p:nvPr/>
        </p:nvSpPr>
        <p:spPr>
          <a:xfrm>
            <a:off x="17986799" y="8153920"/>
            <a:ext cx="250190" cy="97155"/>
          </a:xfrm>
          <a:custGeom>
            <a:avLst/>
            <a:gdLst/>
            <a:ahLst/>
            <a:cxnLst/>
            <a:rect l="l" t="t" r="r" b="b"/>
            <a:pathLst>
              <a:path w="250190" h="97154">
                <a:moveTo>
                  <a:pt x="25896" y="96990"/>
                </a:moveTo>
                <a:lnTo>
                  <a:pt x="0" y="32499"/>
                </a:lnTo>
                <a:lnTo>
                  <a:pt x="223433" y="0"/>
                </a:lnTo>
                <a:lnTo>
                  <a:pt x="242713" y="44416"/>
                </a:lnTo>
                <a:lnTo>
                  <a:pt x="249838" y="59920"/>
                </a:lnTo>
                <a:lnTo>
                  <a:pt x="25896" y="9699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 descr=""/>
          <p:cNvSpPr/>
          <p:nvPr/>
        </p:nvSpPr>
        <p:spPr>
          <a:xfrm>
            <a:off x="0" y="9588461"/>
            <a:ext cx="240029" cy="172720"/>
          </a:xfrm>
          <a:custGeom>
            <a:avLst/>
            <a:gdLst/>
            <a:ahLst/>
            <a:cxnLst/>
            <a:rect l="l" t="t" r="r" b="b"/>
            <a:pathLst>
              <a:path w="240029" h="172720">
                <a:moveTo>
                  <a:pt x="213204" y="172653"/>
                </a:moveTo>
                <a:lnTo>
                  <a:pt x="0" y="108764"/>
                </a:lnTo>
                <a:lnTo>
                  <a:pt x="0" y="57205"/>
                </a:lnTo>
                <a:lnTo>
                  <a:pt x="14653" y="0"/>
                </a:lnTo>
                <a:lnTo>
                  <a:pt x="239609" y="71092"/>
                </a:lnTo>
                <a:lnTo>
                  <a:pt x="213204" y="17265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 descr=""/>
          <p:cNvSpPr/>
          <p:nvPr/>
        </p:nvSpPr>
        <p:spPr>
          <a:xfrm>
            <a:off x="476754" y="9744357"/>
            <a:ext cx="250825" cy="167640"/>
          </a:xfrm>
          <a:custGeom>
            <a:avLst/>
            <a:gdLst/>
            <a:ahLst/>
            <a:cxnLst/>
            <a:rect l="l" t="t" r="r" b="b"/>
            <a:pathLst>
              <a:path w="250825" h="167640">
                <a:moveTo>
                  <a:pt x="225464" y="167067"/>
                </a:moveTo>
                <a:lnTo>
                  <a:pt x="0" y="96990"/>
                </a:lnTo>
                <a:lnTo>
                  <a:pt x="25390" y="0"/>
                </a:lnTo>
                <a:lnTo>
                  <a:pt x="25390" y="508"/>
                </a:lnTo>
                <a:lnTo>
                  <a:pt x="250346" y="74139"/>
                </a:lnTo>
                <a:lnTo>
                  <a:pt x="225464" y="16706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 descr=""/>
          <p:cNvSpPr/>
          <p:nvPr/>
        </p:nvSpPr>
        <p:spPr>
          <a:xfrm>
            <a:off x="965259" y="9905331"/>
            <a:ext cx="248920" cy="160020"/>
          </a:xfrm>
          <a:custGeom>
            <a:avLst/>
            <a:gdLst/>
            <a:ahLst/>
            <a:cxnLst/>
            <a:rect l="l" t="t" r="r" b="b"/>
            <a:pathLst>
              <a:path w="248919" h="160020">
                <a:moveTo>
                  <a:pt x="225464" y="159449"/>
                </a:moveTo>
                <a:lnTo>
                  <a:pt x="0" y="88865"/>
                </a:lnTo>
                <a:lnTo>
                  <a:pt x="23866" y="0"/>
                </a:lnTo>
                <a:lnTo>
                  <a:pt x="248823" y="74647"/>
                </a:lnTo>
                <a:lnTo>
                  <a:pt x="225464" y="15944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216" descr=""/>
          <p:cNvSpPr/>
          <p:nvPr/>
        </p:nvSpPr>
        <p:spPr>
          <a:xfrm>
            <a:off x="1454273" y="10066304"/>
            <a:ext cx="247650" cy="150495"/>
          </a:xfrm>
          <a:custGeom>
            <a:avLst/>
            <a:gdLst/>
            <a:ahLst/>
            <a:cxnLst/>
            <a:rect l="l" t="t" r="r" b="b"/>
            <a:pathLst>
              <a:path w="247650" h="150495">
                <a:moveTo>
                  <a:pt x="225464" y="150309"/>
                </a:moveTo>
                <a:lnTo>
                  <a:pt x="0" y="80741"/>
                </a:lnTo>
                <a:lnTo>
                  <a:pt x="22343" y="0"/>
                </a:lnTo>
                <a:lnTo>
                  <a:pt x="247299" y="73123"/>
                </a:lnTo>
                <a:lnTo>
                  <a:pt x="225464" y="15030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object 217" descr=""/>
          <p:cNvSpPr/>
          <p:nvPr/>
        </p:nvSpPr>
        <p:spPr>
          <a:xfrm>
            <a:off x="1945388" y="10222707"/>
            <a:ext cx="226060" cy="64769"/>
          </a:xfrm>
          <a:custGeom>
            <a:avLst/>
            <a:gdLst/>
            <a:ahLst/>
            <a:cxnLst/>
            <a:rect l="l" t="t" r="r" b="b"/>
            <a:pathLst>
              <a:path w="226060" h="64770">
                <a:moveTo>
                  <a:pt x="18675" y="147"/>
                </a:moveTo>
                <a:lnTo>
                  <a:pt x="18208" y="0"/>
                </a:lnTo>
                <a:lnTo>
                  <a:pt x="18718" y="0"/>
                </a:lnTo>
                <a:lnTo>
                  <a:pt x="18675" y="147"/>
                </a:lnTo>
                <a:close/>
              </a:path>
              <a:path w="226060" h="64770">
                <a:moveTo>
                  <a:pt x="225870" y="64292"/>
                </a:moveTo>
                <a:lnTo>
                  <a:pt x="0" y="64292"/>
                </a:lnTo>
                <a:lnTo>
                  <a:pt x="3150" y="53628"/>
                </a:lnTo>
                <a:lnTo>
                  <a:pt x="8054" y="36752"/>
                </a:lnTo>
                <a:lnTo>
                  <a:pt x="12957" y="19780"/>
                </a:lnTo>
                <a:lnTo>
                  <a:pt x="18675" y="147"/>
                </a:lnTo>
                <a:lnTo>
                  <a:pt x="225870" y="6429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 descr=""/>
          <p:cNvSpPr/>
          <p:nvPr/>
        </p:nvSpPr>
        <p:spPr>
          <a:xfrm>
            <a:off x="7969877" y="10266887"/>
            <a:ext cx="66040" cy="20320"/>
          </a:xfrm>
          <a:custGeom>
            <a:avLst/>
            <a:gdLst/>
            <a:ahLst/>
            <a:cxnLst/>
            <a:rect l="l" t="t" r="r" b="b"/>
            <a:pathLst>
              <a:path w="66040" h="20320">
                <a:moveTo>
                  <a:pt x="65095" y="20112"/>
                </a:moveTo>
                <a:lnTo>
                  <a:pt x="0" y="20112"/>
                </a:lnTo>
                <a:lnTo>
                  <a:pt x="66024" y="0"/>
                </a:lnTo>
                <a:lnTo>
                  <a:pt x="65095" y="2011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 descr=""/>
          <p:cNvSpPr/>
          <p:nvPr/>
        </p:nvSpPr>
        <p:spPr>
          <a:xfrm>
            <a:off x="8295389" y="10112007"/>
            <a:ext cx="227965" cy="154940"/>
          </a:xfrm>
          <a:custGeom>
            <a:avLst/>
            <a:gdLst/>
            <a:ahLst/>
            <a:cxnLst/>
            <a:rect l="l" t="t" r="r" b="b"/>
            <a:pathLst>
              <a:path w="227965" h="154940">
                <a:moveTo>
                  <a:pt x="0" y="154372"/>
                </a:moveTo>
                <a:lnTo>
                  <a:pt x="2539" y="72107"/>
                </a:lnTo>
                <a:lnTo>
                  <a:pt x="227495" y="0"/>
                </a:lnTo>
                <a:lnTo>
                  <a:pt x="225464" y="85818"/>
                </a:lnTo>
                <a:lnTo>
                  <a:pt x="0" y="15437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 descr=""/>
          <p:cNvSpPr/>
          <p:nvPr/>
        </p:nvSpPr>
        <p:spPr>
          <a:xfrm>
            <a:off x="8784911" y="9952049"/>
            <a:ext cx="226060" cy="165100"/>
          </a:xfrm>
          <a:custGeom>
            <a:avLst/>
            <a:gdLst/>
            <a:ahLst/>
            <a:cxnLst/>
            <a:rect l="l" t="t" r="r" b="b"/>
            <a:pathLst>
              <a:path w="226059" h="165100">
                <a:moveTo>
                  <a:pt x="0" y="164528"/>
                </a:moveTo>
                <a:lnTo>
                  <a:pt x="1015" y="74647"/>
                </a:lnTo>
                <a:lnTo>
                  <a:pt x="508" y="74139"/>
                </a:lnTo>
                <a:lnTo>
                  <a:pt x="225464" y="0"/>
                </a:lnTo>
                <a:lnTo>
                  <a:pt x="225464" y="93943"/>
                </a:lnTo>
                <a:lnTo>
                  <a:pt x="0" y="16452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 descr=""/>
          <p:cNvSpPr/>
          <p:nvPr/>
        </p:nvSpPr>
        <p:spPr>
          <a:xfrm>
            <a:off x="9272401" y="9791076"/>
            <a:ext cx="226060" cy="172720"/>
          </a:xfrm>
          <a:custGeom>
            <a:avLst/>
            <a:gdLst/>
            <a:ahLst/>
            <a:cxnLst/>
            <a:rect l="l" t="t" r="r" b="b"/>
            <a:pathLst>
              <a:path w="226059" h="172720">
                <a:moveTo>
                  <a:pt x="507" y="172652"/>
                </a:moveTo>
                <a:lnTo>
                  <a:pt x="507" y="74647"/>
                </a:lnTo>
                <a:lnTo>
                  <a:pt x="0" y="74139"/>
                </a:lnTo>
                <a:lnTo>
                  <a:pt x="224957" y="0"/>
                </a:lnTo>
                <a:lnTo>
                  <a:pt x="225972" y="102068"/>
                </a:lnTo>
                <a:lnTo>
                  <a:pt x="507" y="17265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object 222" descr=""/>
          <p:cNvSpPr/>
          <p:nvPr/>
        </p:nvSpPr>
        <p:spPr>
          <a:xfrm>
            <a:off x="9759891" y="9632641"/>
            <a:ext cx="227965" cy="179070"/>
          </a:xfrm>
          <a:custGeom>
            <a:avLst/>
            <a:gdLst/>
            <a:ahLst/>
            <a:cxnLst/>
            <a:rect l="l" t="t" r="r" b="b"/>
            <a:pathLst>
              <a:path w="227965" h="179070">
                <a:moveTo>
                  <a:pt x="2030" y="178746"/>
                </a:moveTo>
                <a:lnTo>
                  <a:pt x="0" y="72107"/>
                </a:lnTo>
                <a:lnTo>
                  <a:pt x="224956" y="0"/>
                </a:lnTo>
                <a:lnTo>
                  <a:pt x="227494" y="110193"/>
                </a:lnTo>
                <a:lnTo>
                  <a:pt x="2030" y="17874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3" name="object 223" descr=""/>
          <p:cNvPicPr/>
          <p:nvPr/>
        </p:nvPicPr>
        <p:blipFill>
          <a:blip r:embed="rId123" cstate="print"/>
          <a:stretch>
            <a:fillRect/>
          </a:stretch>
        </p:blipFill>
        <p:spPr>
          <a:xfrm>
            <a:off x="10247382" y="9482332"/>
            <a:ext cx="229017" cy="182301"/>
          </a:xfrm>
          <a:prstGeom prst="rect">
            <a:avLst/>
          </a:prstGeom>
        </p:spPr>
      </p:pic>
      <p:pic>
        <p:nvPicPr>
          <p:cNvPr id="224" name="object 224" descr=""/>
          <p:cNvPicPr/>
          <p:nvPr/>
        </p:nvPicPr>
        <p:blipFill>
          <a:blip r:embed="rId124" cstate="print"/>
          <a:stretch>
            <a:fillRect/>
          </a:stretch>
        </p:blipFill>
        <p:spPr>
          <a:xfrm>
            <a:off x="10734364" y="9343194"/>
            <a:ext cx="230540" cy="183825"/>
          </a:xfrm>
          <a:prstGeom prst="rect">
            <a:avLst/>
          </a:prstGeom>
        </p:spPr>
      </p:pic>
      <p:pic>
        <p:nvPicPr>
          <p:cNvPr id="225" name="object 225" descr=""/>
          <p:cNvPicPr/>
          <p:nvPr/>
        </p:nvPicPr>
        <p:blipFill>
          <a:blip r:embed="rId125" cstate="print"/>
          <a:stretch>
            <a:fillRect/>
          </a:stretch>
        </p:blipFill>
        <p:spPr>
          <a:xfrm>
            <a:off x="11221855" y="9220813"/>
            <a:ext cx="231557" cy="183316"/>
          </a:xfrm>
          <a:prstGeom prst="rect">
            <a:avLst/>
          </a:prstGeom>
        </p:spPr>
      </p:pic>
      <p:pic>
        <p:nvPicPr>
          <p:cNvPr id="226" name="object 226" descr=""/>
          <p:cNvPicPr/>
          <p:nvPr/>
        </p:nvPicPr>
        <p:blipFill>
          <a:blip r:embed="rId126" cstate="print"/>
          <a:stretch>
            <a:fillRect/>
          </a:stretch>
        </p:blipFill>
        <p:spPr>
          <a:xfrm>
            <a:off x="11708838" y="9118745"/>
            <a:ext cx="233080" cy="179255"/>
          </a:xfrm>
          <a:prstGeom prst="rect">
            <a:avLst/>
          </a:prstGeom>
        </p:spPr>
      </p:pic>
      <p:pic>
        <p:nvPicPr>
          <p:cNvPr id="227" name="object 227" descr=""/>
          <p:cNvPicPr/>
          <p:nvPr/>
        </p:nvPicPr>
        <p:blipFill>
          <a:blip r:embed="rId127" cstate="print"/>
          <a:stretch>
            <a:fillRect/>
          </a:stretch>
        </p:blipFill>
        <p:spPr>
          <a:xfrm>
            <a:off x="12196360" y="9041559"/>
            <a:ext cx="234572" cy="172652"/>
          </a:xfrm>
          <a:prstGeom prst="rect">
            <a:avLst/>
          </a:prstGeom>
        </p:spPr>
      </p:pic>
      <p:pic>
        <p:nvPicPr>
          <p:cNvPr id="228" name="object 228" descr=""/>
          <p:cNvPicPr/>
          <p:nvPr/>
        </p:nvPicPr>
        <p:blipFill>
          <a:blip r:embed="rId128" cstate="print"/>
          <a:stretch>
            <a:fillRect/>
          </a:stretch>
        </p:blipFill>
        <p:spPr>
          <a:xfrm>
            <a:off x="12683311" y="8993826"/>
            <a:ext cx="236127" cy="163512"/>
          </a:xfrm>
          <a:prstGeom prst="rect">
            <a:avLst/>
          </a:prstGeom>
        </p:spPr>
      </p:pic>
      <p:pic>
        <p:nvPicPr>
          <p:cNvPr id="229" name="object 229" descr=""/>
          <p:cNvPicPr/>
          <p:nvPr/>
        </p:nvPicPr>
        <p:blipFill>
          <a:blip r:embed="rId129" cstate="print"/>
          <a:stretch>
            <a:fillRect/>
          </a:stretch>
        </p:blipFill>
        <p:spPr>
          <a:xfrm>
            <a:off x="13170802" y="8980306"/>
            <a:ext cx="237651" cy="151134"/>
          </a:xfrm>
          <a:prstGeom prst="rect">
            <a:avLst/>
          </a:prstGeom>
        </p:spPr>
      </p:pic>
      <p:pic>
        <p:nvPicPr>
          <p:cNvPr id="230" name="object 230" descr=""/>
          <p:cNvPicPr/>
          <p:nvPr/>
        </p:nvPicPr>
        <p:blipFill>
          <a:blip r:embed="rId130" cstate="print"/>
          <a:stretch>
            <a:fillRect/>
          </a:stretch>
        </p:blipFill>
        <p:spPr>
          <a:xfrm>
            <a:off x="13657783" y="8974528"/>
            <a:ext cx="238666" cy="152849"/>
          </a:xfrm>
          <a:prstGeom prst="rect">
            <a:avLst/>
          </a:prstGeom>
        </p:spPr>
      </p:pic>
      <p:pic>
        <p:nvPicPr>
          <p:cNvPr id="231" name="object 231" descr=""/>
          <p:cNvPicPr/>
          <p:nvPr/>
        </p:nvPicPr>
        <p:blipFill>
          <a:blip r:embed="rId131" cstate="print"/>
          <a:stretch>
            <a:fillRect/>
          </a:stretch>
        </p:blipFill>
        <p:spPr>
          <a:xfrm>
            <a:off x="14632317" y="8893788"/>
            <a:ext cx="241652" cy="156911"/>
          </a:xfrm>
          <a:prstGeom prst="rect">
            <a:avLst/>
          </a:prstGeom>
        </p:spPr>
      </p:pic>
      <p:pic>
        <p:nvPicPr>
          <p:cNvPr id="232" name="object 232" descr=""/>
          <p:cNvPicPr/>
          <p:nvPr/>
        </p:nvPicPr>
        <p:blipFill>
          <a:blip r:embed="rId132" cstate="print"/>
          <a:stretch>
            <a:fillRect/>
          </a:stretch>
        </p:blipFill>
        <p:spPr>
          <a:xfrm>
            <a:off x="14145274" y="8944061"/>
            <a:ext cx="240189" cy="156910"/>
          </a:xfrm>
          <a:prstGeom prst="rect">
            <a:avLst/>
          </a:prstGeom>
        </p:spPr>
      </p:pic>
      <p:pic>
        <p:nvPicPr>
          <p:cNvPr id="233" name="object 233" descr=""/>
          <p:cNvPicPr/>
          <p:nvPr/>
        </p:nvPicPr>
        <p:blipFill>
          <a:blip r:embed="rId133" cstate="print"/>
          <a:stretch>
            <a:fillRect/>
          </a:stretch>
        </p:blipFill>
        <p:spPr>
          <a:xfrm>
            <a:off x="15119748" y="8828790"/>
            <a:ext cx="243236" cy="155387"/>
          </a:xfrm>
          <a:prstGeom prst="rect">
            <a:avLst/>
          </a:prstGeom>
        </p:spPr>
      </p:pic>
      <p:sp>
        <p:nvSpPr>
          <p:cNvPr id="234" name="object 234" descr=""/>
          <p:cNvSpPr/>
          <p:nvPr/>
        </p:nvSpPr>
        <p:spPr>
          <a:xfrm>
            <a:off x="15607238" y="8750080"/>
            <a:ext cx="245110" cy="151130"/>
          </a:xfrm>
          <a:custGeom>
            <a:avLst/>
            <a:gdLst/>
            <a:ahLst/>
            <a:cxnLst/>
            <a:rect l="l" t="t" r="r" b="b"/>
            <a:pathLst>
              <a:path w="245109" h="151129">
                <a:moveTo>
                  <a:pt x="19296" y="150817"/>
                </a:moveTo>
                <a:lnTo>
                  <a:pt x="508" y="37577"/>
                </a:lnTo>
                <a:lnTo>
                  <a:pt x="0" y="37577"/>
                </a:lnTo>
                <a:lnTo>
                  <a:pt x="224956" y="0"/>
                </a:lnTo>
                <a:lnTo>
                  <a:pt x="244760" y="108162"/>
                </a:lnTo>
                <a:lnTo>
                  <a:pt x="19296" y="15081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object 235" descr=""/>
          <p:cNvSpPr/>
          <p:nvPr/>
        </p:nvSpPr>
        <p:spPr>
          <a:xfrm>
            <a:off x="16094220" y="8661723"/>
            <a:ext cx="246379" cy="144145"/>
          </a:xfrm>
          <a:custGeom>
            <a:avLst/>
            <a:gdLst/>
            <a:ahLst/>
            <a:cxnLst/>
            <a:rect l="l" t="t" r="r" b="b"/>
            <a:pathLst>
              <a:path w="246380" h="144145">
                <a:moveTo>
                  <a:pt x="20820" y="143707"/>
                </a:moveTo>
                <a:lnTo>
                  <a:pt x="508" y="41639"/>
                </a:lnTo>
                <a:lnTo>
                  <a:pt x="0" y="41639"/>
                </a:lnTo>
                <a:lnTo>
                  <a:pt x="224956" y="0"/>
                </a:lnTo>
                <a:lnTo>
                  <a:pt x="246284" y="96990"/>
                </a:lnTo>
                <a:lnTo>
                  <a:pt x="20820" y="14370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6" name="object 236" descr=""/>
          <p:cNvPicPr/>
          <p:nvPr/>
        </p:nvPicPr>
        <p:blipFill>
          <a:blip r:embed="rId134" cstate="print"/>
          <a:stretch>
            <a:fillRect/>
          </a:stretch>
        </p:blipFill>
        <p:spPr>
          <a:xfrm>
            <a:off x="16581823" y="8567271"/>
            <a:ext cx="247185" cy="134567"/>
          </a:xfrm>
          <a:prstGeom prst="rect">
            <a:avLst/>
          </a:prstGeom>
        </p:spPr>
      </p:pic>
      <p:sp>
        <p:nvSpPr>
          <p:cNvPr id="237" name="object 237" descr=""/>
          <p:cNvSpPr/>
          <p:nvPr/>
        </p:nvSpPr>
        <p:spPr>
          <a:xfrm>
            <a:off x="17068693" y="8469773"/>
            <a:ext cx="248920" cy="124460"/>
          </a:xfrm>
          <a:custGeom>
            <a:avLst/>
            <a:gdLst/>
            <a:ahLst/>
            <a:cxnLst/>
            <a:rect l="l" t="t" r="r" b="b"/>
            <a:pathLst>
              <a:path w="248919" h="124459">
                <a:moveTo>
                  <a:pt x="23358" y="124411"/>
                </a:moveTo>
                <a:lnTo>
                  <a:pt x="0" y="45194"/>
                </a:lnTo>
                <a:lnTo>
                  <a:pt x="224956" y="0"/>
                </a:lnTo>
                <a:lnTo>
                  <a:pt x="248822" y="73631"/>
                </a:lnTo>
                <a:lnTo>
                  <a:pt x="23358" y="12441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object 238" descr=""/>
          <p:cNvSpPr/>
          <p:nvPr/>
        </p:nvSpPr>
        <p:spPr>
          <a:xfrm>
            <a:off x="17556182" y="8372783"/>
            <a:ext cx="250825" cy="112395"/>
          </a:xfrm>
          <a:custGeom>
            <a:avLst/>
            <a:gdLst/>
            <a:ahLst/>
            <a:cxnLst/>
            <a:rect l="l" t="t" r="r" b="b"/>
            <a:pathLst>
              <a:path w="250825" h="112395">
                <a:moveTo>
                  <a:pt x="24881" y="112224"/>
                </a:moveTo>
                <a:lnTo>
                  <a:pt x="0" y="44686"/>
                </a:lnTo>
                <a:lnTo>
                  <a:pt x="224956" y="0"/>
                </a:lnTo>
                <a:lnTo>
                  <a:pt x="250346" y="62459"/>
                </a:lnTo>
                <a:lnTo>
                  <a:pt x="24881" y="11222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 descr=""/>
          <p:cNvSpPr/>
          <p:nvPr/>
        </p:nvSpPr>
        <p:spPr>
          <a:xfrm>
            <a:off x="18043165" y="8278332"/>
            <a:ext cx="245110" cy="99060"/>
          </a:xfrm>
          <a:custGeom>
            <a:avLst/>
            <a:gdLst/>
            <a:ahLst/>
            <a:cxnLst/>
            <a:rect l="l" t="t" r="r" b="b"/>
            <a:pathLst>
              <a:path w="245109" h="99059">
                <a:moveTo>
                  <a:pt x="26405" y="99021"/>
                </a:moveTo>
                <a:lnTo>
                  <a:pt x="0" y="42655"/>
                </a:lnTo>
                <a:lnTo>
                  <a:pt x="224956" y="0"/>
                </a:lnTo>
                <a:lnTo>
                  <a:pt x="244833" y="38231"/>
                </a:lnTo>
                <a:lnTo>
                  <a:pt x="244833" y="52756"/>
                </a:lnTo>
                <a:lnTo>
                  <a:pt x="26405" y="9902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 descr=""/>
          <p:cNvSpPr/>
          <p:nvPr/>
        </p:nvSpPr>
        <p:spPr>
          <a:xfrm>
            <a:off x="0" y="9829041"/>
            <a:ext cx="182245" cy="153670"/>
          </a:xfrm>
          <a:custGeom>
            <a:avLst/>
            <a:gdLst/>
            <a:ahLst/>
            <a:cxnLst/>
            <a:rect l="l" t="t" r="r" b="b"/>
            <a:pathLst>
              <a:path w="182245" h="153670">
                <a:moveTo>
                  <a:pt x="155822" y="153475"/>
                </a:moveTo>
                <a:lnTo>
                  <a:pt x="0" y="112891"/>
                </a:lnTo>
                <a:lnTo>
                  <a:pt x="0" y="0"/>
                </a:lnTo>
                <a:lnTo>
                  <a:pt x="182228" y="50898"/>
                </a:lnTo>
                <a:lnTo>
                  <a:pt x="155822" y="15347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 descr=""/>
          <p:cNvSpPr/>
          <p:nvPr/>
        </p:nvSpPr>
        <p:spPr>
          <a:xfrm>
            <a:off x="420895" y="9955096"/>
            <a:ext cx="252095" cy="160020"/>
          </a:xfrm>
          <a:custGeom>
            <a:avLst/>
            <a:gdLst/>
            <a:ahLst/>
            <a:cxnLst/>
            <a:rect l="l" t="t" r="r" b="b"/>
            <a:pathLst>
              <a:path w="252095" h="160020">
                <a:moveTo>
                  <a:pt x="226987" y="159449"/>
                </a:moveTo>
                <a:lnTo>
                  <a:pt x="0" y="98005"/>
                </a:lnTo>
                <a:lnTo>
                  <a:pt x="25898" y="0"/>
                </a:lnTo>
                <a:lnTo>
                  <a:pt x="251869" y="65506"/>
                </a:lnTo>
                <a:lnTo>
                  <a:pt x="226987" y="15944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object 242" descr=""/>
          <p:cNvSpPr/>
          <p:nvPr/>
        </p:nvSpPr>
        <p:spPr>
          <a:xfrm>
            <a:off x="911940" y="10097789"/>
            <a:ext cx="251460" cy="151130"/>
          </a:xfrm>
          <a:custGeom>
            <a:avLst/>
            <a:gdLst/>
            <a:ahLst/>
            <a:cxnLst/>
            <a:rect l="l" t="t" r="r" b="b"/>
            <a:pathLst>
              <a:path w="251459" h="151129">
                <a:moveTo>
                  <a:pt x="226987" y="150817"/>
                </a:moveTo>
                <a:lnTo>
                  <a:pt x="0" y="88865"/>
                </a:lnTo>
                <a:lnTo>
                  <a:pt x="24374" y="0"/>
                </a:lnTo>
                <a:lnTo>
                  <a:pt x="24882" y="0"/>
                </a:lnTo>
                <a:lnTo>
                  <a:pt x="250854" y="66014"/>
                </a:lnTo>
                <a:lnTo>
                  <a:pt x="226987" y="15081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object 243" descr=""/>
          <p:cNvSpPr/>
          <p:nvPr/>
        </p:nvSpPr>
        <p:spPr>
          <a:xfrm>
            <a:off x="1413750" y="10240481"/>
            <a:ext cx="175260" cy="46990"/>
          </a:xfrm>
          <a:custGeom>
            <a:avLst/>
            <a:gdLst/>
            <a:ahLst/>
            <a:cxnLst/>
            <a:rect l="l" t="t" r="r" b="b"/>
            <a:pathLst>
              <a:path w="175259" h="46990">
                <a:moveTo>
                  <a:pt x="174960" y="46518"/>
                </a:moveTo>
                <a:lnTo>
                  <a:pt x="0" y="46518"/>
                </a:lnTo>
                <a:lnTo>
                  <a:pt x="13101" y="507"/>
                </a:lnTo>
                <a:lnTo>
                  <a:pt x="13609" y="0"/>
                </a:lnTo>
                <a:lnTo>
                  <a:pt x="174960" y="4651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4" name="object 244" descr=""/>
          <p:cNvSpPr/>
          <p:nvPr/>
        </p:nvSpPr>
        <p:spPr>
          <a:xfrm>
            <a:off x="8781943" y="10154153"/>
            <a:ext cx="227329" cy="133350"/>
          </a:xfrm>
          <a:custGeom>
            <a:avLst/>
            <a:gdLst/>
            <a:ahLst/>
            <a:cxnLst/>
            <a:rect l="l" t="t" r="r" b="b"/>
            <a:pathLst>
              <a:path w="227329" h="133350">
                <a:moveTo>
                  <a:pt x="78742" y="132845"/>
                </a:moveTo>
                <a:lnTo>
                  <a:pt x="0" y="132845"/>
                </a:lnTo>
                <a:lnTo>
                  <a:pt x="936" y="66014"/>
                </a:lnTo>
                <a:lnTo>
                  <a:pt x="226908" y="0"/>
                </a:lnTo>
                <a:lnTo>
                  <a:pt x="226908" y="92420"/>
                </a:lnTo>
                <a:lnTo>
                  <a:pt x="78742" y="13284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5" name="object 245" descr=""/>
          <p:cNvSpPr/>
          <p:nvPr/>
        </p:nvSpPr>
        <p:spPr>
          <a:xfrm>
            <a:off x="9273417" y="10010954"/>
            <a:ext cx="227329" cy="163195"/>
          </a:xfrm>
          <a:custGeom>
            <a:avLst/>
            <a:gdLst/>
            <a:ahLst/>
            <a:cxnLst/>
            <a:rect l="l" t="t" r="r" b="b"/>
            <a:pathLst>
              <a:path w="227329" h="163195">
                <a:moveTo>
                  <a:pt x="0" y="163004"/>
                </a:moveTo>
                <a:lnTo>
                  <a:pt x="0" y="66014"/>
                </a:lnTo>
                <a:lnTo>
                  <a:pt x="225972" y="0"/>
                </a:lnTo>
                <a:lnTo>
                  <a:pt x="226987" y="101052"/>
                </a:lnTo>
                <a:lnTo>
                  <a:pt x="0" y="16300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6" name="object 246" descr=""/>
          <p:cNvSpPr/>
          <p:nvPr/>
        </p:nvSpPr>
        <p:spPr>
          <a:xfrm>
            <a:off x="9763446" y="9870801"/>
            <a:ext cx="229235" cy="170180"/>
          </a:xfrm>
          <a:custGeom>
            <a:avLst/>
            <a:gdLst/>
            <a:ahLst/>
            <a:cxnLst/>
            <a:rect l="l" t="t" r="r" b="b"/>
            <a:pathLst>
              <a:path w="229234" h="170179">
                <a:moveTo>
                  <a:pt x="2031" y="169605"/>
                </a:moveTo>
                <a:lnTo>
                  <a:pt x="0" y="63982"/>
                </a:lnTo>
                <a:lnTo>
                  <a:pt x="508" y="63982"/>
                </a:lnTo>
                <a:lnTo>
                  <a:pt x="226480" y="0"/>
                </a:lnTo>
                <a:lnTo>
                  <a:pt x="229019" y="109685"/>
                </a:lnTo>
                <a:lnTo>
                  <a:pt x="2031" y="16960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7" name="object 247" descr=""/>
          <p:cNvSpPr/>
          <p:nvPr/>
        </p:nvSpPr>
        <p:spPr>
          <a:xfrm>
            <a:off x="10253983" y="9737249"/>
            <a:ext cx="230504" cy="175260"/>
          </a:xfrm>
          <a:custGeom>
            <a:avLst/>
            <a:gdLst/>
            <a:ahLst/>
            <a:cxnLst/>
            <a:rect l="l" t="t" r="r" b="b"/>
            <a:pathLst>
              <a:path w="230504" h="175259">
                <a:moveTo>
                  <a:pt x="3046" y="174684"/>
                </a:moveTo>
                <a:lnTo>
                  <a:pt x="0" y="60428"/>
                </a:lnTo>
                <a:lnTo>
                  <a:pt x="225973" y="0"/>
                </a:lnTo>
                <a:lnTo>
                  <a:pt x="230034" y="117810"/>
                </a:lnTo>
                <a:lnTo>
                  <a:pt x="52831" y="161944"/>
                </a:lnTo>
                <a:lnTo>
                  <a:pt x="3046" y="17468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8" name="object 248" descr=""/>
          <p:cNvSpPr/>
          <p:nvPr/>
        </p:nvSpPr>
        <p:spPr>
          <a:xfrm>
            <a:off x="10744521" y="9614868"/>
            <a:ext cx="231775" cy="177165"/>
          </a:xfrm>
          <a:custGeom>
            <a:avLst/>
            <a:gdLst/>
            <a:ahLst/>
            <a:cxnLst/>
            <a:rect l="l" t="t" r="r" b="b"/>
            <a:pathLst>
              <a:path w="231775" h="177165">
                <a:moveTo>
                  <a:pt x="4569" y="176715"/>
                </a:moveTo>
                <a:lnTo>
                  <a:pt x="0" y="54842"/>
                </a:lnTo>
                <a:lnTo>
                  <a:pt x="176439" y="11748"/>
                </a:lnTo>
                <a:lnTo>
                  <a:pt x="225972" y="0"/>
                </a:lnTo>
                <a:lnTo>
                  <a:pt x="231557" y="125427"/>
                </a:lnTo>
                <a:lnTo>
                  <a:pt x="4569" y="17671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9" name="object 249" descr=""/>
          <p:cNvPicPr/>
          <p:nvPr/>
        </p:nvPicPr>
        <p:blipFill>
          <a:blip r:embed="rId135" cstate="print"/>
          <a:stretch>
            <a:fillRect/>
          </a:stretch>
        </p:blipFill>
        <p:spPr>
          <a:xfrm>
            <a:off x="11235083" y="9507214"/>
            <a:ext cx="233057" cy="176715"/>
          </a:xfrm>
          <a:prstGeom prst="rect">
            <a:avLst/>
          </a:prstGeom>
        </p:spPr>
      </p:pic>
      <p:pic>
        <p:nvPicPr>
          <p:cNvPr id="250" name="object 250" descr=""/>
          <p:cNvPicPr/>
          <p:nvPr/>
        </p:nvPicPr>
        <p:blipFill>
          <a:blip r:embed="rId136" cstate="print"/>
          <a:stretch>
            <a:fillRect/>
          </a:stretch>
        </p:blipFill>
        <p:spPr>
          <a:xfrm>
            <a:off x="11725089" y="9418349"/>
            <a:ext cx="234604" cy="174684"/>
          </a:xfrm>
          <a:prstGeom prst="rect">
            <a:avLst/>
          </a:prstGeom>
        </p:spPr>
      </p:pic>
      <p:pic>
        <p:nvPicPr>
          <p:cNvPr id="251" name="object 251" descr=""/>
          <p:cNvPicPr/>
          <p:nvPr/>
        </p:nvPicPr>
        <p:blipFill>
          <a:blip r:embed="rId137" cstate="print"/>
          <a:stretch>
            <a:fillRect/>
          </a:stretch>
        </p:blipFill>
        <p:spPr>
          <a:xfrm>
            <a:off x="12215118" y="9352335"/>
            <a:ext cx="236127" cy="169606"/>
          </a:xfrm>
          <a:prstGeom prst="rect">
            <a:avLst/>
          </a:prstGeom>
        </p:spPr>
      </p:pic>
      <p:pic>
        <p:nvPicPr>
          <p:cNvPr id="252" name="object 252" descr=""/>
          <p:cNvPicPr/>
          <p:nvPr/>
        </p:nvPicPr>
        <p:blipFill>
          <a:blip r:embed="rId138" cstate="print"/>
          <a:stretch>
            <a:fillRect/>
          </a:stretch>
        </p:blipFill>
        <p:spPr>
          <a:xfrm>
            <a:off x="12705655" y="9313741"/>
            <a:ext cx="237651" cy="161480"/>
          </a:xfrm>
          <a:prstGeom prst="rect">
            <a:avLst/>
          </a:prstGeom>
        </p:spPr>
      </p:pic>
      <p:pic>
        <p:nvPicPr>
          <p:cNvPr id="253" name="object 253" descr=""/>
          <p:cNvPicPr/>
          <p:nvPr/>
        </p:nvPicPr>
        <p:blipFill>
          <a:blip r:embed="rId139" cstate="print"/>
          <a:stretch>
            <a:fillRect/>
          </a:stretch>
        </p:blipFill>
        <p:spPr>
          <a:xfrm>
            <a:off x="13196191" y="9304093"/>
            <a:ext cx="239174" cy="150817"/>
          </a:xfrm>
          <a:prstGeom prst="rect">
            <a:avLst/>
          </a:prstGeom>
        </p:spPr>
      </p:pic>
      <p:pic>
        <p:nvPicPr>
          <p:cNvPr id="254" name="object 254" descr=""/>
          <p:cNvPicPr/>
          <p:nvPr/>
        </p:nvPicPr>
        <p:blipFill>
          <a:blip r:embed="rId140" cstate="print"/>
          <a:stretch>
            <a:fillRect/>
          </a:stretch>
        </p:blipFill>
        <p:spPr>
          <a:xfrm>
            <a:off x="13686221" y="9285305"/>
            <a:ext cx="240697" cy="158942"/>
          </a:xfrm>
          <a:prstGeom prst="rect">
            <a:avLst/>
          </a:prstGeom>
        </p:spPr>
      </p:pic>
      <p:pic>
        <p:nvPicPr>
          <p:cNvPr id="255" name="object 255" descr=""/>
          <p:cNvPicPr/>
          <p:nvPr/>
        </p:nvPicPr>
        <p:blipFill>
          <a:blip r:embed="rId141" cstate="print"/>
          <a:stretch>
            <a:fillRect/>
          </a:stretch>
        </p:blipFill>
        <p:spPr>
          <a:xfrm>
            <a:off x="14177266" y="9239602"/>
            <a:ext cx="241714" cy="164019"/>
          </a:xfrm>
          <a:prstGeom prst="rect">
            <a:avLst/>
          </a:prstGeom>
        </p:spPr>
      </p:pic>
      <p:pic>
        <p:nvPicPr>
          <p:cNvPr id="256" name="object 256" descr=""/>
          <p:cNvPicPr/>
          <p:nvPr/>
        </p:nvPicPr>
        <p:blipFill>
          <a:blip r:embed="rId142" cstate="print"/>
          <a:stretch>
            <a:fillRect/>
          </a:stretch>
        </p:blipFill>
        <p:spPr>
          <a:xfrm>
            <a:off x="14667802" y="9171557"/>
            <a:ext cx="243237" cy="165543"/>
          </a:xfrm>
          <a:prstGeom prst="rect">
            <a:avLst/>
          </a:prstGeom>
        </p:spPr>
      </p:pic>
      <p:pic>
        <p:nvPicPr>
          <p:cNvPr id="257" name="object 257" descr=""/>
          <p:cNvPicPr/>
          <p:nvPr/>
        </p:nvPicPr>
        <p:blipFill>
          <a:blip r:embed="rId143" cstate="print"/>
          <a:stretch>
            <a:fillRect/>
          </a:stretch>
        </p:blipFill>
        <p:spPr>
          <a:xfrm>
            <a:off x="15157324" y="9084214"/>
            <a:ext cx="244761" cy="164020"/>
          </a:xfrm>
          <a:prstGeom prst="rect">
            <a:avLst/>
          </a:prstGeom>
        </p:spPr>
      </p:pic>
      <p:pic>
        <p:nvPicPr>
          <p:cNvPr id="258" name="object 258" descr=""/>
          <p:cNvPicPr/>
          <p:nvPr/>
        </p:nvPicPr>
        <p:blipFill>
          <a:blip r:embed="rId144" cstate="print"/>
          <a:stretch>
            <a:fillRect/>
          </a:stretch>
        </p:blipFill>
        <p:spPr>
          <a:xfrm>
            <a:off x="15647863" y="8982146"/>
            <a:ext cx="246284" cy="158942"/>
          </a:xfrm>
          <a:prstGeom prst="rect">
            <a:avLst/>
          </a:prstGeom>
        </p:spPr>
      </p:pic>
      <p:sp>
        <p:nvSpPr>
          <p:cNvPr id="259" name="object 259" descr=""/>
          <p:cNvSpPr/>
          <p:nvPr/>
        </p:nvSpPr>
        <p:spPr>
          <a:xfrm>
            <a:off x="16138399" y="8869414"/>
            <a:ext cx="248285" cy="152400"/>
          </a:xfrm>
          <a:custGeom>
            <a:avLst/>
            <a:gdLst/>
            <a:ahLst/>
            <a:cxnLst/>
            <a:rect l="l" t="t" r="r" b="b"/>
            <a:pathLst>
              <a:path w="248284" h="152400">
                <a:moveTo>
                  <a:pt x="20819" y="152340"/>
                </a:moveTo>
                <a:lnTo>
                  <a:pt x="0" y="53319"/>
                </a:lnTo>
                <a:lnTo>
                  <a:pt x="506" y="53319"/>
                </a:lnTo>
                <a:lnTo>
                  <a:pt x="226479" y="0"/>
                </a:lnTo>
                <a:lnTo>
                  <a:pt x="247807" y="93435"/>
                </a:lnTo>
                <a:lnTo>
                  <a:pt x="20819" y="15234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 descr=""/>
          <p:cNvSpPr/>
          <p:nvPr/>
        </p:nvSpPr>
        <p:spPr>
          <a:xfrm>
            <a:off x="16628429" y="8750080"/>
            <a:ext cx="249554" cy="142240"/>
          </a:xfrm>
          <a:custGeom>
            <a:avLst/>
            <a:gdLst/>
            <a:ahLst/>
            <a:cxnLst/>
            <a:rect l="l" t="t" r="r" b="b"/>
            <a:pathLst>
              <a:path w="249555" h="142240">
                <a:moveTo>
                  <a:pt x="22343" y="142184"/>
                </a:moveTo>
                <a:lnTo>
                  <a:pt x="0" y="55350"/>
                </a:lnTo>
                <a:lnTo>
                  <a:pt x="506" y="55858"/>
                </a:lnTo>
                <a:lnTo>
                  <a:pt x="226479" y="0"/>
                </a:lnTo>
                <a:lnTo>
                  <a:pt x="249331" y="80740"/>
                </a:lnTo>
                <a:lnTo>
                  <a:pt x="22343" y="14218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 descr=""/>
          <p:cNvSpPr/>
          <p:nvPr/>
        </p:nvSpPr>
        <p:spPr>
          <a:xfrm>
            <a:off x="17118965" y="8626685"/>
            <a:ext cx="251460" cy="132080"/>
          </a:xfrm>
          <a:custGeom>
            <a:avLst/>
            <a:gdLst/>
            <a:ahLst/>
            <a:cxnLst/>
            <a:rect l="l" t="t" r="r" b="b"/>
            <a:pathLst>
              <a:path w="251459" h="132079">
                <a:moveTo>
                  <a:pt x="23866" y="131521"/>
                </a:moveTo>
                <a:lnTo>
                  <a:pt x="0" y="57381"/>
                </a:lnTo>
                <a:lnTo>
                  <a:pt x="506" y="56874"/>
                </a:lnTo>
                <a:lnTo>
                  <a:pt x="226479" y="0"/>
                </a:lnTo>
                <a:lnTo>
                  <a:pt x="250854" y="68553"/>
                </a:lnTo>
                <a:lnTo>
                  <a:pt x="23866" y="13152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object 262" descr=""/>
          <p:cNvSpPr/>
          <p:nvPr/>
        </p:nvSpPr>
        <p:spPr>
          <a:xfrm>
            <a:off x="17610010" y="8503796"/>
            <a:ext cx="252095" cy="118745"/>
          </a:xfrm>
          <a:custGeom>
            <a:avLst/>
            <a:gdLst/>
            <a:ahLst/>
            <a:cxnLst/>
            <a:rect l="l" t="t" r="r" b="b"/>
            <a:pathLst>
              <a:path w="252094" h="118745">
                <a:moveTo>
                  <a:pt x="24883" y="118318"/>
                </a:moveTo>
                <a:lnTo>
                  <a:pt x="6531" y="73329"/>
                </a:lnTo>
                <a:lnTo>
                  <a:pt x="0" y="56366"/>
                </a:lnTo>
                <a:lnTo>
                  <a:pt x="225972" y="0"/>
                </a:lnTo>
                <a:lnTo>
                  <a:pt x="244753" y="41560"/>
                </a:lnTo>
                <a:lnTo>
                  <a:pt x="251871" y="56366"/>
                </a:lnTo>
                <a:lnTo>
                  <a:pt x="24883" y="11831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object 263" descr=""/>
          <p:cNvSpPr/>
          <p:nvPr/>
        </p:nvSpPr>
        <p:spPr>
          <a:xfrm>
            <a:off x="18100546" y="8394571"/>
            <a:ext cx="187960" cy="95250"/>
          </a:xfrm>
          <a:custGeom>
            <a:avLst/>
            <a:gdLst/>
            <a:ahLst/>
            <a:cxnLst/>
            <a:rect l="l" t="t" r="r" b="b"/>
            <a:pathLst>
              <a:path w="187959" h="95250">
                <a:moveTo>
                  <a:pt x="26406" y="95006"/>
                </a:moveTo>
                <a:lnTo>
                  <a:pt x="1" y="45242"/>
                </a:lnTo>
                <a:lnTo>
                  <a:pt x="0" y="44734"/>
                </a:lnTo>
                <a:lnTo>
                  <a:pt x="187451" y="0"/>
                </a:lnTo>
                <a:lnTo>
                  <a:pt x="187451" y="52582"/>
                </a:lnTo>
                <a:lnTo>
                  <a:pt x="26406" y="9500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 descr=""/>
          <p:cNvSpPr/>
          <p:nvPr/>
        </p:nvSpPr>
        <p:spPr>
          <a:xfrm>
            <a:off x="0" y="10073777"/>
            <a:ext cx="124460" cy="135255"/>
          </a:xfrm>
          <a:custGeom>
            <a:avLst/>
            <a:gdLst/>
            <a:ahLst/>
            <a:cxnLst/>
            <a:rect l="l" t="t" r="r" b="b"/>
            <a:pathLst>
              <a:path w="124460" h="135254">
                <a:moveTo>
                  <a:pt x="97425" y="134712"/>
                </a:moveTo>
                <a:lnTo>
                  <a:pt x="0" y="113141"/>
                </a:lnTo>
                <a:lnTo>
                  <a:pt x="0" y="0"/>
                </a:lnTo>
                <a:lnTo>
                  <a:pt x="124338" y="29596"/>
                </a:lnTo>
                <a:lnTo>
                  <a:pt x="97425" y="13471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5" name="object 265" descr=""/>
          <p:cNvPicPr/>
          <p:nvPr/>
        </p:nvPicPr>
        <p:blipFill>
          <a:blip r:embed="rId145" cstate="print"/>
          <a:stretch>
            <a:fillRect/>
          </a:stretch>
        </p:blipFill>
        <p:spPr>
          <a:xfrm>
            <a:off x="364021" y="10167865"/>
            <a:ext cx="253901" cy="119133"/>
          </a:xfrm>
          <a:prstGeom prst="rect">
            <a:avLst/>
          </a:prstGeom>
        </p:spPr>
      </p:pic>
      <p:sp>
        <p:nvSpPr>
          <p:cNvPr id="266" name="object 266" descr=""/>
          <p:cNvSpPr/>
          <p:nvPr/>
        </p:nvSpPr>
        <p:spPr>
          <a:xfrm>
            <a:off x="9274432" y="10229308"/>
            <a:ext cx="227965" cy="57785"/>
          </a:xfrm>
          <a:custGeom>
            <a:avLst/>
            <a:gdLst/>
            <a:ahLst/>
            <a:cxnLst/>
            <a:rect l="l" t="t" r="r" b="b"/>
            <a:pathLst>
              <a:path w="227965" h="57784">
                <a:moveTo>
                  <a:pt x="227909" y="57690"/>
                </a:moveTo>
                <a:lnTo>
                  <a:pt x="0" y="57690"/>
                </a:lnTo>
                <a:lnTo>
                  <a:pt x="0" y="57381"/>
                </a:lnTo>
                <a:lnTo>
                  <a:pt x="227496" y="0"/>
                </a:lnTo>
                <a:lnTo>
                  <a:pt x="227909" y="5769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7" name="object 267" descr=""/>
          <p:cNvSpPr/>
          <p:nvPr/>
        </p:nvSpPr>
        <p:spPr>
          <a:xfrm>
            <a:off x="9767508" y="10108452"/>
            <a:ext cx="231140" cy="161925"/>
          </a:xfrm>
          <a:custGeom>
            <a:avLst/>
            <a:gdLst/>
            <a:ahLst/>
            <a:cxnLst/>
            <a:rect l="l" t="t" r="r" b="b"/>
            <a:pathLst>
              <a:path w="231140" h="161925">
                <a:moveTo>
                  <a:pt x="2031" y="161480"/>
                </a:moveTo>
                <a:lnTo>
                  <a:pt x="0" y="55350"/>
                </a:lnTo>
                <a:lnTo>
                  <a:pt x="508" y="55350"/>
                </a:lnTo>
                <a:lnTo>
                  <a:pt x="228004" y="0"/>
                </a:lnTo>
                <a:lnTo>
                  <a:pt x="230542" y="110193"/>
                </a:lnTo>
                <a:lnTo>
                  <a:pt x="2031" y="16148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8" name="object 268" descr=""/>
          <p:cNvPicPr/>
          <p:nvPr/>
        </p:nvPicPr>
        <p:blipFill>
          <a:blip r:embed="rId146" cstate="print"/>
          <a:stretch>
            <a:fillRect/>
          </a:stretch>
        </p:blipFill>
        <p:spPr>
          <a:xfrm>
            <a:off x="10261092" y="9992673"/>
            <a:ext cx="232066" cy="167066"/>
          </a:xfrm>
          <a:prstGeom prst="rect">
            <a:avLst/>
          </a:prstGeom>
        </p:spPr>
      </p:pic>
      <p:pic>
        <p:nvPicPr>
          <p:cNvPr id="269" name="object 269" descr=""/>
          <p:cNvPicPr/>
          <p:nvPr/>
        </p:nvPicPr>
        <p:blipFill>
          <a:blip r:embed="rId147" cstate="print"/>
          <a:stretch>
            <a:fillRect/>
          </a:stretch>
        </p:blipFill>
        <p:spPr>
          <a:xfrm>
            <a:off x="10755184" y="9887558"/>
            <a:ext cx="233081" cy="170621"/>
          </a:xfrm>
          <a:prstGeom prst="rect">
            <a:avLst/>
          </a:prstGeom>
        </p:spPr>
      </p:pic>
      <p:pic>
        <p:nvPicPr>
          <p:cNvPr id="270" name="object 270" descr=""/>
          <p:cNvPicPr/>
          <p:nvPr/>
        </p:nvPicPr>
        <p:blipFill>
          <a:blip r:embed="rId148" cstate="print"/>
          <a:stretch>
            <a:fillRect/>
          </a:stretch>
        </p:blipFill>
        <p:spPr>
          <a:xfrm>
            <a:off x="11248264" y="9795645"/>
            <a:ext cx="234601" cy="171636"/>
          </a:xfrm>
          <a:prstGeom prst="rect">
            <a:avLst/>
          </a:prstGeom>
        </p:spPr>
      </p:pic>
      <p:pic>
        <p:nvPicPr>
          <p:cNvPr id="271" name="object 271" descr=""/>
          <p:cNvPicPr/>
          <p:nvPr/>
        </p:nvPicPr>
        <p:blipFill>
          <a:blip r:embed="rId149" cstate="print"/>
          <a:stretch>
            <a:fillRect/>
          </a:stretch>
        </p:blipFill>
        <p:spPr>
          <a:xfrm>
            <a:off x="11741844" y="9721506"/>
            <a:ext cx="236129" cy="170114"/>
          </a:xfrm>
          <a:prstGeom prst="rect">
            <a:avLst/>
          </a:prstGeom>
        </p:spPr>
      </p:pic>
      <p:pic>
        <p:nvPicPr>
          <p:cNvPr id="272" name="object 272" descr=""/>
          <p:cNvPicPr/>
          <p:nvPr/>
        </p:nvPicPr>
        <p:blipFill>
          <a:blip r:embed="rId150" cstate="print"/>
          <a:stretch>
            <a:fillRect/>
          </a:stretch>
        </p:blipFill>
        <p:spPr>
          <a:xfrm>
            <a:off x="12235428" y="9667680"/>
            <a:ext cx="237653" cy="166559"/>
          </a:xfrm>
          <a:prstGeom prst="rect">
            <a:avLst/>
          </a:prstGeom>
        </p:spPr>
      </p:pic>
      <p:pic>
        <p:nvPicPr>
          <p:cNvPr id="273" name="object 273" descr=""/>
          <p:cNvPicPr/>
          <p:nvPr/>
        </p:nvPicPr>
        <p:blipFill>
          <a:blip r:embed="rId151" cstate="print"/>
          <a:stretch>
            <a:fillRect/>
          </a:stretch>
        </p:blipFill>
        <p:spPr>
          <a:xfrm>
            <a:off x="12728506" y="9637720"/>
            <a:ext cx="239174" cy="159957"/>
          </a:xfrm>
          <a:prstGeom prst="rect">
            <a:avLst/>
          </a:prstGeom>
        </p:spPr>
      </p:pic>
      <p:pic>
        <p:nvPicPr>
          <p:cNvPr id="274" name="object 274" descr=""/>
          <p:cNvPicPr/>
          <p:nvPr/>
        </p:nvPicPr>
        <p:blipFill>
          <a:blip r:embed="rId152" cstate="print"/>
          <a:stretch>
            <a:fillRect/>
          </a:stretch>
        </p:blipFill>
        <p:spPr>
          <a:xfrm>
            <a:off x="13222090" y="9629594"/>
            <a:ext cx="240697" cy="156403"/>
          </a:xfrm>
          <a:prstGeom prst="rect">
            <a:avLst/>
          </a:prstGeom>
        </p:spPr>
      </p:pic>
      <p:pic>
        <p:nvPicPr>
          <p:cNvPr id="275" name="object 275" descr=""/>
          <p:cNvPicPr/>
          <p:nvPr/>
        </p:nvPicPr>
        <p:blipFill>
          <a:blip r:embed="rId153" cstate="print"/>
          <a:stretch>
            <a:fillRect/>
          </a:stretch>
        </p:blipFill>
        <p:spPr>
          <a:xfrm>
            <a:off x="13715674" y="9597603"/>
            <a:ext cx="242221" cy="166050"/>
          </a:xfrm>
          <a:prstGeom prst="rect">
            <a:avLst/>
          </a:prstGeom>
        </p:spPr>
      </p:pic>
      <p:pic>
        <p:nvPicPr>
          <p:cNvPr id="276" name="object 276" descr=""/>
          <p:cNvPicPr/>
          <p:nvPr/>
        </p:nvPicPr>
        <p:blipFill>
          <a:blip r:embed="rId154" cstate="print"/>
          <a:stretch>
            <a:fillRect/>
          </a:stretch>
        </p:blipFill>
        <p:spPr>
          <a:xfrm>
            <a:off x="14209258" y="9534635"/>
            <a:ext cx="243744" cy="173160"/>
          </a:xfrm>
          <a:prstGeom prst="rect">
            <a:avLst/>
          </a:prstGeom>
        </p:spPr>
      </p:pic>
      <p:pic>
        <p:nvPicPr>
          <p:cNvPr id="277" name="object 277" descr=""/>
          <p:cNvPicPr/>
          <p:nvPr/>
        </p:nvPicPr>
        <p:blipFill>
          <a:blip r:embed="rId155" cstate="print"/>
          <a:stretch>
            <a:fillRect/>
          </a:stretch>
        </p:blipFill>
        <p:spPr>
          <a:xfrm>
            <a:off x="14702842" y="9446278"/>
            <a:ext cx="245268" cy="174684"/>
          </a:xfrm>
          <a:prstGeom prst="rect">
            <a:avLst/>
          </a:prstGeom>
        </p:spPr>
      </p:pic>
      <p:pic>
        <p:nvPicPr>
          <p:cNvPr id="278" name="object 278" descr=""/>
          <p:cNvPicPr/>
          <p:nvPr/>
        </p:nvPicPr>
        <p:blipFill>
          <a:blip r:embed="rId156" cstate="print"/>
          <a:stretch>
            <a:fillRect/>
          </a:stretch>
        </p:blipFill>
        <p:spPr>
          <a:xfrm>
            <a:off x="15196425" y="9336592"/>
            <a:ext cx="246791" cy="174175"/>
          </a:xfrm>
          <a:prstGeom prst="rect">
            <a:avLst/>
          </a:prstGeom>
        </p:spPr>
      </p:pic>
      <p:sp>
        <p:nvSpPr>
          <p:cNvPr id="279" name="object 279" descr=""/>
          <p:cNvSpPr/>
          <p:nvPr/>
        </p:nvSpPr>
        <p:spPr>
          <a:xfrm>
            <a:off x="15690516" y="9209642"/>
            <a:ext cx="248285" cy="170180"/>
          </a:xfrm>
          <a:custGeom>
            <a:avLst/>
            <a:gdLst/>
            <a:ahLst/>
            <a:cxnLst/>
            <a:rect l="l" t="t" r="r" b="b"/>
            <a:pathLst>
              <a:path w="248284" h="170179">
                <a:moveTo>
                  <a:pt x="19297" y="169605"/>
                </a:moveTo>
                <a:lnTo>
                  <a:pt x="0" y="60428"/>
                </a:lnTo>
                <a:lnTo>
                  <a:pt x="134328" y="25292"/>
                </a:lnTo>
                <a:lnTo>
                  <a:pt x="227496" y="0"/>
                </a:lnTo>
                <a:lnTo>
                  <a:pt x="247808" y="103591"/>
                </a:lnTo>
                <a:lnTo>
                  <a:pt x="19297" y="16960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0" name="object 280" descr=""/>
          <p:cNvSpPr/>
          <p:nvPr/>
        </p:nvSpPr>
        <p:spPr>
          <a:xfrm>
            <a:off x="16184102" y="9070504"/>
            <a:ext cx="249554" cy="162560"/>
          </a:xfrm>
          <a:custGeom>
            <a:avLst/>
            <a:gdLst/>
            <a:ahLst/>
            <a:cxnLst/>
            <a:rect l="l" t="t" r="r" b="b"/>
            <a:pathLst>
              <a:path w="249555" h="162559">
                <a:moveTo>
                  <a:pt x="20820" y="162496"/>
                </a:moveTo>
                <a:lnTo>
                  <a:pt x="0" y="65506"/>
                </a:lnTo>
                <a:lnTo>
                  <a:pt x="227496" y="0"/>
                </a:lnTo>
                <a:lnTo>
                  <a:pt x="249331" y="91404"/>
                </a:lnTo>
                <a:lnTo>
                  <a:pt x="20820" y="16249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1" name="object 281" descr=""/>
          <p:cNvSpPr/>
          <p:nvPr/>
        </p:nvSpPr>
        <p:spPr>
          <a:xfrm>
            <a:off x="16677687" y="8923240"/>
            <a:ext cx="251460" cy="153035"/>
          </a:xfrm>
          <a:custGeom>
            <a:avLst/>
            <a:gdLst/>
            <a:ahLst/>
            <a:cxnLst/>
            <a:rect l="l" t="t" r="r" b="b"/>
            <a:pathLst>
              <a:path w="251459" h="153034">
                <a:moveTo>
                  <a:pt x="22341" y="152848"/>
                </a:moveTo>
                <a:lnTo>
                  <a:pt x="16207" y="130322"/>
                </a:lnTo>
                <a:lnTo>
                  <a:pt x="10979" y="110890"/>
                </a:lnTo>
                <a:lnTo>
                  <a:pt x="5845" y="91364"/>
                </a:lnTo>
                <a:lnTo>
                  <a:pt x="0" y="68552"/>
                </a:lnTo>
                <a:lnTo>
                  <a:pt x="227493" y="0"/>
                </a:lnTo>
                <a:lnTo>
                  <a:pt x="233642" y="21145"/>
                </a:lnTo>
                <a:lnTo>
                  <a:pt x="238982" y="39290"/>
                </a:lnTo>
                <a:lnTo>
                  <a:pt x="244417" y="57341"/>
                </a:lnTo>
                <a:lnTo>
                  <a:pt x="250852" y="78201"/>
                </a:lnTo>
                <a:lnTo>
                  <a:pt x="22341" y="15284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2" name="object 282" descr=""/>
          <p:cNvSpPr/>
          <p:nvPr/>
        </p:nvSpPr>
        <p:spPr>
          <a:xfrm>
            <a:off x="17170254" y="8772932"/>
            <a:ext cx="252729" cy="141605"/>
          </a:xfrm>
          <a:custGeom>
            <a:avLst/>
            <a:gdLst/>
            <a:ahLst/>
            <a:cxnLst/>
            <a:rect l="l" t="t" r="r" b="b"/>
            <a:pathLst>
              <a:path w="252730" h="141604">
                <a:moveTo>
                  <a:pt x="23866" y="141169"/>
                </a:moveTo>
                <a:lnTo>
                  <a:pt x="0" y="69568"/>
                </a:lnTo>
                <a:lnTo>
                  <a:pt x="506" y="69568"/>
                </a:lnTo>
                <a:lnTo>
                  <a:pt x="228002" y="0"/>
                </a:lnTo>
                <a:lnTo>
                  <a:pt x="252377" y="65506"/>
                </a:lnTo>
                <a:lnTo>
                  <a:pt x="23866" y="14116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3" name="object 283" descr=""/>
          <p:cNvSpPr/>
          <p:nvPr/>
        </p:nvSpPr>
        <p:spPr>
          <a:xfrm>
            <a:off x="17663839" y="8623637"/>
            <a:ext cx="254000" cy="127000"/>
          </a:xfrm>
          <a:custGeom>
            <a:avLst/>
            <a:gdLst/>
            <a:ahLst/>
            <a:cxnLst/>
            <a:rect l="l" t="t" r="r" b="b"/>
            <a:pathLst>
              <a:path w="254000" h="127000">
                <a:moveTo>
                  <a:pt x="25390" y="126951"/>
                </a:moveTo>
                <a:lnTo>
                  <a:pt x="0" y="68045"/>
                </a:lnTo>
                <a:lnTo>
                  <a:pt x="506" y="68553"/>
                </a:lnTo>
                <a:lnTo>
                  <a:pt x="228002" y="0"/>
                </a:lnTo>
                <a:lnTo>
                  <a:pt x="253901" y="52811"/>
                </a:lnTo>
                <a:lnTo>
                  <a:pt x="25390" y="12695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4" name="object 284" descr=""/>
          <p:cNvSpPr/>
          <p:nvPr/>
        </p:nvSpPr>
        <p:spPr>
          <a:xfrm>
            <a:off x="18157421" y="8507290"/>
            <a:ext cx="130810" cy="84455"/>
          </a:xfrm>
          <a:custGeom>
            <a:avLst/>
            <a:gdLst/>
            <a:ahLst/>
            <a:cxnLst/>
            <a:rect l="l" t="t" r="r" b="b"/>
            <a:pathLst>
              <a:path w="130809" h="84454">
                <a:moveTo>
                  <a:pt x="26913" y="84355"/>
                </a:moveTo>
                <a:lnTo>
                  <a:pt x="0" y="38145"/>
                </a:lnTo>
                <a:lnTo>
                  <a:pt x="506" y="37638"/>
                </a:lnTo>
                <a:lnTo>
                  <a:pt x="130576" y="0"/>
                </a:lnTo>
                <a:lnTo>
                  <a:pt x="130576" y="51739"/>
                </a:lnTo>
                <a:lnTo>
                  <a:pt x="26913" y="8435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5" name="object 285" descr=""/>
          <p:cNvSpPr/>
          <p:nvPr/>
        </p:nvSpPr>
        <p:spPr>
          <a:xfrm>
            <a:off x="10314499" y="10252160"/>
            <a:ext cx="184785" cy="34925"/>
          </a:xfrm>
          <a:custGeom>
            <a:avLst/>
            <a:gdLst/>
            <a:ahLst/>
            <a:cxnLst/>
            <a:rect l="l" t="t" r="r" b="b"/>
            <a:pathLst>
              <a:path w="184784" h="34925">
                <a:moveTo>
                  <a:pt x="184375" y="34839"/>
                </a:moveTo>
                <a:lnTo>
                  <a:pt x="0" y="34839"/>
                </a:lnTo>
                <a:lnTo>
                  <a:pt x="183230" y="0"/>
                </a:lnTo>
                <a:lnTo>
                  <a:pt x="184375" y="3483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6" name="object 286" descr=""/>
          <p:cNvSpPr/>
          <p:nvPr/>
        </p:nvSpPr>
        <p:spPr>
          <a:xfrm>
            <a:off x="10764832" y="10164309"/>
            <a:ext cx="234950" cy="123189"/>
          </a:xfrm>
          <a:custGeom>
            <a:avLst/>
            <a:gdLst/>
            <a:ahLst/>
            <a:cxnLst/>
            <a:rect l="l" t="t" r="r" b="b"/>
            <a:pathLst>
              <a:path w="234950" h="123190">
                <a:moveTo>
                  <a:pt x="234830" y="122689"/>
                </a:moveTo>
                <a:lnTo>
                  <a:pt x="3369" y="122689"/>
                </a:lnTo>
                <a:lnTo>
                  <a:pt x="0" y="39100"/>
                </a:lnTo>
                <a:lnTo>
                  <a:pt x="229527" y="0"/>
                </a:lnTo>
                <a:lnTo>
                  <a:pt x="234830" y="12268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87" name="object 287" descr=""/>
          <p:cNvPicPr/>
          <p:nvPr/>
        </p:nvPicPr>
        <p:blipFill>
          <a:blip r:embed="rId157" cstate="print"/>
          <a:stretch>
            <a:fillRect/>
          </a:stretch>
        </p:blipFill>
        <p:spPr>
          <a:xfrm>
            <a:off x="11261465" y="10089156"/>
            <a:ext cx="236635" cy="167066"/>
          </a:xfrm>
          <a:prstGeom prst="rect">
            <a:avLst/>
          </a:prstGeom>
        </p:spPr>
      </p:pic>
      <p:pic>
        <p:nvPicPr>
          <p:cNvPr id="288" name="object 288" descr=""/>
          <p:cNvPicPr/>
          <p:nvPr/>
        </p:nvPicPr>
        <p:blipFill>
          <a:blip r:embed="rId158" cstate="print"/>
          <a:stretch>
            <a:fillRect/>
          </a:stretch>
        </p:blipFill>
        <p:spPr>
          <a:xfrm>
            <a:off x="11759110" y="10028220"/>
            <a:ext cx="237652" cy="166559"/>
          </a:xfrm>
          <a:prstGeom prst="rect">
            <a:avLst/>
          </a:prstGeom>
        </p:spPr>
      </p:pic>
      <p:pic>
        <p:nvPicPr>
          <p:cNvPr id="289" name="object 289" descr=""/>
          <p:cNvPicPr/>
          <p:nvPr/>
        </p:nvPicPr>
        <p:blipFill>
          <a:blip r:embed="rId159" cstate="print"/>
          <a:stretch>
            <a:fillRect/>
          </a:stretch>
        </p:blipFill>
        <p:spPr>
          <a:xfrm>
            <a:off x="12255740" y="9987088"/>
            <a:ext cx="239176" cy="163512"/>
          </a:xfrm>
          <a:prstGeom prst="rect">
            <a:avLst/>
          </a:prstGeom>
        </p:spPr>
      </p:pic>
      <p:pic>
        <p:nvPicPr>
          <p:cNvPr id="290" name="object 290" descr=""/>
          <p:cNvPicPr/>
          <p:nvPr/>
        </p:nvPicPr>
        <p:blipFill>
          <a:blip r:embed="rId160" cstate="print"/>
          <a:stretch>
            <a:fillRect/>
          </a:stretch>
        </p:blipFill>
        <p:spPr>
          <a:xfrm>
            <a:off x="12752371" y="9967283"/>
            <a:ext cx="240699" cy="157926"/>
          </a:xfrm>
          <a:prstGeom prst="rect">
            <a:avLst/>
          </a:prstGeom>
        </p:spPr>
      </p:pic>
      <p:pic>
        <p:nvPicPr>
          <p:cNvPr id="291" name="object 291" descr=""/>
          <p:cNvPicPr/>
          <p:nvPr/>
        </p:nvPicPr>
        <p:blipFill>
          <a:blip r:embed="rId161" cstate="print"/>
          <a:stretch>
            <a:fillRect/>
          </a:stretch>
        </p:blipFill>
        <p:spPr>
          <a:xfrm>
            <a:off x="13249003" y="9957127"/>
            <a:ext cx="242222" cy="162496"/>
          </a:xfrm>
          <a:prstGeom prst="rect">
            <a:avLst/>
          </a:prstGeom>
        </p:spPr>
      </p:pic>
      <p:pic>
        <p:nvPicPr>
          <p:cNvPr id="292" name="object 292" descr=""/>
          <p:cNvPicPr/>
          <p:nvPr/>
        </p:nvPicPr>
        <p:blipFill>
          <a:blip r:embed="rId162" cstate="print"/>
          <a:stretch>
            <a:fillRect/>
          </a:stretch>
        </p:blipFill>
        <p:spPr>
          <a:xfrm>
            <a:off x="13745633" y="9910917"/>
            <a:ext cx="243746" cy="174684"/>
          </a:xfrm>
          <a:prstGeom prst="rect">
            <a:avLst/>
          </a:prstGeom>
        </p:spPr>
      </p:pic>
      <p:pic>
        <p:nvPicPr>
          <p:cNvPr id="293" name="object 293" descr=""/>
          <p:cNvPicPr/>
          <p:nvPr/>
        </p:nvPicPr>
        <p:blipFill>
          <a:blip r:embed="rId163" cstate="print"/>
          <a:stretch>
            <a:fillRect/>
          </a:stretch>
        </p:blipFill>
        <p:spPr>
          <a:xfrm>
            <a:off x="14242826" y="9830684"/>
            <a:ext cx="245214" cy="182300"/>
          </a:xfrm>
          <a:prstGeom prst="rect">
            <a:avLst/>
          </a:prstGeom>
        </p:spPr>
      </p:pic>
      <p:pic>
        <p:nvPicPr>
          <p:cNvPr id="294" name="object 294" descr=""/>
          <p:cNvPicPr/>
          <p:nvPr/>
        </p:nvPicPr>
        <p:blipFill>
          <a:blip r:embed="rId164" cstate="print"/>
          <a:stretch>
            <a:fillRect/>
          </a:stretch>
        </p:blipFill>
        <p:spPr>
          <a:xfrm>
            <a:off x="14738895" y="9720999"/>
            <a:ext cx="246791" cy="186363"/>
          </a:xfrm>
          <a:prstGeom prst="rect">
            <a:avLst/>
          </a:prstGeom>
        </p:spPr>
      </p:pic>
      <p:pic>
        <p:nvPicPr>
          <p:cNvPr id="295" name="object 295" descr=""/>
          <p:cNvPicPr/>
          <p:nvPr/>
        </p:nvPicPr>
        <p:blipFill>
          <a:blip r:embed="rId165" cstate="print"/>
          <a:stretch>
            <a:fillRect/>
          </a:stretch>
        </p:blipFill>
        <p:spPr>
          <a:xfrm>
            <a:off x="15235527" y="9586938"/>
            <a:ext cx="248314" cy="185855"/>
          </a:xfrm>
          <a:prstGeom prst="rect">
            <a:avLst/>
          </a:prstGeom>
        </p:spPr>
      </p:pic>
      <p:pic>
        <p:nvPicPr>
          <p:cNvPr id="296" name="object 296" descr=""/>
          <p:cNvPicPr/>
          <p:nvPr/>
        </p:nvPicPr>
        <p:blipFill>
          <a:blip r:embed="rId166" cstate="print"/>
          <a:stretch>
            <a:fillRect/>
          </a:stretch>
        </p:blipFill>
        <p:spPr>
          <a:xfrm>
            <a:off x="15732156" y="9434599"/>
            <a:ext cx="249839" cy="182300"/>
          </a:xfrm>
          <a:prstGeom prst="rect">
            <a:avLst/>
          </a:prstGeom>
        </p:spPr>
      </p:pic>
      <p:sp>
        <p:nvSpPr>
          <p:cNvPr id="297" name="object 297" descr=""/>
          <p:cNvSpPr/>
          <p:nvPr/>
        </p:nvSpPr>
        <p:spPr>
          <a:xfrm>
            <a:off x="16229294" y="9268039"/>
            <a:ext cx="251460" cy="175260"/>
          </a:xfrm>
          <a:custGeom>
            <a:avLst/>
            <a:gdLst/>
            <a:ahLst/>
            <a:cxnLst/>
            <a:rect l="l" t="t" r="r" b="b"/>
            <a:pathLst>
              <a:path w="251459" h="175259">
                <a:moveTo>
                  <a:pt x="21328" y="175191"/>
                </a:moveTo>
                <a:lnTo>
                  <a:pt x="0" y="78201"/>
                </a:lnTo>
                <a:lnTo>
                  <a:pt x="508" y="78201"/>
                </a:lnTo>
                <a:lnTo>
                  <a:pt x="229527" y="0"/>
                </a:lnTo>
                <a:lnTo>
                  <a:pt x="251362" y="90896"/>
                </a:lnTo>
                <a:lnTo>
                  <a:pt x="21328" y="17519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8" name="object 298" descr=""/>
          <p:cNvSpPr/>
          <p:nvPr/>
        </p:nvSpPr>
        <p:spPr>
          <a:xfrm>
            <a:off x="16725926" y="9092847"/>
            <a:ext cx="253365" cy="165735"/>
          </a:xfrm>
          <a:custGeom>
            <a:avLst/>
            <a:gdLst/>
            <a:ahLst/>
            <a:cxnLst/>
            <a:rect l="l" t="t" r="r" b="b"/>
            <a:pathLst>
              <a:path w="253365" h="165734">
                <a:moveTo>
                  <a:pt x="22851" y="165543"/>
                </a:moveTo>
                <a:lnTo>
                  <a:pt x="0" y="81247"/>
                </a:lnTo>
                <a:lnTo>
                  <a:pt x="508" y="81756"/>
                </a:lnTo>
                <a:lnTo>
                  <a:pt x="229527" y="0"/>
                </a:lnTo>
                <a:lnTo>
                  <a:pt x="252886" y="78201"/>
                </a:lnTo>
                <a:lnTo>
                  <a:pt x="22851" y="16554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9" name="object 299" descr=""/>
          <p:cNvSpPr/>
          <p:nvPr/>
        </p:nvSpPr>
        <p:spPr>
          <a:xfrm>
            <a:off x="17222556" y="8914609"/>
            <a:ext cx="254635" cy="153670"/>
          </a:xfrm>
          <a:custGeom>
            <a:avLst/>
            <a:gdLst/>
            <a:ahLst/>
            <a:cxnLst/>
            <a:rect l="l" t="t" r="r" b="b"/>
            <a:pathLst>
              <a:path w="254634" h="153670">
                <a:moveTo>
                  <a:pt x="24375" y="153356"/>
                </a:moveTo>
                <a:lnTo>
                  <a:pt x="0" y="82264"/>
                </a:lnTo>
                <a:lnTo>
                  <a:pt x="508" y="82263"/>
                </a:lnTo>
                <a:lnTo>
                  <a:pt x="229527" y="0"/>
                </a:lnTo>
                <a:lnTo>
                  <a:pt x="254409" y="64998"/>
                </a:lnTo>
                <a:lnTo>
                  <a:pt x="24375" y="15335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0" name="object 300" descr=""/>
          <p:cNvSpPr/>
          <p:nvPr/>
        </p:nvSpPr>
        <p:spPr>
          <a:xfrm>
            <a:off x="17719188" y="8737385"/>
            <a:ext cx="256540" cy="139700"/>
          </a:xfrm>
          <a:custGeom>
            <a:avLst/>
            <a:gdLst/>
            <a:ahLst/>
            <a:cxnLst/>
            <a:rect l="l" t="t" r="r" b="b"/>
            <a:pathLst>
              <a:path w="256540" h="139700">
                <a:moveTo>
                  <a:pt x="25898" y="139138"/>
                </a:moveTo>
                <a:lnTo>
                  <a:pt x="0" y="81248"/>
                </a:lnTo>
                <a:lnTo>
                  <a:pt x="508" y="81248"/>
                </a:lnTo>
                <a:lnTo>
                  <a:pt x="229527" y="0"/>
                </a:lnTo>
                <a:lnTo>
                  <a:pt x="255932" y="52303"/>
                </a:lnTo>
                <a:lnTo>
                  <a:pt x="25898" y="13913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1" name="object 301" descr=""/>
          <p:cNvPicPr/>
          <p:nvPr/>
        </p:nvPicPr>
        <p:blipFill>
          <a:blip r:embed="rId167" cstate="print"/>
          <a:stretch>
            <a:fillRect/>
          </a:stretch>
        </p:blipFill>
        <p:spPr>
          <a:xfrm>
            <a:off x="18215818" y="8620468"/>
            <a:ext cx="72181" cy="70706"/>
          </a:xfrm>
          <a:prstGeom prst="rect">
            <a:avLst/>
          </a:prstGeom>
        </p:spPr>
      </p:pic>
      <p:sp>
        <p:nvSpPr>
          <p:cNvPr id="302" name="object 302" descr=""/>
          <p:cNvSpPr/>
          <p:nvPr/>
        </p:nvSpPr>
        <p:spPr>
          <a:xfrm>
            <a:off x="13775594" y="10227785"/>
            <a:ext cx="237490" cy="59690"/>
          </a:xfrm>
          <a:custGeom>
            <a:avLst/>
            <a:gdLst/>
            <a:ahLst/>
            <a:cxnLst/>
            <a:rect l="l" t="t" r="r" b="b"/>
            <a:pathLst>
              <a:path w="237490" h="59690">
                <a:moveTo>
                  <a:pt x="236991" y="59213"/>
                </a:moveTo>
                <a:lnTo>
                  <a:pt x="2450" y="59213"/>
                </a:lnTo>
                <a:lnTo>
                  <a:pt x="0" y="33007"/>
                </a:lnTo>
                <a:lnTo>
                  <a:pt x="95112" y="20949"/>
                </a:lnTo>
                <a:lnTo>
                  <a:pt x="136809" y="14981"/>
                </a:lnTo>
                <a:lnTo>
                  <a:pt x="231049" y="0"/>
                </a:lnTo>
                <a:lnTo>
                  <a:pt x="236991" y="5921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3" name="object 303" descr=""/>
          <p:cNvPicPr/>
          <p:nvPr/>
        </p:nvPicPr>
        <p:blipFill>
          <a:blip r:embed="rId168" cstate="print"/>
          <a:stretch>
            <a:fillRect/>
          </a:stretch>
        </p:blipFill>
        <p:spPr>
          <a:xfrm>
            <a:off x="14275271" y="10129780"/>
            <a:ext cx="247299" cy="157218"/>
          </a:xfrm>
          <a:prstGeom prst="rect">
            <a:avLst/>
          </a:prstGeom>
        </p:spPr>
      </p:pic>
      <p:pic>
        <p:nvPicPr>
          <p:cNvPr id="304" name="object 304" descr=""/>
          <p:cNvPicPr/>
          <p:nvPr/>
        </p:nvPicPr>
        <p:blipFill>
          <a:blip r:embed="rId169" cstate="print"/>
          <a:stretch>
            <a:fillRect/>
          </a:stretch>
        </p:blipFill>
        <p:spPr>
          <a:xfrm>
            <a:off x="14775457" y="9997750"/>
            <a:ext cx="248823" cy="198550"/>
          </a:xfrm>
          <a:prstGeom prst="rect">
            <a:avLst/>
          </a:prstGeom>
        </p:spPr>
      </p:pic>
      <p:pic>
        <p:nvPicPr>
          <p:cNvPr id="305" name="object 305" descr=""/>
          <p:cNvPicPr/>
          <p:nvPr/>
        </p:nvPicPr>
        <p:blipFill>
          <a:blip r:embed="rId170" cstate="print"/>
          <a:stretch>
            <a:fillRect/>
          </a:stretch>
        </p:blipFill>
        <p:spPr>
          <a:xfrm>
            <a:off x="15276221" y="9839824"/>
            <a:ext cx="249767" cy="199059"/>
          </a:xfrm>
          <a:prstGeom prst="rect">
            <a:avLst/>
          </a:prstGeom>
        </p:spPr>
      </p:pic>
      <p:pic>
        <p:nvPicPr>
          <p:cNvPr id="306" name="object 306" descr=""/>
          <p:cNvPicPr/>
          <p:nvPr/>
        </p:nvPicPr>
        <p:blipFill>
          <a:blip r:embed="rId171" cstate="print"/>
          <a:stretch>
            <a:fillRect/>
          </a:stretch>
        </p:blipFill>
        <p:spPr>
          <a:xfrm>
            <a:off x="15775909" y="9660570"/>
            <a:ext cx="251281" cy="196011"/>
          </a:xfrm>
          <a:prstGeom prst="rect">
            <a:avLst/>
          </a:prstGeom>
        </p:spPr>
      </p:pic>
      <p:sp>
        <p:nvSpPr>
          <p:cNvPr id="307" name="object 307" descr=""/>
          <p:cNvSpPr/>
          <p:nvPr/>
        </p:nvSpPr>
        <p:spPr>
          <a:xfrm>
            <a:off x="16276014" y="9466591"/>
            <a:ext cx="253365" cy="190500"/>
          </a:xfrm>
          <a:custGeom>
            <a:avLst/>
            <a:gdLst/>
            <a:ahLst/>
            <a:cxnLst/>
            <a:rect l="l" t="t" r="r" b="b"/>
            <a:pathLst>
              <a:path w="253365" h="190500">
                <a:moveTo>
                  <a:pt x="21328" y="189918"/>
                </a:moveTo>
                <a:lnTo>
                  <a:pt x="0" y="90896"/>
                </a:lnTo>
                <a:lnTo>
                  <a:pt x="230542" y="0"/>
                </a:lnTo>
                <a:lnTo>
                  <a:pt x="252886" y="92927"/>
                </a:lnTo>
                <a:lnTo>
                  <a:pt x="72221" y="168960"/>
                </a:lnTo>
                <a:lnTo>
                  <a:pt x="21328" y="18991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8" name="object 308" descr=""/>
          <p:cNvSpPr/>
          <p:nvPr/>
        </p:nvSpPr>
        <p:spPr>
          <a:xfrm>
            <a:off x="16775690" y="9262961"/>
            <a:ext cx="254635" cy="180975"/>
          </a:xfrm>
          <a:custGeom>
            <a:avLst/>
            <a:gdLst/>
            <a:ahLst/>
            <a:cxnLst/>
            <a:rect l="l" t="t" r="r" b="b"/>
            <a:pathLst>
              <a:path w="254634" h="180975">
                <a:moveTo>
                  <a:pt x="22851" y="180777"/>
                </a:moveTo>
                <a:lnTo>
                  <a:pt x="0" y="94451"/>
                </a:lnTo>
                <a:lnTo>
                  <a:pt x="230542" y="0"/>
                </a:lnTo>
                <a:lnTo>
                  <a:pt x="254409" y="80232"/>
                </a:lnTo>
                <a:lnTo>
                  <a:pt x="22851" y="18077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9" name="object 309" descr=""/>
          <p:cNvSpPr/>
          <p:nvPr/>
        </p:nvSpPr>
        <p:spPr>
          <a:xfrm>
            <a:off x="17275877" y="9056285"/>
            <a:ext cx="256540" cy="168910"/>
          </a:xfrm>
          <a:custGeom>
            <a:avLst/>
            <a:gdLst/>
            <a:ahLst/>
            <a:cxnLst/>
            <a:rect l="l" t="t" r="r" b="b"/>
            <a:pathLst>
              <a:path w="256540" h="168909">
                <a:moveTo>
                  <a:pt x="24375" y="168590"/>
                </a:moveTo>
                <a:lnTo>
                  <a:pt x="0" y="95467"/>
                </a:lnTo>
                <a:lnTo>
                  <a:pt x="230542" y="0"/>
                </a:lnTo>
                <a:lnTo>
                  <a:pt x="255932" y="67537"/>
                </a:lnTo>
                <a:lnTo>
                  <a:pt x="24375" y="16859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0" name="object 310" descr=""/>
          <p:cNvSpPr/>
          <p:nvPr/>
        </p:nvSpPr>
        <p:spPr>
          <a:xfrm>
            <a:off x="17776062" y="8852149"/>
            <a:ext cx="257810" cy="154305"/>
          </a:xfrm>
          <a:custGeom>
            <a:avLst/>
            <a:gdLst/>
            <a:ahLst/>
            <a:cxnLst/>
            <a:rect l="l" t="t" r="r" b="b"/>
            <a:pathLst>
              <a:path w="257809" h="154304">
                <a:moveTo>
                  <a:pt x="25898" y="153864"/>
                </a:moveTo>
                <a:lnTo>
                  <a:pt x="0" y="93435"/>
                </a:lnTo>
                <a:lnTo>
                  <a:pt x="230542" y="0"/>
                </a:lnTo>
                <a:lnTo>
                  <a:pt x="257456" y="54842"/>
                </a:lnTo>
                <a:lnTo>
                  <a:pt x="25898" y="15386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1" name="object 311" descr=""/>
          <p:cNvSpPr/>
          <p:nvPr/>
        </p:nvSpPr>
        <p:spPr>
          <a:xfrm>
            <a:off x="18275738" y="8740277"/>
            <a:ext cx="12700" cy="26670"/>
          </a:xfrm>
          <a:custGeom>
            <a:avLst/>
            <a:gdLst/>
            <a:ahLst/>
            <a:cxnLst/>
            <a:rect l="l" t="t" r="r" b="b"/>
            <a:pathLst>
              <a:path w="12700" h="26670">
                <a:moveTo>
                  <a:pt x="12259" y="26124"/>
                </a:moveTo>
                <a:lnTo>
                  <a:pt x="7213" y="17190"/>
                </a:lnTo>
                <a:lnTo>
                  <a:pt x="0" y="4725"/>
                </a:lnTo>
                <a:lnTo>
                  <a:pt x="12259" y="0"/>
                </a:lnTo>
                <a:lnTo>
                  <a:pt x="12259" y="2612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2" name="object 312" descr=""/>
          <p:cNvSpPr/>
          <p:nvPr/>
        </p:nvSpPr>
        <p:spPr>
          <a:xfrm>
            <a:off x="15024324" y="10280089"/>
            <a:ext cx="22225" cy="6985"/>
          </a:xfrm>
          <a:custGeom>
            <a:avLst/>
            <a:gdLst/>
            <a:ahLst/>
            <a:cxnLst/>
            <a:rect l="l" t="t" r="r" b="b"/>
            <a:pathLst>
              <a:path w="22225" h="6984">
                <a:moveTo>
                  <a:pt x="21705" y="6909"/>
                </a:moveTo>
                <a:lnTo>
                  <a:pt x="0" y="6909"/>
                </a:lnTo>
                <a:lnTo>
                  <a:pt x="20775" y="0"/>
                </a:lnTo>
                <a:lnTo>
                  <a:pt x="21705" y="690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3" name="object 313" descr=""/>
          <p:cNvPicPr/>
          <p:nvPr/>
        </p:nvPicPr>
        <p:blipFill>
          <a:blip r:embed="rId172" cstate="print"/>
          <a:stretch>
            <a:fillRect/>
          </a:stretch>
        </p:blipFill>
        <p:spPr>
          <a:xfrm>
            <a:off x="15315759" y="10097788"/>
            <a:ext cx="251869" cy="189211"/>
          </a:xfrm>
          <a:prstGeom prst="rect">
            <a:avLst/>
          </a:prstGeom>
        </p:spPr>
      </p:pic>
      <p:pic>
        <p:nvPicPr>
          <p:cNvPr id="314" name="object 314" descr=""/>
          <p:cNvPicPr/>
          <p:nvPr/>
        </p:nvPicPr>
        <p:blipFill>
          <a:blip r:embed="rId173" cstate="print"/>
          <a:stretch>
            <a:fillRect/>
          </a:stretch>
        </p:blipFill>
        <p:spPr>
          <a:xfrm>
            <a:off x="15818992" y="9892128"/>
            <a:ext cx="253392" cy="212261"/>
          </a:xfrm>
          <a:prstGeom prst="rect">
            <a:avLst/>
          </a:prstGeom>
        </p:spPr>
      </p:pic>
      <p:sp>
        <p:nvSpPr>
          <p:cNvPr id="315" name="object 315" descr=""/>
          <p:cNvSpPr/>
          <p:nvPr/>
        </p:nvSpPr>
        <p:spPr>
          <a:xfrm>
            <a:off x="16322225" y="9670218"/>
            <a:ext cx="255270" cy="207645"/>
          </a:xfrm>
          <a:custGeom>
            <a:avLst/>
            <a:gdLst/>
            <a:ahLst/>
            <a:cxnLst/>
            <a:rect l="l" t="t" r="r" b="b"/>
            <a:pathLst>
              <a:path w="255269" h="207645">
                <a:moveTo>
                  <a:pt x="21835" y="207183"/>
                </a:moveTo>
                <a:lnTo>
                  <a:pt x="0" y="103592"/>
                </a:lnTo>
                <a:lnTo>
                  <a:pt x="506" y="104099"/>
                </a:lnTo>
                <a:lnTo>
                  <a:pt x="232573" y="0"/>
                </a:lnTo>
                <a:lnTo>
                  <a:pt x="254916" y="97497"/>
                </a:lnTo>
                <a:lnTo>
                  <a:pt x="73034" y="183442"/>
                </a:lnTo>
                <a:lnTo>
                  <a:pt x="21835" y="20718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6" name="object 316" descr=""/>
          <p:cNvSpPr/>
          <p:nvPr/>
        </p:nvSpPr>
        <p:spPr>
          <a:xfrm>
            <a:off x="16825456" y="9439168"/>
            <a:ext cx="256540" cy="198755"/>
          </a:xfrm>
          <a:custGeom>
            <a:avLst/>
            <a:gdLst/>
            <a:ahLst/>
            <a:cxnLst/>
            <a:rect l="l" t="t" r="r" b="b"/>
            <a:pathLst>
              <a:path w="256540" h="198754">
                <a:moveTo>
                  <a:pt x="23358" y="198550"/>
                </a:moveTo>
                <a:lnTo>
                  <a:pt x="0" y="107653"/>
                </a:lnTo>
                <a:lnTo>
                  <a:pt x="506" y="107653"/>
                </a:lnTo>
                <a:lnTo>
                  <a:pt x="232572" y="0"/>
                </a:lnTo>
                <a:lnTo>
                  <a:pt x="256439" y="85310"/>
                </a:lnTo>
                <a:lnTo>
                  <a:pt x="23358" y="19855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7" name="object 317" descr=""/>
          <p:cNvSpPr/>
          <p:nvPr/>
        </p:nvSpPr>
        <p:spPr>
          <a:xfrm>
            <a:off x="17328689" y="9204563"/>
            <a:ext cx="258445" cy="186690"/>
          </a:xfrm>
          <a:custGeom>
            <a:avLst/>
            <a:gdLst/>
            <a:ahLst/>
            <a:cxnLst/>
            <a:rect l="l" t="t" r="r" b="b"/>
            <a:pathLst>
              <a:path w="258444" h="186690">
                <a:moveTo>
                  <a:pt x="24881" y="186363"/>
                </a:moveTo>
                <a:lnTo>
                  <a:pt x="0" y="108162"/>
                </a:lnTo>
                <a:lnTo>
                  <a:pt x="506" y="108162"/>
                </a:lnTo>
                <a:lnTo>
                  <a:pt x="232573" y="0"/>
                </a:lnTo>
                <a:lnTo>
                  <a:pt x="257963" y="72615"/>
                </a:lnTo>
                <a:lnTo>
                  <a:pt x="24881" y="18636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8" name="object 318" descr=""/>
          <p:cNvSpPr/>
          <p:nvPr/>
        </p:nvSpPr>
        <p:spPr>
          <a:xfrm>
            <a:off x="17831920" y="8974022"/>
            <a:ext cx="259715" cy="172085"/>
          </a:xfrm>
          <a:custGeom>
            <a:avLst/>
            <a:gdLst/>
            <a:ahLst/>
            <a:cxnLst/>
            <a:rect l="l" t="t" r="r" b="b"/>
            <a:pathLst>
              <a:path w="259715" h="172084">
                <a:moveTo>
                  <a:pt x="26405" y="171636"/>
                </a:moveTo>
                <a:lnTo>
                  <a:pt x="0" y="105114"/>
                </a:lnTo>
                <a:lnTo>
                  <a:pt x="506" y="105623"/>
                </a:lnTo>
                <a:lnTo>
                  <a:pt x="232573" y="0"/>
                </a:lnTo>
                <a:lnTo>
                  <a:pt x="259486" y="60936"/>
                </a:lnTo>
                <a:lnTo>
                  <a:pt x="26405" y="17163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9" name="object 319" descr=""/>
          <p:cNvSpPr/>
          <p:nvPr/>
        </p:nvSpPr>
        <p:spPr>
          <a:xfrm>
            <a:off x="15863171" y="10133843"/>
            <a:ext cx="255904" cy="153670"/>
          </a:xfrm>
          <a:custGeom>
            <a:avLst/>
            <a:gdLst/>
            <a:ahLst/>
            <a:cxnLst/>
            <a:rect l="l" t="t" r="r" b="b"/>
            <a:pathLst>
              <a:path w="255905" h="153670">
                <a:moveTo>
                  <a:pt x="180533" y="153156"/>
                </a:moveTo>
                <a:lnTo>
                  <a:pt x="7801" y="153156"/>
                </a:lnTo>
                <a:lnTo>
                  <a:pt x="0" y="109177"/>
                </a:lnTo>
                <a:lnTo>
                  <a:pt x="96184" y="65189"/>
                </a:lnTo>
                <a:lnTo>
                  <a:pt x="234095" y="0"/>
                </a:lnTo>
                <a:lnTo>
                  <a:pt x="255424" y="116286"/>
                </a:lnTo>
                <a:lnTo>
                  <a:pt x="180533" y="15315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0" name="object 320" descr=""/>
          <p:cNvSpPr/>
          <p:nvPr/>
        </p:nvSpPr>
        <p:spPr>
          <a:xfrm>
            <a:off x="16369957" y="9885527"/>
            <a:ext cx="257175" cy="226695"/>
          </a:xfrm>
          <a:custGeom>
            <a:avLst/>
            <a:gdLst/>
            <a:ahLst/>
            <a:cxnLst/>
            <a:rect l="l" t="t" r="r" b="b"/>
            <a:pathLst>
              <a:path w="257175" h="226695">
                <a:moveTo>
                  <a:pt x="22343" y="226480"/>
                </a:moveTo>
                <a:lnTo>
                  <a:pt x="0" y="116287"/>
                </a:lnTo>
                <a:lnTo>
                  <a:pt x="506" y="116286"/>
                </a:lnTo>
                <a:lnTo>
                  <a:pt x="182893" y="25840"/>
                </a:lnTo>
                <a:lnTo>
                  <a:pt x="234095" y="0"/>
                </a:lnTo>
                <a:lnTo>
                  <a:pt x="256947" y="105115"/>
                </a:lnTo>
                <a:lnTo>
                  <a:pt x="73797" y="200257"/>
                </a:lnTo>
                <a:lnTo>
                  <a:pt x="22343" y="22648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1" name="object 321" descr=""/>
          <p:cNvSpPr/>
          <p:nvPr/>
        </p:nvSpPr>
        <p:spPr>
          <a:xfrm>
            <a:off x="16876236" y="9628072"/>
            <a:ext cx="259079" cy="218440"/>
          </a:xfrm>
          <a:custGeom>
            <a:avLst/>
            <a:gdLst/>
            <a:ahLst/>
            <a:cxnLst/>
            <a:rect l="l" t="t" r="r" b="b"/>
            <a:pathLst>
              <a:path w="259080" h="218440">
                <a:moveTo>
                  <a:pt x="23866" y="218355"/>
                </a:moveTo>
                <a:lnTo>
                  <a:pt x="0" y="119841"/>
                </a:lnTo>
                <a:lnTo>
                  <a:pt x="506" y="119841"/>
                </a:lnTo>
                <a:lnTo>
                  <a:pt x="234095" y="0"/>
                </a:lnTo>
                <a:lnTo>
                  <a:pt x="258470" y="93435"/>
                </a:lnTo>
                <a:lnTo>
                  <a:pt x="23866" y="21835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2" name="object 322" descr=""/>
          <p:cNvSpPr/>
          <p:nvPr/>
        </p:nvSpPr>
        <p:spPr>
          <a:xfrm>
            <a:off x="17383024" y="9367568"/>
            <a:ext cx="260350" cy="207645"/>
          </a:xfrm>
          <a:custGeom>
            <a:avLst/>
            <a:gdLst/>
            <a:ahLst/>
            <a:cxnLst/>
            <a:rect l="l" t="t" r="r" b="b"/>
            <a:pathLst>
              <a:path w="260350" h="207645">
                <a:moveTo>
                  <a:pt x="25390" y="207183"/>
                </a:moveTo>
                <a:lnTo>
                  <a:pt x="0" y="119841"/>
                </a:lnTo>
                <a:lnTo>
                  <a:pt x="506" y="119841"/>
                </a:lnTo>
                <a:lnTo>
                  <a:pt x="234095" y="0"/>
                </a:lnTo>
                <a:lnTo>
                  <a:pt x="259994" y="81756"/>
                </a:lnTo>
                <a:lnTo>
                  <a:pt x="25390" y="20718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3" name="object 323" descr=""/>
          <p:cNvSpPr/>
          <p:nvPr/>
        </p:nvSpPr>
        <p:spPr>
          <a:xfrm>
            <a:off x="17889811" y="9111636"/>
            <a:ext cx="261620" cy="193040"/>
          </a:xfrm>
          <a:custGeom>
            <a:avLst/>
            <a:gdLst/>
            <a:ahLst/>
            <a:cxnLst/>
            <a:rect l="l" t="t" r="r" b="b"/>
            <a:pathLst>
              <a:path w="261619" h="193040">
                <a:moveTo>
                  <a:pt x="26913" y="192964"/>
                </a:moveTo>
                <a:lnTo>
                  <a:pt x="0" y="116793"/>
                </a:lnTo>
                <a:lnTo>
                  <a:pt x="506" y="116794"/>
                </a:lnTo>
                <a:lnTo>
                  <a:pt x="234095" y="0"/>
                </a:lnTo>
                <a:lnTo>
                  <a:pt x="261517" y="71092"/>
                </a:lnTo>
                <a:lnTo>
                  <a:pt x="26913" y="19296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4" name="object 324" descr=""/>
          <p:cNvSpPr/>
          <p:nvPr/>
        </p:nvSpPr>
        <p:spPr>
          <a:xfrm>
            <a:off x="16418281" y="10119116"/>
            <a:ext cx="258445" cy="168275"/>
          </a:xfrm>
          <a:custGeom>
            <a:avLst/>
            <a:gdLst/>
            <a:ahLst/>
            <a:cxnLst/>
            <a:rect l="l" t="t" r="r" b="b"/>
            <a:pathLst>
              <a:path w="258444" h="168275">
                <a:moveTo>
                  <a:pt x="164931" y="167882"/>
                </a:moveTo>
                <a:lnTo>
                  <a:pt x="7440" y="167882"/>
                </a:lnTo>
                <a:lnTo>
                  <a:pt x="0" y="127412"/>
                </a:lnTo>
                <a:lnTo>
                  <a:pt x="235027" y="0"/>
                </a:lnTo>
                <a:lnTo>
                  <a:pt x="251951" y="83692"/>
                </a:lnTo>
                <a:lnTo>
                  <a:pt x="258386" y="115271"/>
                </a:lnTo>
                <a:lnTo>
                  <a:pt x="164931" y="16788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5" name="object 325" descr=""/>
          <p:cNvSpPr/>
          <p:nvPr/>
        </p:nvSpPr>
        <p:spPr>
          <a:xfrm>
            <a:off x="16928540" y="9836777"/>
            <a:ext cx="260350" cy="241300"/>
          </a:xfrm>
          <a:custGeom>
            <a:avLst/>
            <a:gdLst/>
            <a:ahLst/>
            <a:cxnLst/>
            <a:rect l="l" t="t" r="r" b="b"/>
            <a:pathLst>
              <a:path w="260350" h="241300">
                <a:moveTo>
                  <a:pt x="23866" y="240698"/>
                </a:moveTo>
                <a:lnTo>
                  <a:pt x="0" y="131013"/>
                </a:lnTo>
                <a:lnTo>
                  <a:pt x="235112" y="0"/>
                </a:lnTo>
                <a:lnTo>
                  <a:pt x="259994" y="105115"/>
                </a:lnTo>
                <a:lnTo>
                  <a:pt x="23866" y="24069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6" name="object 326" descr=""/>
          <p:cNvSpPr/>
          <p:nvPr/>
        </p:nvSpPr>
        <p:spPr>
          <a:xfrm>
            <a:off x="17438374" y="9551900"/>
            <a:ext cx="261620" cy="231140"/>
          </a:xfrm>
          <a:custGeom>
            <a:avLst/>
            <a:gdLst/>
            <a:ahLst/>
            <a:cxnLst/>
            <a:rect l="l" t="t" r="r" b="b"/>
            <a:pathLst>
              <a:path w="261619" h="231140">
                <a:moveTo>
                  <a:pt x="25390" y="231050"/>
                </a:moveTo>
                <a:lnTo>
                  <a:pt x="0" y="131013"/>
                </a:lnTo>
                <a:lnTo>
                  <a:pt x="235113" y="0"/>
                </a:lnTo>
                <a:lnTo>
                  <a:pt x="261518" y="95467"/>
                </a:lnTo>
                <a:lnTo>
                  <a:pt x="25390" y="23105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7" name="object 327" descr=""/>
          <p:cNvSpPr/>
          <p:nvPr/>
        </p:nvSpPr>
        <p:spPr>
          <a:xfrm>
            <a:off x="17948206" y="9274133"/>
            <a:ext cx="263525" cy="217170"/>
          </a:xfrm>
          <a:custGeom>
            <a:avLst/>
            <a:gdLst/>
            <a:ahLst/>
            <a:cxnLst/>
            <a:rect l="l" t="t" r="r" b="b"/>
            <a:pathLst>
              <a:path w="263525" h="217170">
                <a:moveTo>
                  <a:pt x="26913" y="216831"/>
                </a:moveTo>
                <a:lnTo>
                  <a:pt x="19709" y="191782"/>
                </a:lnTo>
                <a:lnTo>
                  <a:pt x="13456" y="170685"/>
                </a:lnTo>
                <a:lnTo>
                  <a:pt x="7204" y="150063"/>
                </a:lnTo>
                <a:lnTo>
                  <a:pt x="132" y="126878"/>
                </a:lnTo>
                <a:lnTo>
                  <a:pt x="235113" y="0"/>
                </a:lnTo>
                <a:lnTo>
                  <a:pt x="242618" y="22335"/>
                </a:lnTo>
                <a:lnTo>
                  <a:pt x="249077" y="41957"/>
                </a:lnTo>
                <a:lnTo>
                  <a:pt x="255535" y="62055"/>
                </a:lnTo>
                <a:lnTo>
                  <a:pt x="263041" y="85818"/>
                </a:lnTo>
                <a:lnTo>
                  <a:pt x="26913" y="216831"/>
                </a:lnTo>
                <a:close/>
              </a:path>
              <a:path w="263525" h="217170">
                <a:moveTo>
                  <a:pt x="132" y="126878"/>
                </a:moveTo>
                <a:lnTo>
                  <a:pt x="0" y="126878"/>
                </a:lnTo>
                <a:lnTo>
                  <a:pt x="0" y="126443"/>
                </a:lnTo>
                <a:lnTo>
                  <a:pt x="132" y="12687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8" name="object 328" descr=""/>
          <p:cNvSpPr/>
          <p:nvPr/>
        </p:nvSpPr>
        <p:spPr>
          <a:xfrm>
            <a:off x="16980335" y="10073413"/>
            <a:ext cx="262255" cy="213995"/>
          </a:xfrm>
          <a:custGeom>
            <a:avLst/>
            <a:gdLst/>
            <a:ahLst/>
            <a:cxnLst/>
            <a:rect l="l" t="t" r="r" b="b"/>
            <a:pathLst>
              <a:path w="262255" h="213995">
                <a:moveTo>
                  <a:pt x="109738" y="213585"/>
                </a:moveTo>
                <a:lnTo>
                  <a:pt x="14409" y="213585"/>
                </a:lnTo>
                <a:lnTo>
                  <a:pt x="0" y="140661"/>
                </a:lnTo>
                <a:lnTo>
                  <a:pt x="237144" y="0"/>
                </a:lnTo>
                <a:lnTo>
                  <a:pt x="255496" y="87548"/>
                </a:lnTo>
                <a:lnTo>
                  <a:pt x="262026" y="120857"/>
                </a:lnTo>
                <a:lnTo>
                  <a:pt x="109738" y="21358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9" name="object 329" descr=""/>
          <p:cNvSpPr/>
          <p:nvPr/>
        </p:nvSpPr>
        <p:spPr>
          <a:xfrm>
            <a:off x="17493722" y="9768224"/>
            <a:ext cx="264160" cy="257175"/>
          </a:xfrm>
          <a:custGeom>
            <a:avLst/>
            <a:gdLst/>
            <a:ahLst/>
            <a:cxnLst/>
            <a:rect l="l" t="t" r="r" b="b"/>
            <a:pathLst>
              <a:path w="264159" h="257175">
                <a:moveTo>
                  <a:pt x="25898" y="256947"/>
                </a:moveTo>
                <a:lnTo>
                  <a:pt x="0" y="140153"/>
                </a:lnTo>
                <a:lnTo>
                  <a:pt x="508" y="140153"/>
                </a:lnTo>
                <a:lnTo>
                  <a:pt x="237144" y="0"/>
                </a:lnTo>
                <a:lnTo>
                  <a:pt x="263549" y="113239"/>
                </a:lnTo>
                <a:lnTo>
                  <a:pt x="25898" y="25694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0" name="object 330" descr=""/>
          <p:cNvSpPr/>
          <p:nvPr/>
        </p:nvSpPr>
        <p:spPr>
          <a:xfrm>
            <a:off x="18007731" y="9471159"/>
            <a:ext cx="265430" cy="244475"/>
          </a:xfrm>
          <a:custGeom>
            <a:avLst/>
            <a:gdLst/>
            <a:ahLst/>
            <a:cxnLst/>
            <a:rect l="l" t="t" r="r" b="b"/>
            <a:pathLst>
              <a:path w="265430" h="244475">
                <a:moveTo>
                  <a:pt x="27308" y="244252"/>
                </a:moveTo>
                <a:lnTo>
                  <a:pt x="19811" y="213840"/>
                </a:lnTo>
                <a:lnTo>
                  <a:pt x="13408" y="188331"/>
                </a:lnTo>
                <a:lnTo>
                  <a:pt x="0" y="135518"/>
                </a:lnTo>
                <a:lnTo>
                  <a:pt x="236523" y="0"/>
                </a:lnTo>
                <a:lnTo>
                  <a:pt x="244037" y="27429"/>
                </a:lnTo>
                <a:lnTo>
                  <a:pt x="250551" y="51478"/>
                </a:lnTo>
                <a:lnTo>
                  <a:pt x="257160" y="76194"/>
                </a:lnTo>
                <a:lnTo>
                  <a:pt x="264951" y="105590"/>
                </a:lnTo>
                <a:lnTo>
                  <a:pt x="79372" y="213455"/>
                </a:lnTo>
                <a:lnTo>
                  <a:pt x="27308" y="24425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1" name="object 331" descr=""/>
          <p:cNvSpPr/>
          <p:nvPr/>
        </p:nvSpPr>
        <p:spPr>
          <a:xfrm>
            <a:off x="17550600" y="10026188"/>
            <a:ext cx="266065" cy="260985"/>
          </a:xfrm>
          <a:custGeom>
            <a:avLst/>
            <a:gdLst/>
            <a:ahLst/>
            <a:cxnLst/>
            <a:rect l="l" t="t" r="r" b="b"/>
            <a:pathLst>
              <a:path w="266065" h="260984">
                <a:moveTo>
                  <a:pt x="66096" y="260810"/>
                </a:moveTo>
                <a:lnTo>
                  <a:pt x="21747" y="260810"/>
                </a:lnTo>
                <a:lnTo>
                  <a:pt x="0" y="147262"/>
                </a:lnTo>
                <a:lnTo>
                  <a:pt x="238666" y="0"/>
                </a:lnTo>
                <a:lnTo>
                  <a:pt x="258375" y="98188"/>
                </a:lnTo>
                <a:lnTo>
                  <a:pt x="265579" y="136090"/>
                </a:lnTo>
                <a:lnTo>
                  <a:pt x="66096" y="26081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2" name="object 332" descr=""/>
          <p:cNvSpPr/>
          <p:nvPr/>
        </p:nvSpPr>
        <p:spPr>
          <a:xfrm>
            <a:off x="18067033" y="9725284"/>
            <a:ext cx="220979" cy="265430"/>
          </a:xfrm>
          <a:custGeom>
            <a:avLst/>
            <a:gdLst/>
            <a:ahLst/>
            <a:cxnLst/>
            <a:rect l="l" t="t" r="r" b="b"/>
            <a:pathLst>
              <a:path w="220980" h="265429">
                <a:moveTo>
                  <a:pt x="27928" y="264850"/>
                </a:moveTo>
                <a:lnTo>
                  <a:pt x="0" y="131297"/>
                </a:lnTo>
                <a:lnTo>
                  <a:pt x="220965" y="0"/>
                </a:lnTo>
                <a:lnTo>
                  <a:pt x="220965" y="148439"/>
                </a:lnTo>
                <a:lnTo>
                  <a:pt x="80297" y="232890"/>
                </a:lnTo>
                <a:lnTo>
                  <a:pt x="27928" y="26485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3" name="object 333" descr=""/>
          <p:cNvPicPr/>
          <p:nvPr/>
        </p:nvPicPr>
        <p:blipFill>
          <a:blip r:embed="rId174" cstate="print"/>
          <a:stretch>
            <a:fillRect/>
          </a:stretch>
        </p:blipFill>
        <p:spPr>
          <a:xfrm>
            <a:off x="18127969" y="10074880"/>
            <a:ext cx="160028" cy="212118"/>
          </a:xfrm>
          <a:prstGeom prst="rect">
            <a:avLst/>
          </a:prstGeom>
        </p:spPr>
      </p:pic>
      <p:sp>
        <p:nvSpPr>
          <p:cNvPr id="334" name="object 334"/>
          <p:cNvSpPr txBox="1">
            <a:spLocks noGrp="1"/>
          </p:cNvSpPr>
          <p:nvPr>
            <p:ph type="title"/>
          </p:nvPr>
        </p:nvSpPr>
        <p:spPr>
          <a:xfrm>
            <a:off x="711199" y="-56473"/>
            <a:ext cx="11748770" cy="845819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350" spc="-30">
                <a:latin typeface="Tahoma"/>
                <a:cs typeface="Tahoma"/>
              </a:rPr>
              <a:t>N6fiom6teri6ls</a:t>
            </a:r>
            <a:r>
              <a:rPr dirty="0" sz="5350" spc="-380">
                <a:latin typeface="Tahoma"/>
                <a:cs typeface="Tahoma"/>
              </a:rPr>
              <a:t> </a:t>
            </a:r>
            <a:r>
              <a:rPr dirty="0" sz="5350">
                <a:latin typeface="Tahoma"/>
                <a:cs typeface="Tahoma"/>
              </a:rPr>
              <a:t>&amp;</a:t>
            </a:r>
            <a:r>
              <a:rPr dirty="0" sz="5350" spc="-380">
                <a:latin typeface="Tahoma"/>
                <a:cs typeface="Tahoma"/>
              </a:rPr>
              <a:t> </a:t>
            </a:r>
            <a:r>
              <a:rPr dirty="0" sz="5350" spc="-50">
                <a:latin typeface="Tahoma"/>
                <a:cs typeface="Tahoma"/>
              </a:rPr>
              <a:t>Substr6te</a:t>
            </a:r>
            <a:r>
              <a:rPr dirty="0" sz="5350" spc="-375">
                <a:latin typeface="Tahoma"/>
                <a:cs typeface="Tahoma"/>
              </a:rPr>
              <a:t> </a:t>
            </a:r>
            <a:r>
              <a:rPr dirty="0" sz="5350" spc="-10">
                <a:latin typeface="Tahoma"/>
                <a:cs typeface="Tahoma"/>
              </a:rPr>
              <a:t>Desigfi</a:t>
            </a:r>
            <a:endParaRPr sz="5350">
              <a:latin typeface="Tahoma"/>
              <a:cs typeface="Tahoma"/>
            </a:endParaRPr>
          </a:p>
        </p:txBody>
      </p:sp>
      <p:pic>
        <p:nvPicPr>
          <p:cNvPr id="335" name="object 335" descr=""/>
          <p:cNvPicPr/>
          <p:nvPr/>
        </p:nvPicPr>
        <p:blipFill>
          <a:blip r:embed="rId175" cstate="print"/>
          <a:stretch>
            <a:fillRect/>
          </a:stretch>
        </p:blipFill>
        <p:spPr>
          <a:xfrm>
            <a:off x="14355640" y="0"/>
            <a:ext cx="3932751" cy="2868333"/>
          </a:xfrm>
          <a:prstGeom prst="rect">
            <a:avLst/>
          </a:prstGeom>
        </p:spPr>
      </p:pic>
      <p:sp>
        <p:nvSpPr>
          <p:cNvPr id="336" name="object 336" descr=""/>
          <p:cNvSpPr txBox="1"/>
          <p:nvPr/>
        </p:nvSpPr>
        <p:spPr>
          <a:xfrm>
            <a:off x="711199" y="897260"/>
            <a:ext cx="15463519" cy="8023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00810" marR="5080" indent="400050">
              <a:lnSpc>
                <a:spcPct val="113300"/>
              </a:lnSpc>
              <a:spcBef>
                <a:spcPts val="95"/>
              </a:spcBef>
              <a:buChar char="•"/>
              <a:tabLst>
                <a:tab pos="1800860" algn="l"/>
                <a:tab pos="3544570" algn="l"/>
                <a:tab pos="4185285" algn="l"/>
                <a:tab pos="5675630" algn="l"/>
                <a:tab pos="6676390" algn="l"/>
                <a:tab pos="8715375" algn="l"/>
                <a:tab pos="10042525" algn="l"/>
                <a:tab pos="10831830" algn="l"/>
                <a:tab pos="12204065" algn="l"/>
                <a:tab pos="13961744" algn="l"/>
              </a:tabLst>
            </a:pPr>
            <a:r>
              <a:rPr dirty="0" sz="3400" spc="105">
                <a:solidFill>
                  <a:srgbClr val="2A2A2A"/>
                </a:solidFill>
                <a:latin typeface="Lucida Sans Unicode"/>
                <a:cs typeface="Lucida Sans Unicode"/>
              </a:rPr>
              <a:t>Choice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3400" spc="-25">
                <a:solidFill>
                  <a:srgbClr val="2A2A2A"/>
                </a:solidFill>
                <a:latin typeface="Lucida Sans Unicode"/>
                <a:cs typeface="Lucida Sans Unicode"/>
              </a:rPr>
              <a:t>of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3400" spc="120">
                <a:solidFill>
                  <a:srgbClr val="2A2A2A"/>
                </a:solidFill>
                <a:latin typeface="Lucida Sans Unicode"/>
                <a:cs typeface="Lucida Sans Unicode"/>
              </a:rPr>
              <a:t>metal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3400" spc="150">
                <a:solidFill>
                  <a:srgbClr val="2A2A2A"/>
                </a:solidFill>
                <a:latin typeface="Lucida Sans Unicode"/>
                <a:cs typeface="Lucida Sans Unicode"/>
              </a:rPr>
              <a:t>(Ag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3400" spc="-10">
                <a:solidFill>
                  <a:srgbClr val="2A2A2A"/>
                </a:solidFill>
                <a:latin typeface="Lucida Sans Unicode"/>
                <a:cs typeface="Lucida Sans Unicode"/>
              </a:rPr>
              <a:t>stronger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3400" spc="-10">
                <a:solidFill>
                  <a:srgbClr val="2A2A2A"/>
                </a:solidFill>
                <a:latin typeface="Lucida Sans Unicode"/>
                <a:cs typeface="Lucida Sans Unicode"/>
              </a:rPr>
              <a:t>SERS;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3400" spc="-25">
                <a:solidFill>
                  <a:srgbClr val="2A2A2A"/>
                </a:solidFill>
                <a:latin typeface="Lucida Sans Unicode"/>
                <a:cs typeface="Lucida Sans Unicode"/>
              </a:rPr>
              <a:t>Au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3400" spc="90">
                <a:solidFill>
                  <a:srgbClr val="2A2A2A"/>
                </a:solidFill>
                <a:latin typeface="Lucida Sans Unicode"/>
                <a:cs typeface="Lucida Sans Unicode"/>
              </a:rPr>
              <a:t>more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3400" spc="130">
                <a:solidFill>
                  <a:srgbClr val="2A2A2A"/>
                </a:solidFill>
                <a:latin typeface="Lucida Sans Unicode"/>
                <a:cs typeface="Lucida Sans Unicode"/>
              </a:rPr>
              <a:t>stable)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3400" spc="75">
                <a:solidFill>
                  <a:srgbClr val="2A2A2A"/>
                </a:solidFill>
                <a:latin typeface="Lucida Sans Unicode"/>
                <a:cs typeface="Lucida Sans Unicode"/>
              </a:rPr>
              <a:t>affects </a:t>
            </a:r>
            <a:r>
              <a:rPr dirty="0" sz="3400" spc="65">
                <a:solidFill>
                  <a:srgbClr val="2A2A2A"/>
                </a:solidFill>
                <a:latin typeface="Lucida Sans Unicode"/>
                <a:cs typeface="Lucida Sans Unicode"/>
              </a:rPr>
              <a:t>resonance.</a:t>
            </a:r>
            <a:endParaRPr sz="3400">
              <a:latin typeface="Lucida Sans Unicode"/>
              <a:cs typeface="Lucida Sans Unicode"/>
            </a:endParaRPr>
          </a:p>
          <a:p>
            <a:pPr marL="1693545" indent="-292735">
              <a:lnSpc>
                <a:spcPct val="100000"/>
              </a:lnSpc>
              <a:spcBef>
                <a:spcPts val="545"/>
              </a:spcBef>
              <a:buChar char="•"/>
              <a:tabLst>
                <a:tab pos="1693545" algn="l"/>
              </a:tabLst>
            </a:pPr>
            <a:r>
              <a:rPr dirty="0" sz="3400" spc="55">
                <a:solidFill>
                  <a:srgbClr val="2A2A2A"/>
                </a:solidFill>
                <a:latin typeface="Lucida Sans Unicode"/>
                <a:cs typeface="Lucida Sans Unicode"/>
              </a:rPr>
              <a:t>Particle</a:t>
            </a:r>
            <a:r>
              <a:rPr dirty="0" sz="3400" spc="-1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05">
                <a:solidFill>
                  <a:srgbClr val="2A2A2A"/>
                </a:solidFill>
                <a:latin typeface="Lucida Sans Unicode"/>
                <a:cs typeface="Lucida Sans Unicode"/>
              </a:rPr>
              <a:t>geometry</a:t>
            </a:r>
            <a:r>
              <a:rPr dirty="0" sz="3400" spc="-114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45">
                <a:solidFill>
                  <a:srgbClr val="2A2A2A"/>
                </a:solidFill>
                <a:latin typeface="Lucida Sans Unicode"/>
                <a:cs typeface="Lucida Sans Unicode"/>
              </a:rPr>
              <a:t>(stars,</a:t>
            </a:r>
            <a:r>
              <a:rPr dirty="0" sz="3400" spc="-1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55">
                <a:solidFill>
                  <a:srgbClr val="2A2A2A"/>
                </a:solidFill>
                <a:latin typeface="Lucida Sans Unicode"/>
                <a:cs typeface="Lucida Sans Unicode"/>
              </a:rPr>
              <a:t>rods,</a:t>
            </a:r>
            <a:r>
              <a:rPr dirty="0" sz="3400" spc="-114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235">
                <a:solidFill>
                  <a:srgbClr val="2A2A2A"/>
                </a:solidFill>
                <a:latin typeface="Lucida Sans Unicode"/>
                <a:cs typeface="Lucida Sans Unicode"/>
              </a:rPr>
              <a:t>gaps)</a:t>
            </a:r>
            <a:r>
              <a:rPr dirty="0" sz="3400" spc="-1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50">
                <a:solidFill>
                  <a:srgbClr val="2A2A2A"/>
                </a:solidFill>
                <a:latin typeface="Lucida Sans Unicode"/>
                <a:cs typeface="Lucida Sans Unicode"/>
              </a:rPr>
              <a:t>tunes</a:t>
            </a:r>
            <a:r>
              <a:rPr dirty="0" sz="3400" spc="-114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hotspot</a:t>
            </a:r>
            <a:r>
              <a:rPr dirty="0" sz="3400" spc="-1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2A2A2A"/>
                </a:solidFill>
                <a:latin typeface="Lucida Sans Unicode"/>
                <a:cs typeface="Lucida Sans Unicode"/>
              </a:rPr>
              <a:t>intensity.</a:t>
            </a:r>
            <a:endParaRPr sz="3400">
              <a:latin typeface="Lucida Sans Unicode"/>
              <a:cs typeface="Lucida Sans Unicode"/>
            </a:endParaRPr>
          </a:p>
          <a:p>
            <a:pPr marL="1400810" marR="5080" indent="294640">
              <a:lnSpc>
                <a:spcPts val="4620"/>
              </a:lnSpc>
              <a:spcBef>
                <a:spcPts val="245"/>
              </a:spcBef>
              <a:buChar char="•"/>
              <a:tabLst>
                <a:tab pos="1695450" algn="l"/>
              </a:tabLst>
            </a:pPr>
            <a:r>
              <a:rPr dirty="0" sz="3400" spc="80">
                <a:solidFill>
                  <a:srgbClr val="2A2A2A"/>
                </a:solidFill>
                <a:latin typeface="Lucida Sans Unicode"/>
                <a:cs typeface="Lucida Sans Unicode"/>
              </a:rPr>
              <a:t>Substrate</a:t>
            </a:r>
            <a:r>
              <a:rPr dirty="0" sz="3400" spc="-1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uniformity</a:t>
            </a:r>
            <a:r>
              <a:rPr dirty="0" sz="3400" spc="-1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14">
                <a:solidFill>
                  <a:srgbClr val="2A2A2A"/>
                </a:solidFill>
                <a:latin typeface="Lucida Sans Unicode"/>
                <a:cs typeface="Lucida Sans Unicode"/>
              </a:rPr>
              <a:t>&amp;</a:t>
            </a:r>
            <a:r>
              <a:rPr dirty="0" sz="3400" spc="-1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50">
                <a:solidFill>
                  <a:srgbClr val="2A2A2A"/>
                </a:solidFill>
                <a:latin typeface="Lucida Sans Unicode"/>
                <a:cs typeface="Lucida Sans Unicode"/>
              </a:rPr>
              <a:t>reproducible</a:t>
            </a:r>
            <a:r>
              <a:rPr dirty="0" sz="340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65">
                <a:solidFill>
                  <a:srgbClr val="2A2A2A"/>
                </a:solidFill>
                <a:latin typeface="Lucida Sans Unicode"/>
                <a:cs typeface="Lucida Sans Unicode"/>
              </a:rPr>
              <a:t>fabrication</a:t>
            </a:r>
            <a:r>
              <a:rPr dirty="0" sz="3400" spc="-1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55">
                <a:solidFill>
                  <a:srgbClr val="2A2A2A"/>
                </a:solidFill>
                <a:latin typeface="Lucida Sans Unicode"/>
                <a:cs typeface="Lucida Sans Unicode"/>
              </a:rPr>
              <a:t>are</a:t>
            </a:r>
            <a:r>
              <a:rPr dirty="0" sz="3400" spc="-1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55">
                <a:solidFill>
                  <a:srgbClr val="2A2A2A"/>
                </a:solidFill>
                <a:latin typeface="Lucida Sans Unicode"/>
                <a:cs typeface="Lucida Sans Unicode"/>
              </a:rPr>
              <a:t>essential</a:t>
            </a:r>
            <a:r>
              <a:rPr dirty="0" sz="3400" spc="-14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5">
                <a:solidFill>
                  <a:srgbClr val="2A2A2A"/>
                </a:solidFill>
                <a:latin typeface="Lucida Sans Unicode"/>
                <a:cs typeface="Lucida Sans Unicode"/>
              </a:rPr>
              <a:t>for </a:t>
            </a:r>
            <a:r>
              <a:rPr dirty="0" sz="3400" spc="50">
                <a:solidFill>
                  <a:srgbClr val="2A2A2A"/>
                </a:solidFill>
                <a:latin typeface="Lucida Sans Unicode"/>
                <a:cs typeface="Lucida Sans Unicode"/>
              </a:rPr>
              <a:t>clinical</a:t>
            </a:r>
            <a:r>
              <a:rPr dirty="0" sz="3400" spc="-16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0">
                <a:solidFill>
                  <a:srgbClr val="2A2A2A"/>
                </a:solidFill>
                <a:latin typeface="Lucida Sans Unicode"/>
                <a:cs typeface="Lucida Sans Unicode"/>
              </a:rPr>
              <a:t>use.</a:t>
            </a:r>
            <a:endParaRPr sz="3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270"/>
              </a:spcBef>
            </a:pPr>
            <a:r>
              <a:rPr dirty="0" sz="4900" spc="-130" b="1">
                <a:solidFill>
                  <a:srgbClr val="7379A7"/>
                </a:solidFill>
                <a:latin typeface="Tahoma"/>
                <a:cs typeface="Tahoma"/>
              </a:rPr>
              <a:t>Excit6tiofi</a:t>
            </a:r>
            <a:r>
              <a:rPr dirty="0" sz="4900" spc="-355" b="1">
                <a:solidFill>
                  <a:srgbClr val="7379A7"/>
                </a:solidFill>
                <a:latin typeface="Tahoma"/>
                <a:cs typeface="Tahoma"/>
              </a:rPr>
              <a:t> </a:t>
            </a:r>
            <a:r>
              <a:rPr dirty="0" sz="4900" spc="-20" b="1">
                <a:solidFill>
                  <a:srgbClr val="7379A7"/>
                </a:solidFill>
                <a:latin typeface="Tahoma"/>
                <a:cs typeface="Tahoma"/>
              </a:rPr>
              <a:t>W6velefigth</a:t>
            </a:r>
            <a:r>
              <a:rPr dirty="0" sz="4900" spc="-350" b="1">
                <a:solidFill>
                  <a:srgbClr val="7379A7"/>
                </a:solidFill>
                <a:latin typeface="Tahoma"/>
                <a:cs typeface="Tahoma"/>
              </a:rPr>
              <a:t> </a:t>
            </a:r>
            <a:r>
              <a:rPr dirty="0" sz="4900" b="1">
                <a:solidFill>
                  <a:srgbClr val="7379A7"/>
                </a:solidFill>
                <a:latin typeface="Tahoma"/>
                <a:cs typeface="Tahoma"/>
              </a:rPr>
              <a:t>&amp;</a:t>
            </a:r>
            <a:r>
              <a:rPr dirty="0" sz="4900" spc="-350" b="1">
                <a:solidFill>
                  <a:srgbClr val="7379A7"/>
                </a:solidFill>
                <a:latin typeface="Tahoma"/>
                <a:cs typeface="Tahoma"/>
              </a:rPr>
              <a:t> </a:t>
            </a:r>
            <a:r>
              <a:rPr dirty="0" sz="4900" spc="-35" b="1">
                <a:solidFill>
                  <a:srgbClr val="7379A7"/>
                </a:solidFill>
                <a:latin typeface="Tahoma"/>
                <a:cs typeface="Tahoma"/>
              </a:rPr>
              <a:t>Pr6ctic6l</a:t>
            </a:r>
            <a:r>
              <a:rPr dirty="0" sz="4900" spc="-350" b="1">
                <a:solidFill>
                  <a:srgbClr val="7379A7"/>
                </a:solidFill>
                <a:latin typeface="Tahoma"/>
                <a:cs typeface="Tahoma"/>
              </a:rPr>
              <a:t> </a:t>
            </a:r>
            <a:r>
              <a:rPr dirty="0" sz="4900" spc="-10" b="1">
                <a:solidFill>
                  <a:srgbClr val="7379A7"/>
                </a:solidFill>
                <a:latin typeface="Tahoma"/>
                <a:cs typeface="Tahoma"/>
              </a:rPr>
              <a:t>Cofisider6tiofis</a:t>
            </a:r>
            <a:endParaRPr sz="4900">
              <a:latin typeface="Tahoma"/>
              <a:cs typeface="Tahoma"/>
            </a:endParaRPr>
          </a:p>
          <a:p>
            <a:pPr marL="1400810" marR="61594" indent="292735">
              <a:lnSpc>
                <a:spcPct val="115799"/>
              </a:lnSpc>
              <a:spcBef>
                <a:spcPts val="1120"/>
              </a:spcBef>
              <a:buChar char="•"/>
              <a:tabLst>
                <a:tab pos="1693545" algn="l"/>
              </a:tabLst>
            </a:pPr>
            <a:r>
              <a:rPr dirty="0" sz="3400" spc="175">
                <a:solidFill>
                  <a:srgbClr val="2A2A2A"/>
                </a:solidFill>
                <a:latin typeface="Lucida Sans Unicode"/>
                <a:cs typeface="Lucida Sans Unicode"/>
              </a:rPr>
              <a:t>Common</a:t>
            </a:r>
            <a:r>
              <a:rPr dirty="0" sz="3400" spc="-16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lasers:</a:t>
            </a:r>
            <a:r>
              <a:rPr dirty="0" sz="3400" spc="-16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40">
                <a:solidFill>
                  <a:srgbClr val="2A2A2A"/>
                </a:solidFill>
                <a:latin typeface="Lucida Sans Unicode"/>
                <a:cs typeface="Lucida Sans Unicode"/>
              </a:rPr>
              <a:t>532</a:t>
            </a:r>
            <a:r>
              <a:rPr dirty="0" sz="3400" spc="-16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75">
                <a:solidFill>
                  <a:srgbClr val="2A2A2A"/>
                </a:solidFill>
                <a:latin typeface="Lucida Sans Unicode"/>
                <a:cs typeface="Lucida Sans Unicode"/>
              </a:rPr>
              <a:t>nm</a:t>
            </a:r>
            <a:r>
              <a:rPr dirty="0" sz="3400" spc="-16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14">
                <a:solidFill>
                  <a:srgbClr val="2A2A2A"/>
                </a:solidFill>
                <a:latin typeface="Lucida Sans Unicode"/>
                <a:cs typeface="Lucida Sans Unicode"/>
              </a:rPr>
              <a:t>(resonant</a:t>
            </a:r>
            <a:r>
              <a:rPr dirty="0" sz="3400" spc="-16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80">
                <a:solidFill>
                  <a:srgbClr val="2A2A2A"/>
                </a:solidFill>
                <a:latin typeface="Lucida Sans Unicode"/>
                <a:cs typeface="Lucida Sans Unicode"/>
              </a:rPr>
              <a:t>dyes),</a:t>
            </a:r>
            <a:r>
              <a:rPr dirty="0" sz="3400" spc="-16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10">
                <a:solidFill>
                  <a:srgbClr val="2A2A2A"/>
                </a:solidFill>
                <a:latin typeface="Lucida Sans Unicode"/>
                <a:cs typeface="Lucida Sans Unicode"/>
              </a:rPr>
              <a:t>633</a:t>
            </a:r>
            <a:r>
              <a:rPr dirty="0" sz="3400" spc="-16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nm,</a:t>
            </a:r>
            <a:r>
              <a:rPr dirty="0" sz="3400" spc="-16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20">
                <a:solidFill>
                  <a:srgbClr val="2A2A2A"/>
                </a:solidFill>
                <a:latin typeface="Lucida Sans Unicode"/>
                <a:cs typeface="Lucida Sans Unicode"/>
              </a:rPr>
              <a:t>785</a:t>
            </a:r>
            <a:r>
              <a:rPr dirty="0" sz="3400" spc="-16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75">
                <a:solidFill>
                  <a:srgbClr val="2A2A2A"/>
                </a:solidFill>
                <a:latin typeface="Lucida Sans Unicode"/>
                <a:cs typeface="Lucida Sans Unicode"/>
              </a:rPr>
              <a:t>nm</a:t>
            </a:r>
            <a:r>
              <a:rPr dirty="0" sz="3400" spc="-16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55">
                <a:solidFill>
                  <a:srgbClr val="2A2A2A"/>
                </a:solidFill>
                <a:latin typeface="Lucida Sans Unicode"/>
                <a:cs typeface="Lucida Sans Unicode"/>
              </a:rPr>
              <a:t>(bio-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friendly),</a:t>
            </a:r>
            <a:r>
              <a:rPr dirty="0" sz="3400" spc="-18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85">
                <a:solidFill>
                  <a:srgbClr val="2A2A2A"/>
                </a:solidFill>
                <a:latin typeface="Lucida Sans Unicode"/>
                <a:cs typeface="Lucida Sans Unicode"/>
              </a:rPr>
              <a:t>1064</a:t>
            </a:r>
            <a:r>
              <a:rPr dirty="0" sz="3400" spc="-17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75">
                <a:solidFill>
                  <a:srgbClr val="2A2A2A"/>
                </a:solidFill>
                <a:latin typeface="Lucida Sans Unicode"/>
                <a:cs typeface="Lucida Sans Unicode"/>
              </a:rPr>
              <a:t>nm</a:t>
            </a:r>
            <a:r>
              <a:rPr dirty="0" sz="3400" spc="-17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00">
                <a:solidFill>
                  <a:srgbClr val="2A2A2A"/>
                </a:solidFill>
                <a:latin typeface="Lucida Sans Unicode"/>
                <a:cs typeface="Lucida Sans Unicode"/>
              </a:rPr>
              <a:t>(high</a:t>
            </a:r>
            <a:r>
              <a:rPr dirty="0" sz="3400" spc="-17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85">
                <a:solidFill>
                  <a:srgbClr val="2A2A2A"/>
                </a:solidFill>
                <a:latin typeface="Lucida Sans Unicode"/>
                <a:cs typeface="Lucida Sans Unicode"/>
              </a:rPr>
              <a:t>autofluorescence</a:t>
            </a:r>
            <a:r>
              <a:rPr dirty="0" sz="3400" spc="-17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00">
                <a:solidFill>
                  <a:srgbClr val="2A2A2A"/>
                </a:solidFill>
                <a:latin typeface="Lucida Sans Unicode"/>
                <a:cs typeface="Lucida Sans Unicode"/>
              </a:rPr>
              <a:t>samples).</a:t>
            </a:r>
            <a:endParaRPr sz="3400">
              <a:latin typeface="Lucida Sans Unicode"/>
              <a:cs typeface="Lucida Sans Unicode"/>
            </a:endParaRPr>
          </a:p>
          <a:p>
            <a:pPr marL="1400810" marR="3827779" indent="292735">
              <a:lnSpc>
                <a:spcPct val="115799"/>
              </a:lnSpc>
              <a:buChar char="•"/>
              <a:tabLst>
                <a:tab pos="1693545" algn="l"/>
              </a:tabLst>
            </a:pPr>
            <a:r>
              <a:rPr dirty="0" sz="3400" spc="114">
                <a:solidFill>
                  <a:srgbClr val="2A2A2A"/>
                </a:solidFill>
                <a:latin typeface="Lucida Sans Unicode"/>
                <a:cs typeface="Lucida Sans Unicode"/>
              </a:rPr>
              <a:t>Balance:</a:t>
            </a:r>
            <a:r>
              <a:rPr dirty="0" sz="3400" spc="-1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stronger</a:t>
            </a:r>
            <a:r>
              <a:rPr dirty="0" sz="3400" spc="-1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75">
                <a:solidFill>
                  <a:srgbClr val="2A2A2A"/>
                </a:solidFill>
                <a:latin typeface="Lucida Sans Unicode"/>
                <a:cs typeface="Lucida Sans Unicode"/>
              </a:rPr>
              <a:t>scattering</a:t>
            </a:r>
            <a:r>
              <a:rPr dirty="0" sz="3400" spc="-1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55">
                <a:solidFill>
                  <a:srgbClr val="2A2A2A"/>
                </a:solidFill>
                <a:latin typeface="Lucida Sans Unicode"/>
                <a:cs typeface="Lucida Sans Unicode"/>
              </a:rPr>
              <a:t>(shorter</a:t>
            </a:r>
            <a:r>
              <a:rPr dirty="0" sz="3400" spc="-1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14">
                <a:solidFill>
                  <a:srgbClr val="2A2A2A"/>
                </a:solidFill>
                <a:latin typeface="Lucida Sans Unicode"/>
                <a:cs typeface="Lucida Sans Unicode"/>
              </a:rPr>
              <a:t>λ)</a:t>
            </a:r>
            <a:r>
              <a:rPr dirty="0" sz="3400" spc="-1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5">
                <a:solidFill>
                  <a:srgbClr val="2A2A2A"/>
                </a:solidFill>
                <a:latin typeface="Lucida Sans Unicode"/>
                <a:cs typeface="Lucida Sans Unicode"/>
              </a:rPr>
              <a:t>vs. </a:t>
            </a:r>
            <a:r>
              <a:rPr dirty="0" sz="3400" spc="70">
                <a:solidFill>
                  <a:srgbClr val="2A2A2A"/>
                </a:solidFill>
                <a:latin typeface="Lucida Sans Unicode"/>
                <a:cs typeface="Lucida Sans Unicode"/>
              </a:rPr>
              <a:t>fluorescence/background</a:t>
            </a:r>
            <a:r>
              <a:rPr dirty="0" sz="3400" spc="-13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95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3400" spc="-13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50">
                <a:solidFill>
                  <a:srgbClr val="2A2A2A"/>
                </a:solidFill>
                <a:latin typeface="Lucida Sans Unicode"/>
                <a:cs typeface="Lucida Sans Unicode"/>
              </a:rPr>
              <a:t>sample</a:t>
            </a:r>
            <a:r>
              <a:rPr dirty="0" sz="3400" spc="-13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2A2A2A"/>
                </a:solidFill>
                <a:latin typeface="Lucida Sans Unicode"/>
                <a:cs typeface="Lucida Sans Unicode"/>
              </a:rPr>
              <a:t>heating.</a:t>
            </a:r>
            <a:endParaRPr sz="3400">
              <a:latin typeface="Lucida Sans Unicode"/>
              <a:cs typeface="Lucida Sans Unicode"/>
            </a:endParaRPr>
          </a:p>
          <a:p>
            <a:pPr marL="1400810" marR="537845" indent="292735">
              <a:lnSpc>
                <a:spcPct val="115799"/>
              </a:lnSpc>
              <a:buChar char="•"/>
              <a:tabLst>
                <a:tab pos="1693545" algn="l"/>
              </a:tabLst>
            </a:pP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Laser</a:t>
            </a:r>
            <a:r>
              <a:rPr dirty="0" sz="340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85">
                <a:solidFill>
                  <a:srgbClr val="2A2A2A"/>
                </a:solidFill>
                <a:latin typeface="Lucida Sans Unicode"/>
                <a:cs typeface="Lucida Sans Unicode"/>
              </a:rPr>
              <a:t>power</a:t>
            </a:r>
            <a:r>
              <a:rPr dirty="0" sz="340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95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3400" spc="-13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exposure</a:t>
            </a:r>
            <a:r>
              <a:rPr dirty="0" sz="340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70">
                <a:solidFill>
                  <a:srgbClr val="2A2A2A"/>
                </a:solidFill>
                <a:latin typeface="Lucida Sans Unicode"/>
                <a:cs typeface="Lucida Sans Unicode"/>
              </a:rPr>
              <a:t>time</a:t>
            </a:r>
            <a:r>
              <a:rPr dirty="0" sz="3400" spc="-13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85">
                <a:solidFill>
                  <a:srgbClr val="2A2A2A"/>
                </a:solidFill>
                <a:latin typeface="Lucida Sans Unicode"/>
                <a:cs typeface="Lucida Sans Unicode"/>
              </a:rPr>
              <a:t>must</a:t>
            </a:r>
            <a:r>
              <a:rPr dirty="0" sz="340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65">
                <a:solidFill>
                  <a:srgbClr val="2A2A2A"/>
                </a:solidFill>
                <a:latin typeface="Lucida Sans Unicode"/>
                <a:cs typeface="Lucida Sans Unicode"/>
              </a:rPr>
              <a:t>be</a:t>
            </a:r>
            <a:r>
              <a:rPr dirty="0" sz="340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2A2A2A"/>
                </a:solidFill>
                <a:latin typeface="Lucida Sans Unicode"/>
                <a:cs typeface="Lucida Sans Unicode"/>
              </a:rPr>
              <a:t>optimized</a:t>
            </a:r>
            <a:r>
              <a:rPr dirty="0" sz="3400" spc="-13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50">
                <a:solidFill>
                  <a:srgbClr val="2A2A2A"/>
                </a:solidFill>
                <a:latin typeface="Lucida Sans Unicode"/>
                <a:cs typeface="Lucida Sans Unicode"/>
              </a:rPr>
              <a:t>for</a:t>
            </a:r>
            <a:r>
              <a:rPr dirty="0" sz="3400" spc="-14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40">
                <a:solidFill>
                  <a:srgbClr val="2A2A2A"/>
                </a:solidFill>
                <a:latin typeface="Lucida Sans Unicode"/>
                <a:cs typeface="Lucida Sans Unicode"/>
              </a:rPr>
              <a:t>clinical </a:t>
            </a:r>
            <a:r>
              <a:rPr dirty="0" sz="3400" spc="60">
                <a:solidFill>
                  <a:srgbClr val="2A2A2A"/>
                </a:solidFill>
                <a:latin typeface="Lucida Sans Unicode"/>
                <a:cs typeface="Lucida Sans Unicode"/>
              </a:rPr>
              <a:t>samples.</a:t>
            </a:r>
            <a:endParaRPr sz="3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2368922"/>
            <a:ext cx="18181955" cy="7486650"/>
            <a:chOff x="0" y="2368922"/>
            <a:chExt cx="18181955" cy="74866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368922"/>
              <a:ext cx="12753974" cy="748664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00190" y="3797922"/>
              <a:ext cx="5981699" cy="462914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57574" rIns="0" bIns="0" rtlCol="0" vert="horz">
            <a:spAutoFit/>
          </a:bodyPr>
          <a:lstStyle/>
          <a:p>
            <a:pPr marL="2530475" marR="5080" indent="-1358900">
              <a:lnSpc>
                <a:spcPct val="115799"/>
              </a:lnSpc>
              <a:spcBef>
                <a:spcPts val="100"/>
              </a:spcBef>
            </a:pPr>
            <a:r>
              <a:rPr dirty="0" sz="3400" spc="145" b="0">
                <a:solidFill>
                  <a:srgbClr val="000000"/>
                </a:solidFill>
                <a:latin typeface="Arial MT"/>
                <a:cs typeface="Arial MT"/>
              </a:rPr>
              <a:t>Objective:</a:t>
            </a:r>
            <a:r>
              <a:rPr dirty="0" sz="3400" spc="-12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spc="-20" b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dirty="0" sz="3400" spc="-114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spc="185" b="0">
                <a:solidFill>
                  <a:srgbClr val="000000"/>
                </a:solidFill>
                <a:latin typeface="Arial MT"/>
                <a:cs typeface="Arial MT"/>
              </a:rPr>
              <a:t>develop</a:t>
            </a:r>
            <a:r>
              <a:rPr dirty="0" sz="3400" spc="-12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b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dirty="0" sz="3400" spc="-114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spc="195" b="0">
                <a:solidFill>
                  <a:srgbClr val="000000"/>
                </a:solidFill>
                <a:latin typeface="Arial MT"/>
                <a:cs typeface="Arial MT"/>
              </a:rPr>
              <a:t>reproducible</a:t>
            </a:r>
            <a:r>
              <a:rPr dirty="0" sz="3400" spc="-12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spc="165" b="0">
                <a:solidFill>
                  <a:srgbClr val="000000"/>
                </a:solidFill>
                <a:latin typeface="Arial MT"/>
                <a:cs typeface="Arial MT"/>
              </a:rPr>
              <a:t>plasmonic</a:t>
            </a:r>
            <a:r>
              <a:rPr dirty="0" sz="3400" spc="-114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spc="170" b="0">
                <a:solidFill>
                  <a:srgbClr val="000000"/>
                </a:solidFill>
                <a:latin typeface="Arial MT"/>
                <a:cs typeface="Arial MT"/>
              </a:rPr>
              <a:t>substrate</a:t>
            </a:r>
            <a:r>
              <a:rPr dirty="0" sz="3400" spc="-12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spc="245" b="0">
                <a:solidFill>
                  <a:srgbClr val="000000"/>
                </a:solidFill>
                <a:latin typeface="Arial MT"/>
                <a:cs typeface="Arial MT"/>
              </a:rPr>
              <a:t>with</a:t>
            </a:r>
            <a:r>
              <a:rPr dirty="0" sz="3400" spc="-114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spc="165" b="0">
                <a:solidFill>
                  <a:srgbClr val="000000"/>
                </a:solidFill>
                <a:latin typeface="Arial MT"/>
                <a:cs typeface="Arial MT"/>
              </a:rPr>
              <a:t>strong</a:t>
            </a:r>
            <a:r>
              <a:rPr dirty="0" sz="3400" spc="-114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spc="-20" b="0">
                <a:solidFill>
                  <a:srgbClr val="000000"/>
                </a:solidFill>
                <a:latin typeface="Arial MT"/>
                <a:cs typeface="Arial MT"/>
              </a:rPr>
              <a:t>Raman </a:t>
            </a:r>
            <a:r>
              <a:rPr dirty="0" sz="3400" spc="165" b="0">
                <a:solidFill>
                  <a:srgbClr val="000000"/>
                </a:solidFill>
                <a:latin typeface="Arial MT"/>
                <a:cs typeface="Arial MT"/>
              </a:rPr>
              <a:t>enhancement</a:t>
            </a:r>
            <a:r>
              <a:rPr dirty="0" sz="3400" spc="-10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spc="265" b="0">
                <a:solidFill>
                  <a:srgbClr val="000000"/>
                </a:solidFill>
                <a:latin typeface="Arial MT"/>
                <a:cs typeface="Arial MT"/>
              </a:rPr>
              <a:t>for</a:t>
            </a:r>
            <a:r>
              <a:rPr dirty="0" sz="3400" spc="-10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spc="175" b="0">
                <a:solidFill>
                  <a:srgbClr val="000000"/>
                </a:solidFill>
                <a:latin typeface="Arial MT"/>
                <a:cs typeface="Arial MT"/>
              </a:rPr>
              <a:t>bacterial</a:t>
            </a:r>
            <a:r>
              <a:rPr dirty="0" sz="3400" spc="-10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spc="160" b="0">
                <a:solidFill>
                  <a:srgbClr val="000000"/>
                </a:solidFill>
                <a:latin typeface="Arial MT"/>
                <a:cs typeface="Arial MT"/>
              </a:rPr>
              <a:t>biomarker</a:t>
            </a:r>
            <a:r>
              <a:rPr dirty="0" sz="3400" spc="-10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spc="215" b="0">
                <a:solidFill>
                  <a:srgbClr val="000000"/>
                </a:solidFill>
                <a:latin typeface="Arial MT"/>
                <a:cs typeface="Arial MT"/>
              </a:rPr>
              <a:t>detection</a:t>
            </a:r>
            <a:r>
              <a:rPr dirty="0" sz="3400" spc="-10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spc="-75" b="0">
                <a:solidFill>
                  <a:srgbClr val="000000"/>
                </a:solidFill>
                <a:latin typeface="Arial MT"/>
                <a:cs typeface="Arial MT"/>
              </a:rPr>
              <a:t>(LPS,</a:t>
            </a:r>
            <a:r>
              <a:rPr dirty="0" sz="3400" spc="-10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spc="-170" b="0">
                <a:solidFill>
                  <a:srgbClr val="000000"/>
                </a:solidFill>
                <a:latin typeface="Arial MT"/>
                <a:cs typeface="Arial MT"/>
              </a:rPr>
              <a:t>LTA,</a:t>
            </a:r>
            <a:r>
              <a:rPr dirty="0" sz="3400" spc="-10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spc="-20" b="0">
                <a:solidFill>
                  <a:srgbClr val="000000"/>
                </a:solidFill>
                <a:latin typeface="Arial MT"/>
                <a:cs typeface="Arial MT"/>
              </a:rPr>
              <a:t>PGN).</a:t>
            </a:r>
            <a:endParaRPr sz="3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0882" y="0"/>
            <a:ext cx="4987716" cy="2418054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6922706" y="466140"/>
            <a:ext cx="426084" cy="426084"/>
          </a:xfrm>
          <a:custGeom>
            <a:avLst/>
            <a:gdLst/>
            <a:ahLst/>
            <a:cxnLst/>
            <a:rect l="l" t="t" r="r" b="b"/>
            <a:pathLst>
              <a:path w="426084" h="426084">
                <a:moveTo>
                  <a:pt x="425640" y="245262"/>
                </a:moveTo>
                <a:lnTo>
                  <a:pt x="402424" y="212331"/>
                </a:lnTo>
                <a:lnTo>
                  <a:pt x="250774" y="186093"/>
                </a:lnTo>
                <a:lnTo>
                  <a:pt x="277025" y="34417"/>
                </a:lnTo>
                <a:lnTo>
                  <a:pt x="253809" y="1485"/>
                </a:lnTo>
                <a:lnTo>
                  <a:pt x="245224" y="0"/>
                </a:lnTo>
                <a:lnTo>
                  <a:pt x="240957" y="101"/>
                </a:lnTo>
                <a:lnTo>
                  <a:pt x="211556" y="27508"/>
                </a:lnTo>
                <a:lnTo>
                  <a:pt x="186055" y="174891"/>
                </a:lnTo>
                <a:lnTo>
                  <a:pt x="34417" y="148653"/>
                </a:lnTo>
                <a:lnTo>
                  <a:pt x="1485" y="171881"/>
                </a:lnTo>
                <a:lnTo>
                  <a:pt x="0" y="180454"/>
                </a:lnTo>
                <a:lnTo>
                  <a:pt x="101" y="184734"/>
                </a:lnTo>
                <a:lnTo>
                  <a:pt x="174853" y="239636"/>
                </a:lnTo>
                <a:lnTo>
                  <a:pt x="148577" y="391528"/>
                </a:lnTo>
                <a:lnTo>
                  <a:pt x="171792" y="424459"/>
                </a:lnTo>
                <a:lnTo>
                  <a:pt x="180378" y="425945"/>
                </a:lnTo>
                <a:lnTo>
                  <a:pt x="184645" y="425831"/>
                </a:lnTo>
                <a:lnTo>
                  <a:pt x="239572" y="250837"/>
                </a:lnTo>
                <a:lnTo>
                  <a:pt x="391223" y="277063"/>
                </a:lnTo>
                <a:lnTo>
                  <a:pt x="424154" y="253847"/>
                </a:lnTo>
                <a:lnTo>
                  <a:pt x="425640" y="245262"/>
                </a:lnTo>
                <a:close/>
              </a:path>
            </a:pathLst>
          </a:custGeom>
          <a:solidFill>
            <a:srgbClr val="24578F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0"/>
            <a:ext cx="6126933" cy="1028699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7776" y="2892303"/>
            <a:ext cx="3676015" cy="223901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7785" marR="5080" indent="-45720">
              <a:lnSpc>
                <a:spcPct val="117100"/>
              </a:lnSpc>
              <a:spcBef>
                <a:spcPts val="95"/>
              </a:spcBef>
            </a:pPr>
            <a:r>
              <a:rPr dirty="0" sz="6200" spc="-405" b="0">
                <a:solidFill>
                  <a:srgbClr val="000000"/>
                </a:solidFill>
                <a:latin typeface="Arial Black"/>
                <a:cs typeface="Arial Black"/>
              </a:rPr>
              <a:t>Workflow </a:t>
            </a:r>
            <a:r>
              <a:rPr dirty="0" sz="6200" spc="-330" b="0">
                <a:solidFill>
                  <a:srgbClr val="000000"/>
                </a:solidFill>
                <a:latin typeface="Arial Black"/>
                <a:cs typeface="Arial Black"/>
              </a:rPr>
              <a:t>Pipeline:</a:t>
            </a:r>
            <a:endParaRPr sz="6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1169" y="582693"/>
            <a:ext cx="12941300" cy="7994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227310" algn="l"/>
              </a:tabLst>
            </a:pPr>
            <a:r>
              <a:rPr dirty="0" sz="5050" spc="-30">
                <a:latin typeface="Tahoma"/>
                <a:cs typeface="Tahoma"/>
              </a:rPr>
              <a:t>Di6gfiostic</a:t>
            </a:r>
            <a:r>
              <a:rPr dirty="0" sz="5050" spc="-365">
                <a:latin typeface="Tahoma"/>
                <a:cs typeface="Tahoma"/>
              </a:rPr>
              <a:t> </a:t>
            </a:r>
            <a:r>
              <a:rPr dirty="0" sz="5050" spc="-130">
                <a:latin typeface="Tahoma"/>
                <a:cs typeface="Tahoma"/>
              </a:rPr>
              <a:t>Workflow</a:t>
            </a:r>
            <a:r>
              <a:rPr dirty="0" sz="5050" spc="-365">
                <a:latin typeface="Tahoma"/>
                <a:cs typeface="Tahoma"/>
              </a:rPr>
              <a:t> </a:t>
            </a:r>
            <a:r>
              <a:rPr dirty="0" sz="5050" spc="-95">
                <a:latin typeface="Tahoma"/>
                <a:cs typeface="Tahoma"/>
              </a:rPr>
              <a:t>(P6tiefit</a:t>
            </a:r>
            <a:r>
              <a:rPr dirty="0" sz="5050" spc="-365">
                <a:latin typeface="Tahoma"/>
                <a:cs typeface="Tahoma"/>
              </a:rPr>
              <a:t> </a:t>
            </a:r>
            <a:r>
              <a:rPr dirty="0" sz="2400" spc="2610">
                <a:latin typeface="Arial"/>
                <a:cs typeface="Arial"/>
              </a:rPr>
              <a:t>→</a:t>
            </a:r>
            <a:r>
              <a:rPr dirty="0" sz="2400">
                <a:latin typeface="Arial"/>
                <a:cs typeface="Arial"/>
              </a:rPr>
              <a:t>	</a:t>
            </a:r>
            <a:r>
              <a:rPr dirty="0" sz="5050" spc="-25">
                <a:latin typeface="Tahoma"/>
                <a:cs typeface="Tahoma"/>
              </a:rPr>
              <a:t>Afiswer)</a:t>
            </a:r>
            <a:endParaRPr sz="505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650651" y="0"/>
            <a:ext cx="14982825" cy="9907270"/>
            <a:chOff x="1650651" y="0"/>
            <a:chExt cx="14982825" cy="990727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0882" y="0"/>
              <a:ext cx="4987716" cy="241805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6922706" y="466140"/>
              <a:ext cx="426084" cy="426084"/>
            </a:xfrm>
            <a:custGeom>
              <a:avLst/>
              <a:gdLst/>
              <a:ahLst/>
              <a:cxnLst/>
              <a:rect l="l" t="t" r="r" b="b"/>
              <a:pathLst>
                <a:path w="426084" h="426084">
                  <a:moveTo>
                    <a:pt x="425640" y="245262"/>
                  </a:moveTo>
                  <a:lnTo>
                    <a:pt x="402424" y="212331"/>
                  </a:lnTo>
                  <a:lnTo>
                    <a:pt x="250774" y="186093"/>
                  </a:lnTo>
                  <a:lnTo>
                    <a:pt x="277025" y="34417"/>
                  </a:lnTo>
                  <a:lnTo>
                    <a:pt x="253809" y="1485"/>
                  </a:lnTo>
                  <a:lnTo>
                    <a:pt x="245224" y="0"/>
                  </a:lnTo>
                  <a:lnTo>
                    <a:pt x="240957" y="101"/>
                  </a:lnTo>
                  <a:lnTo>
                    <a:pt x="211556" y="27508"/>
                  </a:lnTo>
                  <a:lnTo>
                    <a:pt x="186055" y="174891"/>
                  </a:lnTo>
                  <a:lnTo>
                    <a:pt x="34417" y="148653"/>
                  </a:lnTo>
                  <a:lnTo>
                    <a:pt x="1485" y="171881"/>
                  </a:lnTo>
                  <a:lnTo>
                    <a:pt x="0" y="180454"/>
                  </a:lnTo>
                  <a:lnTo>
                    <a:pt x="101" y="184734"/>
                  </a:lnTo>
                  <a:lnTo>
                    <a:pt x="174853" y="239636"/>
                  </a:lnTo>
                  <a:lnTo>
                    <a:pt x="148577" y="391528"/>
                  </a:lnTo>
                  <a:lnTo>
                    <a:pt x="171792" y="424459"/>
                  </a:lnTo>
                  <a:lnTo>
                    <a:pt x="180378" y="425945"/>
                  </a:lnTo>
                  <a:lnTo>
                    <a:pt x="184645" y="425831"/>
                  </a:lnTo>
                  <a:lnTo>
                    <a:pt x="239572" y="250837"/>
                  </a:lnTo>
                  <a:lnTo>
                    <a:pt x="391223" y="277063"/>
                  </a:lnTo>
                  <a:lnTo>
                    <a:pt x="424154" y="253847"/>
                  </a:lnTo>
                  <a:lnTo>
                    <a:pt x="425640" y="245262"/>
                  </a:lnTo>
                  <a:close/>
                </a:path>
              </a:pathLst>
            </a:custGeom>
            <a:solidFill>
              <a:srgbClr val="24578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50651" y="1449001"/>
              <a:ext cx="14982824" cy="84581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2952414" y="1945393"/>
          <a:ext cx="12459335" cy="5443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83560"/>
                <a:gridCol w="3083560"/>
                <a:gridCol w="3083560"/>
                <a:gridCol w="3083559"/>
              </a:tblGrid>
              <a:tr h="10934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500" spc="-10">
                          <a:solidFill>
                            <a:srgbClr val="0E1115"/>
                          </a:solidFill>
                          <a:latin typeface="Arial Black"/>
                          <a:cs typeface="Arial Black"/>
                        </a:rPr>
                        <a:t>Feature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B="0" marT="209550">
                    <a:lnL w="57150">
                      <a:solidFill>
                        <a:srgbClr val="9D9D9D"/>
                      </a:solidFill>
                      <a:prstDash val="solid"/>
                    </a:lnL>
                    <a:lnR w="57150">
                      <a:solidFill>
                        <a:srgbClr val="9D9D9D"/>
                      </a:solidFill>
                      <a:prstDash val="solid"/>
                    </a:lnR>
                    <a:lnT w="57150">
                      <a:solidFill>
                        <a:srgbClr val="9D9D9D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500" spc="-75">
                          <a:solidFill>
                            <a:srgbClr val="0E1115"/>
                          </a:solidFill>
                          <a:latin typeface="Arial Black"/>
                          <a:cs typeface="Arial Black"/>
                        </a:rPr>
                        <a:t>Blood</a:t>
                      </a:r>
                      <a:r>
                        <a:rPr dirty="0" sz="1500" spc="-105">
                          <a:solidFill>
                            <a:srgbClr val="0E1115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-10">
                          <a:solidFill>
                            <a:srgbClr val="0E1115"/>
                          </a:solidFill>
                          <a:latin typeface="Arial Black"/>
                          <a:cs typeface="Arial Black"/>
                        </a:rPr>
                        <a:t>Culture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B="0" marT="209550">
                    <a:lnL w="57150">
                      <a:solidFill>
                        <a:srgbClr val="9D9D9D"/>
                      </a:solidFill>
                      <a:prstDash val="solid"/>
                    </a:lnL>
                    <a:lnR w="57150">
                      <a:solidFill>
                        <a:srgbClr val="9D9D9D"/>
                      </a:solidFill>
                      <a:prstDash val="solid"/>
                    </a:lnR>
                    <a:lnT w="57150">
                      <a:solidFill>
                        <a:srgbClr val="9D9D9D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500" spc="-100">
                          <a:solidFill>
                            <a:srgbClr val="0E1115"/>
                          </a:solidFill>
                          <a:latin typeface="Arial Black"/>
                          <a:cs typeface="Arial Black"/>
                        </a:rPr>
                        <a:t>PCT/CRP</a:t>
                      </a:r>
                      <a:r>
                        <a:rPr dirty="0" sz="1500" spc="-95">
                          <a:solidFill>
                            <a:srgbClr val="0E1115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-10">
                          <a:solidFill>
                            <a:srgbClr val="0E1115"/>
                          </a:solidFill>
                          <a:latin typeface="Arial Black"/>
                          <a:cs typeface="Arial Black"/>
                        </a:rPr>
                        <a:t>Tests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B="0" marT="209550">
                    <a:lnL w="57150">
                      <a:solidFill>
                        <a:srgbClr val="9D9D9D"/>
                      </a:solidFill>
                      <a:prstDash val="solid"/>
                    </a:lnL>
                    <a:lnR w="57150">
                      <a:solidFill>
                        <a:srgbClr val="9D9D9D"/>
                      </a:solidFill>
                      <a:prstDash val="solid"/>
                    </a:lnR>
                    <a:lnT w="57150">
                      <a:solidFill>
                        <a:srgbClr val="9D9D9D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500" spc="-75">
                          <a:solidFill>
                            <a:srgbClr val="0E1115"/>
                          </a:solidFill>
                          <a:latin typeface="Arial Black"/>
                          <a:cs typeface="Arial Black"/>
                        </a:rPr>
                        <a:t>Our</a:t>
                      </a:r>
                      <a:r>
                        <a:rPr dirty="0" sz="1500" spc="-125">
                          <a:solidFill>
                            <a:srgbClr val="0E1115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-175">
                          <a:solidFill>
                            <a:srgbClr val="0E1115"/>
                          </a:solidFill>
                          <a:latin typeface="Arial Black"/>
                          <a:cs typeface="Arial Black"/>
                        </a:rPr>
                        <a:t>SERS</a:t>
                      </a:r>
                      <a:r>
                        <a:rPr dirty="0" sz="1500" spc="-120">
                          <a:solidFill>
                            <a:srgbClr val="0E1115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-10">
                          <a:solidFill>
                            <a:srgbClr val="0E1115"/>
                          </a:solidFill>
                          <a:latin typeface="Arial Black"/>
                          <a:cs typeface="Arial Black"/>
                        </a:rPr>
                        <a:t>Biosensor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B="0" marT="209550">
                    <a:lnL w="57150">
                      <a:solidFill>
                        <a:srgbClr val="9D9D9D"/>
                      </a:solidFill>
                      <a:prstDash val="solid"/>
                    </a:lnL>
                    <a:lnR w="57150">
                      <a:solidFill>
                        <a:srgbClr val="9D9D9D"/>
                      </a:solidFill>
                      <a:prstDash val="solid"/>
                    </a:lnR>
                    <a:lnT w="57150">
                      <a:solidFill>
                        <a:srgbClr val="9D9D9D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934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500" spc="-90">
                          <a:solidFill>
                            <a:srgbClr val="0E1115"/>
                          </a:solidFill>
                          <a:latin typeface="Arial Black"/>
                          <a:cs typeface="Arial Black"/>
                        </a:rPr>
                        <a:t>Time-</a:t>
                      </a:r>
                      <a:r>
                        <a:rPr dirty="0" sz="1500" spc="-70">
                          <a:solidFill>
                            <a:srgbClr val="0E1115"/>
                          </a:solidFill>
                          <a:latin typeface="Arial Black"/>
                          <a:cs typeface="Arial Black"/>
                        </a:rPr>
                        <a:t>to-</a:t>
                      </a:r>
                      <a:r>
                        <a:rPr dirty="0" sz="1500" spc="-10">
                          <a:solidFill>
                            <a:srgbClr val="0E1115"/>
                          </a:solidFill>
                          <a:latin typeface="Arial Black"/>
                          <a:cs typeface="Arial Black"/>
                        </a:rPr>
                        <a:t>Result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B="0" marT="209550">
                    <a:lnL w="57150">
                      <a:solidFill>
                        <a:srgbClr val="9D9D9D"/>
                      </a:solidFill>
                      <a:prstDash val="solid"/>
                    </a:lnL>
                    <a:lnR w="57150">
                      <a:solidFill>
                        <a:srgbClr val="9D9D9D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500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24-72</a:t>
                      </a:r>
                      <a:r>
                        <a:rPr dirty="0" sz="1500" spc="-50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5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hours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209550">
                    <a:lnL w="57150">
                      <a:solidFill>
                        <a:srgbClr val="9D9D9D"/>
                      </a:solidFill>
                      <a:prstDash val="solid"/>
                    </a:lnL>
                    <a:lnR w="57150">
                      <a:solidFill>
                        <a:srgbClr val="9D9D9D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500" spc="-70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~1</a:t>
                      </a:r>
                      <a:r>
                        <a:rPr dirty="0" sz="1500" spc="-50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0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hour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209550">
                    <a:lnL w="57150">
                      <a:solidFill>
                        <a:srgbClr val="9D9D9D"/>
                      </a:solidFill>
                      <a:prstDash val="solid"/>
                    </a:lnL>
                    <a:lnR w="57150">
                      <a:solidFill>
                        <a:srgbClr val="9D9D9D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500" spc="-85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&lt;</a:t>
                      </a:r>
                      <a:r>
                        <a:rPr dirty="0" sz="1500" spc="-50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14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30</a:t>
                      </a:r>
                      <a:r>
                        <a:rPr dirty="0" sz="1500" spc="-45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-10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MINUTES</a:t>
                      </a:r>
                      <a:r>
                        <a:rPr dirty="0" sz="1500" spc="-45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5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*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209550">
                    <a:lnL w="57150">
                      <a:solidFill>
                        <a:srgbClr val="9D9D9D"/>
                      </a:solidFill>
                      <a:prstDash val="solid"/>
                    </a:lnL>
                    <a:lnR w="57150">
                      <a:solidFill>
                        <a:srgbClr val="9D9D9D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934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500" spc="-105">
                          <a:solidFill>
                            <a:srgbClr val="0E1115"/>
                          </a:solidFill>
                          <a:latin typeface="Arial Black"/>
                          <a:cs typeface="Arial Black"/>
                        </a:rPr>
                        <a:t>Pathogen</a:t>
                      </a:r>
                      <a:r>
                        <a:rPr dirty="0" sz="1500" spc="-85">
                          <a:solidFill>
                            <a:srgbClr val="0E1115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-10">
                          <a:solidFill>
                            <a:srgbClr val="0E1115"/>
                          </a:solidFill>
                          <a:latin typeface="Arial Black"/>
                          <a:cs typeface="Arial Black"/>
                        </a:rPr>
                        <a:t>Specificity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B="0" marT="209550">
                    <a:lnL w="57150">
                      <a:solidFill>
                        <a:srgbClr val="9D9D9D"/>
                      </a:solidFill>
                      <a:prstDash val="solid"/>
                    </a:lnL>
                    <a:lnR w="57150">
                      <a:solidFill>
                        <a:srgbClr val="9D9D9D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500" spc="-25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209550">
                    <a:lnL w="57150">
                      <a:solidFill>
                        <a:srgbClr val="9D9D9D"/>
                      </a:solidFill>
                      <a:prstDash val="solid"/>
                    </a:lnL>
                    <a:lnR w="57150">
                      <a:solidFill>
                        <a:srgbClr val="9D9D9D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500" spc="40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209550">
                    <a:lnL w="57150">
                      <a:solidFill>
                        <a:srgbClr val="9D9D9D"/>
                      </a:solidFill>
                      <a:prstDash val="solid"/>
                    </a:lnL>
                    <a:lnR w="57150">
                      <a:solidFill>
                        <a:srgbClr val="9D9D9D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500" spc="-90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r>
                        <a:rPr dirty="0" sz="1500" spc="20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55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(Bacterial</a:t>
                      </a:r>
                      <a:r>
                        <a:rPr dirty="0" sz="1500" spc="25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&amp;</a:t>
                      </a:r>
                      <a:r>
                        <a:rPr dirty="0" sz="1500" spc="25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Gram-</a:t>
                      </a:r>
                      <a:r>
                        <a:rPr dirty="0" sz="1500" spc="-10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Type)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209550">
                    <a:lnL w="57150">
                      <a:solidFill>
                        <a:srgbClr val="9D9D9D"/>
                      </a:solidFill>
                      <a:prstDash val="solid"/>
                    </a:lnL>
                    <a:lnR w="57150">
                      <a:solidFill>
                        <a:srgbClr val="9D9D9D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934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500" spc="-120">
                          <a:solidFill>
                            <a:srgbClr val="0E1115"/>
                          </a:solidFill>
                          <a:latin typeface="Arial Black"/>
                          <a:cs typeface="Arial Black"/>
                        </a:rPr>
                        <a:t>AMR</a:t>
                      </a:r>
                      <a:r>
                        <a:rPr dirty="0" sz="1500" spc="-130">
                          <a:solidFill>
                            <a:srgbClr val="0E1115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-10">
                          <a:solidFill>
                            <a:srgbClr val="0E1115"/>
                          </a:solidFill>
                          <a:latin typeface="Arial Black"/>
                          <a:cs typeface="Arial Black"/>
                        </a:rPr>
                        <a:t>Guidance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B="0" marT="209550">
                    <a:lnL w="57150">
                      <a:solidFill>
                        <a:srgbClr val="9D9D9D"/>
                      </a:solidFill>
                      <a:prstDash val="solid"/>
                    </a:lnL>
                    <a:lnR w="57150">
                      <a:solidFill>
                        <a:srgbClr val="9D9D9D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500" spc="45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Delayed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209550">
                    <a:lnL w="57150">
                      <a:solidFill>
                        <a:srgbClr val="9D9D9D"/>
                      </a:solidFill>
                      <a:prstDash val="solid"/>
                    </a:lnL>
                    <a:lnR w="57150">
                      <a:solidFill>
                        <a:srgbClr val="9D9D9D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500" spc="40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209550">
                    <a:lnL w="57150">
                      <a:solidFill>
                        <a:srgbClr val="9D9D9D"/>
                      </a:solidFill>
                      <a:prstDash val="solid"/>
                    </a:lnL>
                    <a:lnR w="57150">
                      <a:solidFill>
                        <a:srgbClr val="9D9D9D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500" spc="-10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IMMEDIATE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209550">
                    <a:lnL w="57150">
                      <a:solidFill>
                        <a:srgbClr val="9D9D9D"/>
                      </a:solidFill>
                      <a:prstDash val="solid"/>
                    </a:lnL>
                    <a:lnR w="57150">
                      <a:solidFill>
                        <a:srgbClr val="9D9D9D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69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500" spc="-10">
                          <a:solidFill>
                            <a:srgbClr val="0E1115"/>
                          </a:solidFill>
                          <a:latin typeface="Arial Black"/>
                          <a:cs typeface="Arial Black"/>
                        </a:rPr>
                        <a:t>Platform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B="0" marT="209550">
                    <a:lnL w="57150">
                      <a:solidFill>
                        <a:srgbClr val="9D9D9D"/>
                      </a:solidFill>
                      <a:prstDash val="solid"/>
                    </a:lnL>
                    <a:lnR w="57150">
                      <a:solidFill>
                        <a:srgbClr val="9D9D9D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500" spc="65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Central</a:t>
                      </a:r>
                      <a:r>
                        <a:rPr dirty="0" sz="1500" spc="-20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-25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Lab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209550">
                    <a:lnL w="57150">
                      <a:solidFill>
                        <a:srgbClr val="9D9D9D"/>
                      </a:solidFill>
                      <a:prstDash val="solid"/>
                    </a:lnL>
                    <a:lnR w="57150">
                      <a:solidFill>
                        <a:srgbClr val="9D9D9D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500" spc="65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Point-</a:t>
                      </a:r>
                      <a:r>
                        <a:rPr dirty="0" sz="1500" spc="55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of-</a:t>
                      </a:r>
                      <a:r>
                        <a:rPr dirty="0" sz="1500" spc="60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Care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209550">
                    <a:lnL w="57150">
                      <a:solidFill>
                        <a:srgbClr val="9D9D9D"/>
                      </a:solidFill>
                      <a:prstDash val="solid"/>
                    </a:lnL>
                    <a:lnR w="57150">
                      <a:solidFill>
                        <a:srgbClr val="9D9D9D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500" spc="-10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POINT-OF-</a:t>
                      </a:r>
                      <a:r>
                        <a:rPr dirty="0" sz="1500" spc="-20">
                          <a:solidFill>
                            <a:srgbClr val="0E1115"/>
                          </a:solidFill>
                          <a:latin typeface="Arial MT"/>
                          <a:cs typeface="Arial MT"/>
                        </a:rPr>
                        <a:t>CARE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209550">
                    <a:lnL w="57150">
                      <a:solidFill>
                        <a:srgbClr val="9D9D9D"/>
                      </a:solidFill>
                      <a:prstDash val="solid"/>
                    </a:lnL>
                    <a:lnR w="57150">
                      <a:solidFill>
                        <a:srgbClr val="9D9D9D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3" name="object 3" descr=""/>
          <p:cNvSpPr/>
          <p:nvPr/>
        </p:nvSpPr>
        <p:spPr>
          <a:xfrm>
            <a:off x="2952414" y="7438490"/>
            <a:ext cx="12383135" cy="0"/>
          </a:xfrm>
          <a:custGeom>
            <a:avLst/>
            <a:gdLst/>
            <a:ahLst/>
            <a:cxnLst/>
            <a:rect l="l" t="t" r="r" b="b"/>
            <a:pathLst>
              <a:path w="12383135" h="0">
                <a:moveTo>
                  <a:pt x="0" y="0"/>
                </a:moveTo>
                <a:lnTo>
                  <a:pt x="12383039" y="0"/>
                </a:lnTo>
              </a:path>
            </a:pathLst>
          </a:custGeom>
          <a:ln w="476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42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850" spc="170"/>
              <a:t>Competitive</a:t>
            </a:r>
            <a:r>
              <a:rPr dirty="0" sz="3850" spc="-505"/>
              <a:t> </a:t>
            </a:r>
            <a:r>
              <a:rPr dirty="0" sz="3850" spc="315"/>
              <a:t>Advantage</a:t>
            </a:r>
            <a:r>
              <a:rPr dirty="0" sz="3850" spc="-505"/>
              <a:t> </a:t>
            </a:r>
            <a:r>
              <a:rPr dirty="0" sz="3850" spc="375"/>
              <a:t>&amp;</a:t>
            </a:r>
            <a:r>
              <a:rPr dirty="0" sz="3850" spc="-505"/>
              <a:t> </a:t>
            </a:r>
            <a:r>
              <a:rPr dirty="0" sz="3850" spc="210"/>
              <a:t>Market</a:t>
            </a:r>
            <a:r>
              <a:rPr dirty="0" sz="3850" spc="-505"/>
              <a:t> </a:t>
            </a:r>
            <a:r>
              <a:rPr dirty="0" sz="3850" spc="60"/>
              <a:t>Differentiation</a:t>
            </a:r>
            <a:r>
              <a:rPr dirty="0" sz="3850" spc="-500"/>
              <a:t> </a:t>
            </a:r>
            <a:r>
              <a:rPr dirty="0" sz="3850" spc="-365"/>
              <a:t>:</a:t>
            </a:r>
            <a:endParaRPr sz="3850"/>
          </a:p>
        </p:txBody>
      </p:sp>
      <p:sp>
        <p:nvSpPr>
          <p:cNvPr id="5" name="object 5" descr=""/>
          <p:cNvSpPr txBox="1"/>
          <p:nvPr/>
        </p:nvSpPr>
        <p:spPr>
          <a:xfrm>
            <a:off x="2870063" y="7844531"/>
            <a:ext cx="125482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 MT"/>
                <a:cs typeface="Arial MT"/>
              </a:rPr>
              <a:t>Key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Message: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100">
                <a:latin typeface="Arial MT"/>
                <a:cs typeface="Arial MT"/>
              </a:rPr>
              <a:t>With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135">
                <a:latin typeface="Arial MT"/>
                <a:cs typeface="Arial MT"/>
              </a:rPr>
              <a:t>the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110">
                <a:latin typeface="Arial MT"/>
                <a:cs typeface="Arial MT"/>
              </a:rPr>
              <a:t>help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165">
                <a:latin typeface="Arial MT"/>
                <a:cs typeface="Arial MT"/>
              </a:rPr>
              <a:t>of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110">
                <a:latin typeface="Arial MT"/>
                <a:cs typeface="Arial MT"/>
              </a:rPr>
              <a:t>this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125">
                <a:latin typeface="Arial MT"/>
                <a:cs typeface="Arial MT"/>
              </a:rPr>
              <a:t>project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65">
                <a:latin typeface="Arial MT"/>
                <a:cs typeface="Arial MT"/>
              </a:rPr>
              <a:t>we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80">
                <a:latin typeface="Arial MT"/>
                <a:cs typeface="Arial MT"/>
              </a:rPr>
              <a:t>envision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185">
                <a:latin typeface="Arial MT"/>
                <a:cs typeface="Arial MT"/>
              </a:rPr>
              <a:t>to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90">
                <a:latin typeface="Arial MT"/>
                <a:cs typeface="Arial MT"/>
              </a:rPr>
              <a:t>bridge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135">
                <a:latin typeface="Arial MT"/>
                <a:cs typeface="Arial MT"/>
              </a:rPr>
              <a:t>the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gap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105">
                <a:latin typeface="Arial MT"/>
                <a:cs typeface="Arial MT"/>
              </a:rPr>
              <a:t>between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70">
                <a:latin typeface="Arial MT"/>
                <a:cs typeface="Arial MT"/>
              </a:rPr>
              <a:t>speed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90">
                <a:latin typeface="Arial MT"/>
                <a:cs typeface="Arial MT"/>
              </a:rPr>
              <a:t>and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100">
                <a:latin typeface="Arial MT"/>
                <a:cs typeface="Arial MT"/>
              </a:rPr>
              <a:t>specificity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865" y="6927034"/>
            <a:ext cx="210177" cy="195697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825617" y="7113956"/>
            <a:ext cx="208915" cy="198120"/>
          </a:xfrm>
          <a:custGeom>
            <a:avLst/>
            <a:gdLst/>
            <a:ahLst/>
            <a:cxnLst/>
            <a:rect l="l" t="t" r="r" b="b"/>
            <a:pathLst>
              <a:path w="208914" h="198120">
                <a:moveTo>
                  <a:pt x="187799" y="197891"/>
                </a:moveTo>
                <a:lnTo>
                  <a:pt x="0" y="109695"/>
                </a:lnTo>
                <a:lnTo>
                  <a:pt x="21500" y="0"/>
                </a:lnTo>
                <a:lnTo>
                  <a:pt x="21939" y="0"/>
                </a:lnTo>
                <a:lnTo>
                  <a:pt x="208860" y="89072"/>
                </a:lnTo>
                <a:lnTo>
                  <a:pt x="187799" y="19789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232369" y="7308336"/>
            <a:ext cx="207645" cy="198120"/>
          </a:xfrm>
          <a:custGeom>
            <a:avLst/>
            <a:gdLst/>
            <a:ahLst/>
            <a:cxnLst/>
            <a:rect l="l" t="t" r="r" b="b"/>
            <a:pathLst>
              <a:path w="207644" h="198120">
                <a:moveTo>
                  <a:pt x="187799" y="197891"/>
                </a:moveTo>
                <a:lnTo>
                  <a:pt x="0" y="107940"/>
                </a:lnTo>
                <a:lnTo>
                  <a:pt x="20183" y="0"/>
                </a:lnTo>
                <a:lnTo>
                  <a:pt x="20622" y="0"/>
                </a:lnTo>
                <a:lnTo>
                  <a:pt x="207544" y="90389"/>
                </a:lnTo>
                <a:lnTo>
                  <a:pt x="187799" y="19789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639121" y="7504472"/>
            <a:ext cx="207010" cy="196215"/>
          </a:xfrm>
          <a:custGeom>
            <a:avLst/>
            <a:gdLst/>
            <a:ahLst/>
            <a:cxnLst/>
            <a:rect l="l" t="t" r="r" b="b"/>
            <a:pathLst>
              <a:path w="207010" h="196215">
                <a:moveTo>
                  <a:pt x="187799" y="195697"/>
                </a:moveTo>
                <a:lnTo>
                  <a:pt x="0" y="106624"/>
                </a:lnTo>
                <a:lnTo>
                  <a:pt x="19306" y="0"/>
                </a:lnTo>
                <a:lnTo>
                  <a:pt x="19745" y="0"/>
                </a:lnTo>
                <a:lnTo>
                  <a:pt x="206666" y="89511"/>
                </a:lnTo>
                <a:lnTo>
                  <a:pt x="187799" y="19569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045873" y="7697098"/>
            <a:ext cx="205740" cy="191770"/>
          </a:xfrm>
          <a:custGeom>
            <a:avLst/>
            <a:gdLst/>
            <a:ahLst/>
            <a:cxnLst/>
            <a:rect l="l" t="t" r="r" b="b"/>
            <a:pathLst>
              <a:path w="205739" h="191770">
                <a:moveTo>
                  <a:pt x="187799" y="191748"/>
                </a:moveTo>
                <a:lnTo>
                  <a:pt x="0" y="105746"/>
                </a:lnTo>
                <a:lnTo>
                  <a:pt x="17990" y="0"/>
                </a:lnTo>
                <a:lnTo>
                  <a:pt x="18428" y="0"/>
                </a:lnTo>
                <a:lnTo>
                  <a:pt x="205350" y="86441"/>
                </a:lnTo>
                <a:lnTo>
                  <a:pt x="187799" y="19174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58938" y="8052513"/>
            <a:ext cx="203156" cy="17770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52625" y="7881826"/>
            <a:ext cx="204034" cy="18560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66128" y="8204771"/>
            <a:ext cx="201840" cy="16761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72442" y="8332457"/>
            <a:ext cx="200962" cy="156206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79194" y="8430744"/>
            <a:ext cx="199646" cy="143482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85945" y="8494807"/>
            <a:ext cx="198330" cy="128563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892698" y="8515429"/>
            <a:ext cx="197452" cy="11846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299450" y="8476816"/>
            <a:ext cx="196136" cy="136023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706202" y="8399590"/>
            <a:ext cx="194819" cy="151819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112515" y="8290773"/>
            <a:ext cx="193941" cy="165859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519706" y="8153872"/>
            <a:ext cx="192625" cy="177707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926019" y="7994594"/>
            <a:ext cx="191748" cy="188238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332771" y="7818642"/>
            <a:ext cx="190431" cy="196575"/>
          </a:xfrm>
          <a:prstGeom prst="rect">
            <a:avLst/>
          </a:prstGeom>
        </p:spPr>
      </p:pic>
      <p:sp>
        <p:nvSpPr>
          <p:cNvPr id="20" name="object 20" descr=""/>
          <p:cNvSpPr/>
          <p:nvPr/>
        </p:nvSpPr>
        <p:spPr>
          <a:xfrm>
            <a:off x="8739523" y="7630404"/>
            <a:ext cx="189230" cy="203200"/>
          </a:xfrm>
          <a:custGeom>
            <a:avLst/>
            <a:gdLst/>
            <a:ahLst/>
            <a:cxnLst/>
            <a:rect l="l" t="t" r="r" b="b"/>
            <a:pathLst>
              <a:path w="189229" h="203200">
                <a:moveTo>
                  <a:pt x="0" y="202718"/>
                </a:moveTo>
                <a:lnTo>
                  <a:pt x="2193" y="87756"/>
                </a:lnTo>
                <a:lnTo>
                  <a:pt x="138991" y="23831"/>
                </a:lnTo>
                <a:lnTo>
                  <a:pt x="189115" y="0"/>
                </a:lnTo>
                <a:lnTo>
                  <a:pt x="187799" y="115400"/>
                </a:lnTo>
                <a:lnTo>
                  <a:pt x="0" y="20271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9146714" y="7435584"/>
            <a:ext cx="187960" cy="206375"/>
          </a:xfrm>
          <a:custGeom>
            <a:avLst/>
            <a:gdLst/>
            <a:ahLst/>
            <a:cxnLst/>
            <a:rect l="l" t="t" r="r" b="b"/>
            <a:pathLst>
              <a:path w="187959" h="206375">
                <a:moveTo>
                  <a:pt x="0" y="206227"/>
                </a:moveTo>
                <a:lnTo>
                  <a:pt x="877" y="90389"/>
                </a:lnTo>
                <a:lnTo>
                  <a:pt x="187798" y="0"/>
                </a:lnTo>
                <a:lnTo>
                  <a:pt x="187798" y="116716"/>
                </a:lnTo>
                <a:lnTo>
                  <a:pt x="0" y="20622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9553026" y="7239448"/>
            <a:ext cx="187960" cy="207645"/>
          </a:xfrm>
          <a:custGeom>
            <a:avLst/>
            <a:gdLst/>
            <a:ahLst/>
            <a:cxnLst/>
            <a:rect l="l" t="t" r="r" b="b"/>
            <a:pathLst>
              <a:path w="187959" h="207645">
                <a:moveTo>
                  <a:pt x="0" y="207544"/>
                </a:moveTo>
                <a:lnTo>
                  <a:pt x="0" y="89950"/>
                </a:lnTo>
                <a:lnTo>
                  <a:pt x="0" y="90389"/>
                </a:lnTo>
                <a:lnTo>
                  <a:pt x="186922" y="0"/>
                </a:lnTo>
                <a:lnTo>
                  <a:pt x="187799" y="118032"/>
                </a:lnTo>
                <a:lnTo>
                  <a:pt x="0" y="20754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9958463" y="7047261"/>
            <a:ext cx="189230" cy="207645"/>
          </a:xfrm>
          <a:custGeom>
            <a:avLst/>
            <a:gdLst/>
            <a:ahLst/>
            <a:cxnLst/>
            <a:rect l="l" t="t" r="r" b="b"/>
            <a:pathLst>
              <a:path w="189229" h="207645">
                <a:moveTo>
                  <a:pt x="1316" y="207105"/>
                </a:moveTo>
                <a:lnTo>
                  <a:pt x="0" y="87756"/>
                </a:lnTo>
                <a:lnTo>
                  <a:pt x="186922" y="0"/>
                </a:lnTo>
                <a:lnTo>
                  <a:pt x="189115" y="119787"/>
                </a:lnTo>
                <a:lnTo>
                  <a:pt x="1316" y="20710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object 24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363460" y="6864288"/>
            <a:ext cx="190431" cy="203156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74770" y="6545292"/>
            <a:ext cx="192625" cy="188238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769334" y="6694918"/>
            <a:ext cx="191748" cy="197452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580205" y="6421117"/>
            <a:ext cx="193943" cy="176390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986102" y="6325462"/>
            <a:ext cx="194796" cy="161911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2796951" y="6246920"/>
            <a:ext cx="197452" cy="123736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2391516" y="6266227"/>
            <a:ext cx="196136" cy="144359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3202826" y="6246481"/>
            <a:ext cx="198329" cy="123297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3608262" y="6246043"/>
            <a:ext cx="199645" cy="125491"/>
          </a:xfrm>
          <a:prstGeom prst="rect">
            <a:avLst/>
          </a:prstGeom>
        </p:spPr>
      </p:pic>
      <p:sp>
        <p:nvSpPr>
          <p:cNvPr id="33" name="object 33" descr=""/>
          <p:cNvSpPr/>
          <p:nvPr/>
        </p:nvSpPr>
        <p:spPr>
          <a:xfrm>
            <a:off x="14013698" y="6246481"/>
            <a:ext cx="201295" cy="126364"/>
          </a:xfrm>
          <a:custGeom>
            <a:avLst/>
            <a:gdLst/>
            <a:ahLst/>
            <a:cxnLst/>
            <a:rect l="l" t="t" r="r" b="b"/>
            <a:pathLst>
              <a:path w="201294" h="126364">
                <a:moveTo>
                  <a:pt x="200962" y="125930"/>
                </a:moveTo>
                <a:lnTo>
                  <a:pt x="13163" y="125930"/>
                </a:lnTo>
                <a:lnTo>
                  <a:pt x="0" y="438"/>
                </a:lnTo>
                <a:lnTo>
                  <a:pt x="437" y="0"/>
                </a:lnTo>
                <a:lnTo>
                  <a:pt x="187359" y="0"/>
                </a:lnTo>
                <a:lnTo>
                  <a:pt x="200962" y="12593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14419132" y="6246042"/>
            <a:ext cx="201930" cy="126364"/>
          </a:xfrm>
          <a:custGeom>
            <a:avLst/>
            <a:gdLst/>
            <a:ahLst/>
            <a:cxnLst/>
            <a:rect l="l" t="t" r="r" b="b"/>
            <a:pathLst>
              <a:path w="201930" h="126364">
                <a:moveTo>
                  <a:pt x="201840" y="125930"/>
                </a:moveTo>
                <a:lnTo>
                  <a:pt x="14041" y="125930"/>
                </a:lnTo>
                <a:lnTo>
                  <a:pt x="0" y="0"/>
                </a:lnTo>
                <a:lnTo>
                  <a:pt x="439" y="438"/>
                </a:lnTo>
                <a:lnTo>
                  <a:pt x="187361" y="438"/>
                </a:lnTo>
                <a:lnTo>
                  <a:pt x="201840" y="12593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14824567" y="6246481"/>
            <a:ext cx="203200" cy="125095"/>
          </a:xfrm>
          <a:custGeom>
            <a:avLst/>
            <a:gdLst/>
            <a:ahLst/>
            <a:cxnLst/>
            <a:rect l="l" t="t" r="r" b="b"/>
            <a:pathLst>
              <a:path w="203200" h="125095">
                <a:moveTo>
                  <a:pt x="15357" y="125053"/>
                </a:moveTo>
                <a:lnTo>
                  <a:pt x="0" y="0"/>
                </a:lnTo>
                <a:lnTo>
                  <a:pt x="439" y="0"/>
                </a:lnTo>
                <a:lnTo>
                  <a:pt x="187361" y="0"/>
                </a:lnTo>
                <a:lnTo>
                  <a:pt x="203157" y="124614"/>
                </a:lnTo>
                <a:lnTo>
                  <a:pt x="15357" y="12505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6" name="object 36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5230882" y="6246481"/>
            <a:ext cx="204033" cy="123736"/>
          </a:xfrm>
          <a:prstGeom prst="rect">
            <a:avLst/>
          </a:prstGeom>
        </p:spPr>
      </p:pic>
      <p:sp>
        <p:nvSpPr>
          <p:cNvPr id="37" name="object 37" descr=""/>
          <p:cNvSpPr/>
          <p:nvPr/>
        </p:nvSpPr>
        <p:spPr>
          <a:xfrm>
            <a:off x="15635879" y="6246042"/>
            <a:ext cx="205740" cy="121920"/>
          </a:xfrm>
          <a:custGeom>
            <a:avLst/>
            <a:gdLst/>
            <a:ahLst/>
            <a:cxnLst/>
            <a:rect l="l" t="t" r="r" b="b"/>
            <a:pathLst>
              <a:path w="205740" h="121920">
                <a:moveTo>
                  <a:pt x="17550" y="121542"/>
                </a:moveTo>
                <a:lnTo>
                  <a:pt x="0" y="0"/>
                </a:lnTo>
                <a:lnTo>
                  <a:pt x="437" y="438"/>
                </a:lnTo>
                <a:lnTo>
                  <a:pt x="187359" y="438"/>
                </a:lnTo>
                <a:lnTo>
                  <a:pt x="205350" y="120665"/>
                </a:lnTo>
                <a:lnTo>
                  <a:pt x="17550" y="12154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16041313" y="6246481"/>
            <a:ext cx="207010" cy="119380"/>
          </a:xfrm>
          <a:custGeom>
            <a:avLst/>
            <a:gdLst/>
            <a:ahLst/>
            <a:cxnLst/>
            <a:rect l="l" t="t" r="r" b="b"/>
            <a:pathLst>
              <a:path w="207009" h="119379">
                <a:moveTo>
                  <a:pt x="18867" y="119349"/>
                </a:moveTo>
                <a:lnTo>
                  <a:pt x="0" y="438"/>
                </a:lnTo>
                <a:lnTo>
                  <a:pt x="437" y="0"/>
                </a:lnTo>
                <a:lnTo>
                  <a:pt x="187359" y="0"/>
                </a:lnTo>
                <a:lnTo>
                  <a:pt x="206666" y="118032"/>
                </a:lnTo>
                <a:lnTo>
                  <a:pt x="18867" y="11934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16446748" y="6246481"/>
            <a:ext cx="207645" cy="116839"/>
          </a:xfrm>
          <a:custGeom>
            <a:avLst/>
            <a:gdLst/>
            <a:ahLst/>
            <a:cxnLst/>
            <a:rect l="l" t="t" r="r" b="b"/>
            <a:pathLst>
              <a:path w="207644" h="116839">
                <a:moveTo>
                  <a:pt x="19745" y="116716"/>
                </a:moveTo>
                <a:lnTo>
                  <a:pt x="0" y="438"/>
                </a:lnTo>
                <a:lnTo>
                  <a:pt x="439" y="0"/>
                </a:lnTo>
                <a:lnTo>
                  <a:pt x="187361" y="0"/>
                </a:lnTo>
                <a:lnTo>
                  <a:pt x="207544" y="115399"/>
                </a:lnTo>
                <a:lnTo>
                  <a:pt x="19745" y="11671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16852622" y="6246481"/>
            <a:ext cx="208915" cy="114300"/>
          </a:xfrm>
          <a:custGeom>
            <a:avLst/>
            <a:gdLst/>
            <a:ahLst/>
            <a:cxnLst/>
            <a:rect l="l" t="t" r="r" b="b"/>
            <a:pathLst>
              <a:path w="208915" h="114300">
                <a:moveTo>
                  <a:pt x="21062" y="114083"/>
                </a:moveTo>
                <a:lnTo>
                  <a:pt x="0" y="438"/>
                </a:lnTo>
                <a:lnTo>
                  <a:pt x="439" y="0"/>
                </a:lnTo>
                <a:lnTo>
                  <a:pt x="187361" y="0"/>
                </a:lnTo>
                <a:lnTo>
                  <a:pt x="208861" y="112767"/>
                </a:lnTo>
                <a:lnTo>
                  <a:pt x="21062" y="11408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1" name="object 41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7258582" y="6246481"/>
            <a:ext cx="209653" cy="111012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369721" y="7165732"/>
            <a:ext cx="211054" cy="188238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779105" y="7348266"/>
            <a:ext cx="209738" cy="189115"/>
          </a:xfrm>
          <a:prstGeom prst="rect">
            <a:avLst/>
          </a:prstGeom>
        </p:spPr>
      </p:pic>
      <p:sp>
        <p:nvSpPr>
          <p:cNvPr id="44" name="object 44" descr=""/>
          <p:cNvSpPr/>
          <p:nvPr/>
        </p:nvSpPr>
        <p:spPr>
          <a:xfrm>
            <a:off x="2188052" y="7538259"/>
            <a:ext cx="208915" cy="188595"/>
          </a:xfrm>
          <a:custGeom>
            <a:avLst/>
            <a:gdLst/>
            <a:ahLst/>
            <a:cxnLst/>
            <a:rect l="l" t="t" r="r" b="b"/>
            <a:pathLst>
              <a:path w="208914" h="188595">
                <a:moveTo>
                  <a:pt x="188676" y="188238"/>
                </a:moveTo>
                <a:lnTo>
                  <a:pt x="0" y="100920"/>
                </a:lnTo>
                <a:lnTo>
                  <a:pt x="20622" y="0"/>
                </a:lnTo>
                <a:lnTo>
                  <a:pt x="208860" y="88634"/>
                </a:lnTo>
                <a:lnTo>
                  <a:pt x="194237" y="161938"/>
                </a:lnTo>
                <a:lnTo>
                  <a:pt x="188676" y="18823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2597436" y="7730446"/>
            <a:ext cx="207645" cy="185420"/>
          </a:xfrm>
          <a:custGeom>
            <a:avLst/>
            <a:gdLst/>
            <a:ahLst/>
            <a:cxnLst/>
            <a:rect l="l" t="t" r="r" b="b"/>
            <a:pathLst>
              <a:path w="207644" h="185420">
                <a:moveTo>
                  <a:pt x="188676" y="185166"/>
                </a:moveTo>
                <a:lnTo>
                  <a:pt x="0" y="98287"/>
                </a:lnTo>
                <a:lnTo>
                  <a:pt x="14253" y="26957"/>
                </a:lnTo>
                <a:lnTo>
                  <a:pt x="19306" y="0"/>
                </a:lnTo>
                <a:lnTo>
                  <a:pt x="207544" y="88195"/>
                </a:lnTo>
                <a:lnTo>
                  <a:pt x="188676" y="18516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object 46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006382" y="7920000"/>
            <a:ext cx="206667" cy="179901"/>
          </a:xfrm>
          <a:prstGeom prst="rect">
            <a:avLst/>
          </a:prstGeom>
        </p:spPr>
      </p:pic>
      <p:pic>
        <p:nvPicPr>
          <p:cNvPr id="47" name="object 47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415767" y="8102534"/>
            <a:ext cx="205350" cy="173319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825152" y="8271905"/>
            <a:ext cx="204034" cy="164104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234097" y="8424162"/>
            <a:ext cx="203156" cy="154012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4643482" y="8553603"/>
            <a:ext cx="201840" cy="142604"/>
          </a:xfrm>
          <a:prstGeom prst="rect">
            <a:avLst/>
          </a:prstGeom>
        </p:spPr>
      </p:pic>
      <p:pic>
        <p:nvPicPr>
          <p:cNvPr id="51" name="object 51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052867" y="8655401"/>
            <a:ext cx="200524" cy="129002"/>
          </a:xfrm>
          <a:prstGeom prst="rect">
            <a:avLst/>
          </a:prstGeom>
        </p:spPr>
      </p:pic>
      <p:pic>
        <p:nvPicPr>
          <p:cNvPr id="52" name="object 52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5461812" y="8723851"/>
            <a:ext cx="199646" cy="114083"/>
          </a:xfrm>
          <a:prstGeom prst="rect">
            <a:avLst/>
          </a:prstGeom>
        </p:spPr>
      </p:pic>
      <p:pic>
        <p:nvPicPr>
          <p:cNvPr id="53" name="object 53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5871197" y="8751934"/>
            <a:ext cx="198329" cy="101159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280582" y="8710687"/>
            <a:ext cx="197013" cy="120226"/>
          </a:xfrm>
          <a:prstGeom prst="rect">
            <a:avLst/>
          </a:prstGeom>
        </p:spPr>
      </p:pic>
      <p:pic>
        <p:nvPicPr>
          <p:cNvPr id="55" name="object 55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7098913" y="8524205"/>
            <a:ext cx="194819" cy="150941"/>
          </a:xfrm>
          <a:prstGeom prst="rect">
            <a:avLst/>
          </a:prstGeom>
        </p:spPr>
      </p:pic>
      <p:pic>
        <p:nvPicPr>
          <p:cNvPr id="56" name="object 56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6689528" y="8633462"/>
            <a:ext cx="196136" cy="136461"/>
          </a:xfrm>
          <a:prstGeom prst="rect">
            <a:avLst/>
          </a:prstGeom>
        </p:spPr>
      </p:pic>
      <p:pic>
        <p:nvPicPr>
          <p:cNvPr id="57" name="object 57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7508296" y="8389060"/>
            <a:ext cx="193503" cy="163227"/>
          </a:xfrm>
          <a:prstGeom prst="rect">
            <a:avLst/>
          </a:prstGeom>
        </p:spPr>
      </p:pic>
      <p:pic>
        <p:nvPicPr>
          <p:cNvPr id="58" name="object 58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7917243" y="8231975"/>
            <a:ext cx="192625" cy="174196"/>
          </a:xfrm>
          <a:prstGeom prst="rect">
            <a:avLst/>
          </a:prstGeom>
        </p:spPr>
      </p:pic>
      <p:pic>
        <p:nvPicPr>
          <p:cNvPr id="59" name="object 59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8326628" y="8059094"/>
            <a:ext cx="191309" cy="183411"/>
          </a:xfrm>
          <a:prstGeom prst="rect">
            <a:avLst/>
          </a:prstGeom>
        </p:spPr>
      </p:pic>
      <p:sp>
        <p:nvSpPr>
          <p:cNvPr id="60" name="object 60" descr=""/>
          <p:cNvSpPr/>
          <p:nvPr/>
        </p:nvSpPr>
        <p:spPr>
          <a:xfrm>
            <a:off x="8736013" y="787480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190431"/>
                </a:moveTo>
                <a:lnTo>
                  <a:pt x="2193" y="86001"/>
                </a:lnTo>
                <a:lnTo>
                  <a:pt x="1755" y="86001"/>
                </a:lnTo>
                <a:lnTo>
                  <a:pt x="189993" y="0"/>
                </a:lnTo>
                <a:lnTo>
                  <a:pt x="188676" y="105307"/>
                </a:lnTo>
                <a:lnTo>
                  <a:pt x="0" y="19043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1" name="object 61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9145397" y="7683496"/>
            <a:ext cx="188676" cy="195259"/>
          </a:xfrm>
          <a:prstGeom prst="rect">
            <a:avLst/>
          </a:prstGeom>
        </p:spPr>
      </p:pic>
      <p:pic>
        <p:nvPicPr>
          <p:cNvPr id="62" name="object 62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9553465" y="7491309"/>
            <a:ext cx="189115" cy="197891"/>
          </a:xfrm>
          <a:prstGeom prst="rect">
            <a:avLst/>
          </a:prstGeom>
        </p:spPr>
      </p:pic>
      <p:pic>
        <p:nvPicPr>
          <p:cNvPr id="63" name="object 63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9961533" y="7303071"/>
            <a:ext cx="190431" cy="198330"/>
          </a:xfrm>
          <a:prstGeom prst="rect">
            <a:avLst/>
          </a:prstGeom>
        </p:spPr>
      </p:pic>
      <p:pic>
        <p:nvPicPr>
          <p:cNvPr id="64" name="object 64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0369603" y="7122731"/>
            <a:ext cx="191309" cy="196136"/>
          </a:xfrm>
          <a:prstGeom prst="rect">
            <a:avLst/>
          </a:prstGeom>
        </p:spPr>
      </p:pic>
      <p:pic>
        <p:nvPicPr>
          <p:cNvPr id="65" name="object 65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0777670" y="6956871"/>
            <a:ext cx="192626" cy="191309"/>
          </a:xfrm>
          <a:prstGeom prst="rect">
            <a:avLst/>
          </a:prstGeom>
        </p:spPr>
      </p:pic>
      <p:pic>
        <p:nvPicPr>
          <p:cNvPr id="66" name="object 66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1185739" y="6809001"/>
            <a:ext cx="193943" cy="183850"/>
          </a:xfrm>
          <a:prstGeom prst="rect">
            <a:avLst/>
          </a:prstGeom>
        </p:spPr>
      </p:pic>
      <p:pic>
        <p:nvPicPr>
          <p:cNvPr id="67" name="object 67" descr="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1593807" y="6685264"/>
            <a:ext cx="194819" cy="174196"/>
          </a:xfrm>
          <a:prstGeom prst="rect">
            <a:avLst/>
          </a:prstGeom>
        </p:spPr>
      </p:pic>
      <p:pic>
        <p:nvPicPr>
          <p:cNvPr id="68" name="object 68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2001875" y="6590048"/>
            <a:ext cx="196136" cy="161472"/>
          </a:xfrm>
          <a:prstGeom prst="rect">
            <a:avLst/>
          </a:prstGeom>
        </p:spPr>
      </p:pic>
      <p:pic>
        <p:nvPicPr>
          <p:cNvPr id="69" name="object 69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2409944" y="6529058"/>
            <a:ext cx="197452" cy="145237"/>
          </a:xfrm>
          <a:prstGeom prst="rect">
            <a:avLst/>
          </a:prstGeom>
        </p:spPr>
      </p:pic>
      <p:pic>
        <p:nvPicPr>
          <p:cNvPr id="70" name="object 70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2818012" y="6507064"/>
            <a:ext cx="198330" cy="125546"/>
          </a:xfrm>
          <a:prstGeom prst="rect">
            <a:avLst/>
          </a:prstGeom>
        </p:spPr>
      </p:pic>
      <p:sp>
        <p:nvSpPr>
          <p:cNvPr id="71" name="object 71" descr=""/>
          <p:cNvSpPr/>
          <p:nvPr/>
        </p:nvSpPr>
        <p:spPr>
          <a:xfrm>
            <a:off x="13226082" y="6511067"/>
            <a:ext cx="200025" cy="126364"/>
          </a:xfrm>
          <a:custGeom>
            <a:avLst/>
            <a:gdLst/>
            <a:ahLst/>
            <a:cxnLst/>
            <a:rect l="l" t="t" r="r" b="b"/>
            <a:pathLst>
              <a:path w="200025" h="126365">
                <a:moveTo>
                  <a:pt x="199645" y="125930"/>
                </a:moveTo>
                <a:lnTo>
                  <a:pt x="10969" y="122859"/>
                </a:lnTo>
                <a:lnTo>
                  <a:pt x="235" y="2632"/>
                </a:lnTo>
                <a:lnTo>
                  <a:pt x="181" y="2036"/>
                </a:lnTo>
                <a:lnTo>
                  <a:pt x="75" y="843"/>
                </a:lnTo>
                <a:lnTo>
                  <a:pt x="0" y="0"/>
                </a:lnTo>
                <a:lnTo>
                  <a:pt x="188237" y="2632"/>
                </a:lnTo>
                <a:lnTo>
                  <a:pt x="193776" y="64446"/>
                </a:lnTo>
                <a:lnTo>
                  <a:pt x="199512" y="124559"/>
                </a:lnTo>
                <a:lnTo>
                  <a:pt x="199581" y="125265"/>
                </a:lnTo>
                <a:lnTo>
                  <a:pt x="199645" y="12593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2" name="object 72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3634150" y="6515894"/>
            <a:ext cx="200514" cy="124970"/>
          </a:xfrm>
          <a:prstGeom prst="rect">
            <a:avLst/>
          </a:prstGeom>
        </p:spPr>
      </p:pic>
      <p:sp>
        <p:nvSpPr>
          <p:cNvPr id="73" name="object 73" descr=""/>
          <p:cNvSpPr/>
          <p:nvPr/>
        </p:nvSpPr>
        <p:spPr>
          <a:xfrm>
            <a:off x="14042217" y="6517649"/>
            <a:ext cx="201930" cy="123825"/>
          </a:xfrm>
          <a:custGeom>
            <a:avLst/>
            <a:gdLst/>
            <a:ahLst/>
            <a:cxnLst/>
            <a:rect l="l" t="t" r="r" b="b"/>
            <a:pathLst>
              <a:path w="201930" h="123825">
                <a:moveTo>
                  <a:pt x="13164" y="123298"/>
                </a:moveTo>
                <a:lnTo>
                  <a:pt x="0" y="0"/>
                </a:lnTo>
                <a:lnTo>
                  <a:pt x="188238" y="0"/>
                </a:lnTo>
                <a:lnTo>
                  <a:pt x="201840" y="122859"/>
                </a:lnTo>
                <a:lnTo>
                  <a:pt x="13164" y="12329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14450286" y="6516333"/>
            <a:ext cx="203200" cy="123189"/>
          </a:xfrm>
          <a:custGeom>
            <a:avLst/>
            <a:gdLst/>
            <a:ahLst/>
            <a:cxnLst/>
            <a:rect l="l" t="t" r="r" b="b"/>
            <a:pathLst>
              <a:path w="203200" h="123190">
                <a:moveTo>
                  <a:pt x="14480" y="122859"/>
                </a:moveTo>
                <a:lnTo>
                  <a:pt x="0" y="877"/>
                </a:lnTo>
                <a:lnTo>
                  <a:pt x="188237" y="0"/>
                </a:lnTo>
                <a:lnTo>
                  <a:pt x="203156" y="120665"/>
                </a:lnTo>
                <a:lnTo>
                  <a:pt x="14480" y="12285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14858353" y="6512823"/>
            <a:ext cx="204470" cy="121285"/>
          </a:xfrm>
          <a:custGeom>
            <a:avLst/>
            <a:gdLst/>
            <a:ahLst/>
            <a:cxnLst/>
            <a:rect l="l" t="t" r="r" b="b"/>
            <a:pathLst>
              <a:path w="204469" h="121284">
                <a:moveTo>
                  <a:pt x="15357" y="121104"/>
                </a:moveTo>
                <a:lnTo>
                  <a:pt x="0" y="1755"/>
                </a:lnTo>
                <a:lnTo>
                  <a:pt x="188238" y="0"/>
                </a:lnTo>
                <a:lnTo>
                  <a:pt x="204034" y="118032"/>
                </a:lnTo>
                <a:lnTo>
                  <a:pt x="15357" y="12110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6" name="object 76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5266452" y="6507996"/>
            <a:ext cx="205321" cy="118471"/>
          </a:xfrm>
          <a:prstGeom prst="rect">
            <a:avLst/>
          </a:prstGeom>
        </p:spPr>
      </p:pic>
      <p:sp>
        <p:nvSpPr>
          <p:cNvPr id="77" name="object 77" descr=""/>
          <p:cNvSpPr/>
          <p:nvPr/>
        </p:nvSpPr>
        <p:spPr>
          <a:xfrm>
            <a:off x="15674491" y="6502292"/>
            <a:ext cx="207010" cy="115570"/>
          </a:xfrm>
          <a:custGeom>
            <a:avLst/>
            <a:gdLst/>
            <a:ahLst/>
            <a:cxnLst/>
            <a:rect l="l" t="t" r="r" b="b"/>
            <a:pathLst>
              <a:path w="207009" h="115570">
                <a:moveTo>
                  <a:pt x="17991" y="115399"/>
                </a:moveTo>
                <a:lnTo>
                  <a:pt x="0" y="2632"/>
                </a:lnTo>
                <a:lnTo>
                  <a:pt x="188238" y="0"/>
                </a:lnTo>
                <a:lnTo>
                  <a:pt x="206667" y="110573"/>
                </a:lnTo>
                <a:lnTo>
                  <a:pt x="17991" y="11539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16082559" y="6495271"/>
            <a:ext cx="207645" cy="111760"/>
          </a:xfrm>
          <a:custGeom>
            <a:avLst/>
            <a:gdLst/>
            <a:ahLst/>
            <a:cxnLst/>
            <a:rect l="l" t="t" r="r" b="b"/>
            <a:pathLst>
              <a:path w="207644" h="111759">
                <a:moveTo>
                  <a:pt x="18868" y="111450"/>
                </a:moveTo>
                <a:lnTo>
                  <a:pt x="0" y="3071"/>
                </a:lnTo>
                <a:lnTo>
                  <a:pt x="188238" y="0"/>
                </a:lnTo>
                <a:lnTo>
                  <a:pt x="207544" y="106624"/>
                </a:lnTo>
                <a:lnTo>
                  <a:pt x="18868" y="11145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9" name="object 79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6490712" y="6488689"/>
            <a:ext cx="208775" cy="107063"/>
          </a:xfrm>
          <a:prstGeom prst="rect">
            <a:avLst/>
          </a:prstGeom>
        </p:spPr>
      </p:pic>
      <p:sp>
        <p:nvSpPr>
          <p:cNvPr id="80" name="object 80" descr=""/>
          <p:cNvSpPr/>
          <p:nvPr/>
        </p:nvSpPr>
        <p:spPr>
          <a:xfrm>
            <a:off x="16898695" y="6482108"/>
            <a:ext cx="210185" cy="103505"/>
          </a:xfrm>
          <a:custGeom>
            <a:avLst/>
            <a:gdLst/>
            <a:ahLst/>
            <a:cxnLst/>
            <a:rect l="l" t="t" r="r" b="b"/>
            <a:pathLst>
              <a:path w="210184" h="103504">
                <a:moveTo>
                  <a:pt x="21501" y="103113"/>
                </a:moveTo>
                <a:lnTo>
                  <a:pt x="439" y="3071"/>
                </a:lnTo>
                <a:lnTo>
                  <a:pt x="0" y="3071"/>
                </a:lnTo>
                <a:lnTo>
                  <a:pt x="188238" y="0"/>
                </a:lnTo>
                <a:lnTo>
                  <a:pt x="210177" y="98287"/>
                </a:lnTo>
                <a:lnTo>
                  <a:pt x="21501" y="10311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1" name="object 81" descr="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17306765" y="6476404"/>
            <a:ext cx="211054" cy="98726"/>
          </a:xfrm>
          <a:prstGeom prst="rect">
            <a:avLst/>
          </a:prstGeom>
        </p:spPr>
      </p:pic>
      <p:pic>
        <p:nvPicPr>
          <p:cNvPr id="82" name="object 82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319261" y="7394338"/>
            <a:ext cx="212809" cy="180778"/>
          </a:xfrm>
          <a:prstGeom prst="rect">
            <a:avLst/>
          </a:prstGeom>
        </p:spPr>
      </p:pic>
      <p:sp>
        <p:nvSpPr>
          <p:cNvPr id="83" name="object 83" descr=""/>
          <p:cNvSpPr/>
          <p:nvPr/>
        </p:nvSpPr>
        <p:spPr>
          <a:xfrm>
            <a:off x="1731279" y="7569851"/>
            <a:ext cx="212090" cy="180975"/>
          </a:xfrm>
          <a:custGeom>
            <a:avLst/>
            <a:gdLst/>
            <a:ahLst/>
            <a:cxnLst/>
            <a:rect l="l" t="t" r="r" b="b"/>
            <a:pathLst>
              <a:path w="212089" h="180975">
                <a:moveTo>
                  <a:pt x="189993" y="180779"/>
                </a:moveTo>
                <a:lnTo>
                  <a:pt x="0" y="98726"/>
                </a:lnTo>
                <a:lnTo>
                  <a:pt x="21939" y="0"/>
                </a:lnTo>
                <a:lnTo>
                  <a:pt x="211493" y="83807"/>
                </a:lnTo>
                <a:lnTo>
                  <a:pt x="189993" y="18077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4" name="object 84" descr="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2143296" y="7752823"/>
            <a:ext cx="210177" cy="178585"/>
          </a:xfrm>
          <a:prstGeom prst="rect">
            <a:avLst/>
          </a:prstGeom>
        </p:spPr>
      </p:pic>
      <p:sp>
        <p:nvSpPr>
          <p:cNvPr id="85" name="object 85" descr=""/>
          <p:cNvSpPr/>
          <p:nvPr/>
        </p:nvSpPr>
        <p:spPr>
          <a:xfrm>
            <a:off x="2554874" y="7938868"/>
            <a:ext cx="209550" cy="175260"/>
          </a:xfrm>
          <a:custGeom>
            <a:avLst/>
            <a:gdLst/>
            <a:ahLst/>
            <a:cxnLst/>
            <a:rect l="l" t="t" r="r" b="b"/>
            <a:pathLst>
              <a:path w="209550" h="175259">
                <a:moveTo>
                  <a:pt x="189993" y="174635"/>
                </a:moveTo>
                <a:lnTo>
                  <a:pt x="0" y="90827"/>
                </a:lnTo>
                <a:lnTo>
                  <a:pt x="19745" y="0"/>
                </a:lnTo>
                <a:lnTo>
                  <a:pt x="209299" y="85562"/>
                </a:lnTo>
                <a:lnTo>
                  <a:pt x="195292" y="151215"/>
                </a:lnTo>
                <a:lnTo>
                  <a:pt x="189993" y="17463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/>
          <p:nvPr/>
        </p:nvSpPr>
        <p:spPr>
          <a:xfrm>
            <a:off x="2966453" y="8122718"/>
            <a:ext cx="208279" cy="169545"/>
          </a:xfrm>
          <a:custGeom>
            <a:avLst/>
            <a:gdLst/>
            <a:ahLst/>
            <a:cxnLst/>
            <a:rect l="l" t="t" r="r" b="b"/>
            <a:pathLst>
              <a:path w="208280" h="169545">
                <a:moveTo>
                  <a:pt x="189993" y="168931"/>
                </a:moveTo>
                <a:lnTo>
                  <a:pt x="0" y="87318"/>
                </a:lnTo>
                <a:lnTo>
                  <a:pt x="18429" y="0"/>
                </a:lnTo>
                <a:lnTo>
                  <a:pt x="207983" y="82930"/>
                </a:lnTo>
                <a:lnTo>
                  <a:pt x="189993" y="16893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/>
          <p:nvPr/>
        </p:nvSpPr>
        <p:spPr>
          <a:xfrm>
            <a:off x="3378470" y="8299987"/>
            <a:ext cx="207010" cy="161290"/>
          </a:xfrm>
          <a:custGeom>
            <a:avLst/>
            <a:gdLst/>
            <a:ahLst/>
            <a:cxnLst/>
            <a:rect l="l" t="t" r="r" b="b"/>
            <a:pathLst>
              <a:path w="207010" h="161290">
                <a:moveTo>
                  <a:pt x="17517" y="168"/>
                </a:moveTo>
                <a:lnTo>
                  <a:pt x="17112" y="0"/>
                </a:lnTo>
                <a:lnTo>
                  <a:pt x="17551" y="0"/>
                </a:lnTo>
                <a:lnTo>
                  <a:pt x="17517" y="168"/>
                </a:lnTo>
                <a:close/>
              </a:path>
              <a:path w="207010" h="161290">
                <a:moveTo>
                  <a:pt x="189993" y="161033"/>
                </a:moveTo>
                <a:lnTo>
                  <a:pt x="0" y="84246"/>
                </a:lnTo>
                <a:lnTo>
                  <a:pt x="4716" y="62073"/>
                </a:lnTo>
                <a:lnTo>
                  <a:pt x="8775" y="42781"/>
                </a:lnTo>
                <a:lnTo>
                  <a:pt x="12834" y="23159"/>
                </a:lnTo>
                <a:lnTo>
                  <a:pt x="17517" y="168"/>
                </a:lnTo>
                <a:lnTo>
                  <a:pt x="206666" y="78103"/>
                </a:lnTo>
                <a:lnTo>
                  <a:pt x="202210" y="100995"/>
                </a:lnTo>
                <a:lnTo>
                  <a:pt x="198329" y="120391"/>
                </a:lnTo>
                <a:lnTo>
                  <a:pt x="194449" y="139375"/>
                </a:lnTo>
                <a:lnTo>
                  <a:pt x="189993" y="16103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8" name="object 88" descr="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3790049" y="8465846"/>
            <a:ext cx="205789" cy="151818"/>
          </a:xfrm>
          <a:prstGeom prst="rect">
            <a:avLst/>
          </a:prstGeom>
        </p:spPr>
      </p:pic>
      <p:pic>
        <p:nvPicPr>
          <p:cNvPr id="89" name="object 89" descr="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4202067" y="8615033"/>
            <a:ext cx="204473" cy="141288"/>
          </a:xfrm>
          <a:prstGeom prst="rect">
            <a:avLst/>
          </a:prstGeom>
        </p:spPr>
      </p:pic>
      <p:pic>
        <p:nvPicPr>
          <p:cNvPr id="90" name="object 90" descr="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4613645" y="8743596"/>
            <a:ext cx="203156" cy="129002"/>
          </a:xfrm>
          <a:prstGeom prst="rect">
            <a:avLst/>
          </a:prstGeom>
        </p:spPr>
      </p:pic>
      <p:pic>
        <p:nvPicPr>
          <p:cNvPr id="91" name="object 91" descr="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5025224" y="8845833"/>
            <a:ext cx="202279" cy="114961"/>
          </a:xfrm>
          <a:prstGeom prst="rect">
            <a:avLst/>
          </a:prstGeom>
        </p:spPr>
      </p:pic>
      <p:pic>
        <p:nvPicPr>
          <p:cNvPr id="92" name="object 92" descr="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5437241" y="8917793"/>
            <a:ext cx="200962" cy="100042"/>
          </a:xfrm>
          <a:prstGeom prst="rect">
            <a:avLst/>
          </a:prstGeom>
        </p:spPr>
      </p:pic>
      <p:pic>
        <p:nvPicPr>
          <p:cNvPr id="93" name="object 93" descr="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5848820" y="8951579"/>
            <a:ext cx="199646" cy="84410"/>
          </a:xfrm>
          <a:prstGeom prst="rect">
            <a:avLst/>
          </a:prstGeom>
        </p:spPr>
      </p:pic>
      <p:pic>
        <p:nvPicPr>
          <p:cNvPr id="94" name="object 94" descr="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6260399" y="8909895"/>
            <a:ext cx="198768" cy="104430"/>
          </a:xfrm>
          <a:prstGeom prst="rect">
            <a:avLst/>
          </a:prstGeom>
        </p:spPr>
      </p:pic>
      <p:pic>
        <p:nvPicPr>
          <p:cNvPr id="95" name="object 95" descr="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6672416" y="8833547"/>
            <a:ext cx="197452" cy="121104"/>
          </a:xfrm>
          <a:prstGeom prst="rect">
            <a:avLst/>
          </a:prstGeom>
        </p:spPr>
      </p:pic>
      <p:pic>
        <p:nvPicPr>
          <p:cNvPr id="96" name="object 96" descr="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7084434" y="8726923"/>
            <a:ext cx="196136" cy="135583"/>
          </a:xfrm>
          <a:prstGeom prst="rect">
            <a:avLst/>
          </a:prstGeom>
        </p:spPr>
      </p:pic>
      <p:pic>
        <p:nvPicPr>
          <p:cNvPr id="97" name="object 97" descr="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7496012" y="8595727"/>
            <a:ext cx="194819" cy="149186"/>
          </a:xfrm>
          <a:prstGeom prst="rect">
            <a:avLst/>
          </a:prstGeom>
        </p:spPr>
      </p:pic>
      <p:pic>
        <p:nvPicPr>
          <p:cNvPr id="98" name="object 98" descr="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7907590" y="8443907"/>
            <a:ext cx="193941" cy="161033"/>
          </a:xfrm>
          <a:prstGeom prst="rect">
            <a:avLst/>
          </a:prstGeom>
        </p:spPr>
      </p:pic>
      <p:pic>
        <p:nvPicPr>
          <p:cNvPr id="99" name="object 99" descr="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8319607" y="8276292"/>
            <a:ext cx="192625" cy="170247"/>
          </a:xfrm>
          <a:prstGeom prst="rect">
            <a:avLst/>
          </a:prstGeom>
        </p:spPr>
      </p:pic>
      <p:pic>
        <p:nvPicPr>
          <p:cNvPr id="100" name="object 100" descr="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8731625" y="8097708"/>
            <a:ext cx="191309" cy="178145"/>
          </a:xfrm>
          <a:prstGeom prst="rect">
            <a:avLst/>
          </a:prstGeom>
        </p:spPr>
      </p:pic>
      <p:sp>
        <p:nvSpPr>
          <p:cNvPr id="101" name="object 101" descr=""/>
          <p:cNvSpPr/>
          <p:nvPr/>
        </p:nvSpPr>
        <p:spPr>
          <a:xfrm>
            <a:off x="9143204" y="7912980"/>
            <a:ext cx="190500" cy="184785"/>
          </a:xfrm>
          <a:custGeom>
            <a:avLst/>
            <a:gdLst/>
            <a:ahLst/>
            <a:cxnLst/>
            <a:rect l="l" t="t" r="r" b="b"/>
            <a:pathLst>
              <a:path w="190500" h="184784">
                <a:moveTo>
                  <a:pt x="0" y="184288"/>
                </a:moveTo>
                <a:lnTo>
                  <a:pt x="877" y="85562"/>
                </a:lnTo>
                <a:lnTo>
                  <a:pt x="438" y="85562"/>
                </a:lnTo>
                <a:lnTo>
                  <a:pt x="189993" y="0"/>
                </a:lnTo>
                <a:lnTo>
                  <a:pt x="189993" y="100481"/>
                </a:lnTo>
                <a:lnTo>
                  <a:pt x="0" y="18428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 descr=""/>
          <p:cNvSpPr/>
          <p:nvPr/>
        </p:nvSpPr>
        <p:spPr>
          <a:xfrm>
            <a:off x="9554343" y="7727374"/>
            <a:ext cx="190500" cy="187960"/>
          </a:xfrm>
          <a:custGeom>
            <a:avLst/>
            <a:gdLst/>
            <a:ahLst/>
            <a:cxnLst/>
            <a:rect l="l" t="t" r="r" b="b"/>
            <a:pathLst>
              <a:path w="190500" h="187959">
                <a:moveTo>
                  <a:pt x="437" y="187799"/>
                </a:moveTo>
                <a:lnTo>
                  <a:pt x="437" y="85562"/>
                </a:lnTo>
                <a:lnTo>
                  <a:pt x="0" y="85562"/>
                </a:lnTo>
                <a:lnTo>
                  <a:pt x="189554" y="0"/>
                </a:lnTo>
                <a:lnTo>
                  <a:pt x="190431" y="103991"/>
                </a:lnTo>
                <a:lnTo>
                  <a:pt x="437" y="18779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3" name="object 103" descr="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9965044" y="7544841"/>
            <a:ext cx="191748" cy="189554"/>
          </a:xfrm>
          <a:prstGeom prst="rect">
            <a:avLst/>
          </a:prstGeom>
        </p:spPr>
      </p:pic>
      <p:sp>
        <p:nvSpPr>
          <p:cNvPr id="104" name="object 104" descr=""/>
          <p:cNvSpPr/>
          <p:nvPr/>
        </p:nvSpPr>
        <p:spPr>
          <a:xfrm>
            <a:off x="10375307" y="7371082"/>
            <a:ext cx="193040" cy="189230"/>
          </a:xfrm>
          <a:custGeom>
            <a:avLst/>
            <a:gdLst/>
            <a:ahLst/>
            <a:cxnLst/>
            <a:rect l="l" t="t" r="r" b="b"/>
            <a:pathLst>
              <a:path w="193040" h="189229">
                <a:moveTo>
                  <a:pt x="2634" y="188676"/>
                </a:moveTo>
                <a:lnTo>
                  <a:pt x="0" y="78981"/>
                </a:lnTo>
                <a:lnTo>
                  <a:pt x="138587" y="20979"/>
                </a:lnTo>
                <a:lnTo>
                  <a:pt x="189554" y="0"/>
                </a:lnTo>
                <a:lnTo>
                  <a:pt x="192626" y="111450"/>
                </a:lnTo>
                <a:lnTo>
                  <a:pt x="2634" y="18867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5" name="object 105" descr="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10786008" y="7210049"/>
            <a:ext cx="193942" cy="185605"/>
          </a:xfrm>
          <a:prstGeom prst="rect">
            <a:avLst/>
          </a:prstGeom>
        </p:spPr>
      </p:pic>
      <p:pic>
        <p:nvPicPr>
          <p:cNvPr id="106" name="object 106" descr="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11196709" y="7066567"/>
            <a:ext cx="195258" cy="179462"/>
          </a:xfrm>
          <a:prstGeom prst="rect">
            <a:avLst/>
          </a:prstGeom>
        </p:spPr>
      </p:pic>
      <p:pic>
        <p:nvPicPr>
          <p:cNvPr id="107" name="object 107" descr="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12017672" y="6853318"/>
            <a:ext cx="197452" cy="159717"/>
          </a:xfrm>
          <a:prstGeom prst="rect">
            <a:avLst/>
          </a:prstGeom>
        </p:spPr>
      </p:pic>
      <p:pic>
        <p:nvPicPr>
          <p:cNvPr id="108" name="object 108" descr="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11607432" y="6945902"/>
            <a:ext cx="196113" cy="170686"/>
          </a:xfrm>
          <a:prstGeom prst="rect">
            <a:avLst/>
          </a:prstGeom>
        </p:spPr>
      </p:pic>
      <p:pic>
        <p:nvPicPr>
          <p:cNvPr id="109" name="object 109" descr="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12839074" y="6770889"/>
            <a:ext cx="199647" cy="126308"/>
          </a:xfrm>
          <a:prstGeom prst="rect">
            <a:avLst/>
          </a:prstGeom>
        </p:spPr>
      </p:pic>
      <p:pic>
        <p:nvPicPr>
          <p:cNvPr id="110" name="object 110" descr="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12428373" y="6792328"/>
            <a:ext cx="198768" cy="145237"/>
          </a:xfrm>
          <a:prstGeom prst="rect">
            <a:avLst/>
          </a:prstGeom>
        </p:spPr>
      </p:pic>
      <p:sp>
        <p:nvSpPr>
          <p:cNvPr id="111" name="object 111" descr=""/>
          <p:cNvSpPr/>
          <p:nvPr/>
        </p:nvSpPr>
        <p:spPr>
          <a:xfrm>
            <a:off x="13249775" y="6777408"/>
            <a:ext cx="201295" cy="127000"/>
          </a:xfrm>
          <a:custGeom>
            <a:avLst/>
            <a:gdLst/>
            <a:ahLst/>
            <a:cxnLst/>
            <a:rect l="l" t="t" r="r" b="b"/>
            <a:pathLst>
              <a:path w="201294" h="127000">
                <a:moveTo>
                  <a:pt x="200962" y="126808"/>
                </a:moveTo>
                <a:lnTo>
                  <a:pt x="10969" y="123297"/>
                </a:lnTo>
                <a:lnTo>
                  <a:pt x="170" y="1919"/>
                </a:lnTo>
                <a:lnTo>
                  <a:pt x="98" y="1103"/>
                </a:lnTo>
                <a:lnTo>
                  <a:pt x="0" y="0"/>
                </a:lnTo>
                <a:lnTo>
                  <a:pt x="189553" y="3510"/>
                </a:lnTo>
                <a:lnTo>
                  <a:pt x="192570" y="36782"/>
                </a:lnTo>
                <a:lnTo>
                  <a:pt x="197945" y="93783"/>
                </a:lnTo>
                <a:lnTo>
                  <a:pt x="200641" y="123297"/>
                </a:lnTo>
                <a:lnTo>
                  <a:pt x="200748" y="124463"/>
                </a:lnTo>
                <a:lnTo>
                  <a:pt x="200831" y="125382"/>
                </a:lnTo>
                <a:lnTo>
                  <a:pt x="200900" y="126136"/>
                </a:lnTo>
                <a:lnTo>
                  <a:pt x="200962" y="12680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2" name="object 112" descr="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13660039" y="6783551"/>
            <a:ext cx="202278" cy="122859"/>
          </a:xfrm>
          <a:prstGeom prst="rect">
            <a:avLst/>
          </a:prstGeom>
        </p:spPr>
      </p:pic>
      <p:sp>
        <p:nvSpPr>
          <p:cNvPr id="113" name="object 113" descr=""/>
          <p:cNvSpPr/>
          <p:nvPr/>
        </p:nvSpPr>
        <p:spPr>
          <a:xfrm>
            <a:off x="14070739" y="6781796"/>
            <a:ext cx="203835" cy="123189"/>
          </a:xfrm>
          <a:custGeom>
            <a:avLst/>
            <a:gdLst/>
            <a:ahLst/>
            <a:cxnLst/>
            <a:rect l="l" t="t" r="r" b="b"/>
            <a:pathLst>
              <a:path w="203834" h="123190">
                <a:moveTo>
                  <a:pt x="13603" y="122859"/>
                </a:moveTo>
                <a:lnTo>
                  <a:pt x="440" y="1755"/>
                </a:lnTo>
                <a:lnTo>
                  <a:pt x="0" y="1755"/>
                </a:lnTo>
                <a:lnTo>
                  <a:pt x="189554" y="0"/>
                </a:lnTo>
                <a:lnTo>
                  <a:pt x="203596" y="119787"/>
                </a:lnTo>
                <a:lnTo>
                  <a:pt x="13603" y="12285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 descr=""/>
          <p:cNvSpPr/>
          <p:nvPr/>
        </p:nvSpPr>
        <p:spPr>
          <a:xfrm>
            <a:off x="14481440" y="6775215"/>
            <a:ext cx="204470" cy="121920"/>
          </a:xfrm>
          <a:custGeom>
            <a:avLst/>
            <a:gdLst/>
            <a:ahLst/>
            <a:cxnLst/>
            <a:rect l="l" t="t" r="r" b="b"/>
            <a:pathLst>
              <a:path w="204469" h="121920">
                <a:moveTo>
                  <a:pt x="14480" y="121543"/>
                </a:moveTo>
                <a:lnTo>
                  <a:pt x="0" y="3510"/>
                </a:lnTo>
                <a:lnTo>
                  <a:pt x="189554" y="0"/>
                </a:lnTo>
                <a:lnTo>
                  <a:pt x="204472" y="116277"/>
                </a:lnTo>
                <a:lnTo>
                  <a:pt x="14480" y="12154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 descr=""/>
          <p:cNvSpPr/>
          <p:nvPr/>
        </p:nvSpPr>
        <p:spPr>
          <a:xfrm>
            <a:off x="14891701" y="6764684"/>
            <a:ext cx="206375" cy="119380"/>
          </a:xfrm>
          <a:custGeom>
            <a:avLst/>
            <a:gdLst/>
            <a:ahLst/>
            <a:cxnLst/>
            <a:rect l="l" t="t" r="r" b="b"/>
            <a:pathLst>
              <a:path w="206375" h="119379">
                <a:moveTo>
                  <a:pt x="15797" y="119349"/>
                </a:moveTo>
                <a:lnTo>
                  <a:pt x="0" y="5265"/>
                </a:lnTo>
                <a:lnTo>
                  <a:pt x="189554" y="0"/>
                </a:lnTo>
                <a:lnTo>
                  <a:pt x="205789" y="111889"/>
                </a:lnTo>
                <a:lnTo>
                  <a:pt x="15797" y="11934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 descr=""/>
          <p:cNvSpPr/>
          <p:nvPr/>
        </p:nvSpPr>
        <p:spPr>
          <a:xfrm>
            <a:off x="15302402" y="6751521"/>
            <a:ext cx="207645" cy="116205"/>
          </a:xfrm>
          <a:custGeom>
            <a:avLst/>
            <a:gdLst/>
            <a:ahLst/>
            <a:cxnLst/>
            <a:rect l="l" t="t" r="r" b="b"/>
            <a:pathLst>
              <a:path w="207644" h="116204">
                <a:moveTo>
                  <a:pt x="17112" y="115838"/>
                </a:moveTo>
                <a:lnTo>
                  <a:pt x="439" y="6581"/>
                </a:lnTo>
                <a:lnTo>
                  <a:pt x="0" y="6581"/>
                </a:lnTo>
                <a:lnTo>
                  <a:pt x="189554" y="0"/>
                </a:lnTo>
                <a:lnTo>
                  <a:pt x="207105" y="107063"/>
                </a:lnTo>
                <a:lnTo>
                  <a:pt x="17112" y="11583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 descr=""/>
          <p:cNvSpPr/>
          <p:nvPr/>
        </p:nvSpPr>
        <p:spPr>
          <a:xfrm>
            <a:off x="15713104" y="6736602"/>
            <a:ext cx="208279" cy="111760"/>
          </a:xfrm>
          <a:custGeom>
            <a:avLst/>
            <a:gdLst/>
            <a:ahLst/>
            <a:cxnLst/>
            <a:rect l="l" t="t" r="r" b="b"/>
            <a:pathLst>
              <a:path w="208280" h="111759">
                <a:moveTo>
                  <a:pt x="17991" y="111450"/>
                </a:moveTo>
                <a:lnTo>
                  <a:pt x="0" y="7020"/>
                </a:lnTo>
                <a:lnTo>
                  <a:pt x="189554" y="0"/>
                </a:lnTo>
                <a:lnTo>
                  <a:pt x="207984" y="101797"/>
                </a:lnTo>
                <a:lnTo>
                  <a:pt x="17991" y="11145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 descr=""/>
          <p:cNvSpPr/>
          <p:nvPr/>
        </p:nvSpPr>
        <p:spPr>
          <a:xfrm>
            <a:off x="16123804" y="6720367"/>
            <a:ext cx="209550" cy="106680"/>
          </a:xfrm>
          <a:custGeom>
            <a:avLst/>
            <a:gdLst/>
            <a:ahLst/>
            <a:cxnLst/>
            <a:rect l="l" t="t" r="r" b="b"/>
            <a:pathLst>
              <a:path w="209550" h="106679">
                <a:moveTo>
                  <a:pt x="19307" y="106185"/>
                </a:moveTo>
                <a:lnTo>
                  <a:pt x="0" y="7459"/>
                </a:lnTo>
                <a:lnTo>
                  <a:pt x="189554" y="0"/>
                </a:lnTo>
                <a:lnTo>
                  <a:pt x="209300" y="96093"/>
                </a:lnTo>
                <a:lnTo>
                  <a:pt x="19307" y="10618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9" name="object 119" descr="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16534088" y="6703255"/>
            <a:ext cx="210594" cy="100481"/>
          </a:xfrm>
          <a:prstGeom prst="rect">
            <a:avLst/>
          </a:prstGeom>
        </p:spPr>
      </p:pic>
      <p:pic>
        <p:nvPicPr>
          <p:cNvPr id="120" name="object 120" descr="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16944874" y="6687019"/>
            <a:ext cx="211387" cy="94338"/>
          </a:xfrm>
          <a:prstGeom prst="rect">
            <a:avLst/>
          </a:prstGeom>
        </p:spPr>
      </p:pic>
      <p:pic>
        <p:nvPicPr>
          <p:cNvPr id="121" name="object 121" descr="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17355477" y="6672540"/>
            <a:ext cx="212800" cy="88634"/>
          </a:xfrm>
          <a:prstGeom prst="rect">
            <a:avLst/>
          </a:prstGeom>
        </p:spPr>
      </p:pic>
      <p:pic>
        <p:nvPicPr>
          <p:cNvPr id="122" name="object 122" descr="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1310080" y="7622095"/>
            <a:ext cx="172408" cy="165831"/>
          </a:xfrm>
          <a:prstGeom prst="rect">
            <a:avLst/>
          </a:prstGeom>
        </p:spPr>
      </p:pic>
      <p:sp>
        <p:nvSpPr>
          <p:cNvPr id="123" name="object 123" descr=""/>
          <p:cNvSpPr/>
          <p:nvPr/>
        </p:nvSpPr>
        <p:spPr>
          <a:xfrm>
            <a:off x="1682573" y="7781345"/>
            <a:ext cx="213360" cy="172085"/>
          </a:xfrm>
          <a:custGeom>
            <a:avLst/>
            <a:gdLst/>
            <a:ahLst/>
            <a:cxnLst/>
            <a:rect l="l" t="t" r="r" b="b"/>
            <a:pathLst>
              <a:path w="213360" h="172084">
                <a:moveTo>
                  <a:pt x="191309" y="172002"/>
                </a:moveTo>
                <a:lnTo>
                  <a:pt x="0" y="94777"/>
                </a:lnTo>
                <a:lnTo>
                  <a:pt x="22378" y="0"/>
                </a:lnTo>
                <a:lnTo>
                  <a:pt x="22816" y="0"/>
                </a:lnTo>
                <a:lnTo>
                  <a:pt x="213248" y="79419"/>
                </a:lnTo>
                <a:lnTo>
                  <a:pt x="191309" y="17200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 descr=""/>
          <p:cNvSpPr/>
          <p:nvPr/>
        </p:nvSpPr>
        <p:spPr>
          <a:xfrm>
            <a:off x="2096785" y="7955103"/>
            <a:ext cx="212090" cy="169545"/>
          </a:xfrm>
          <a:custGeom>
            <a:avLst/>
            <a:gdLst/>
            <a:ahLst/>
            <a:cxnLst/>
            <a:rect l="l" t="t" r="r" b="b"/>
            <a:pathLst>
              <a:path w="212089" h="169545">
                <a:moveTo>
                  <a:pt x="191309" y="169370"/>
                </a:moveTo>
                <a:lnTo>
                  <a:pt x="0" y="89950"/>
                </a:lnTo>
                <a:lnTo>
                  <a:pt x="21061" y="0"/>
                </a:lnTo>
                <a:lnTo>
                  <a:pt x="21500" y="0"/>
                </a:lnTo>
                <a:lnTo>
                  <a:pt x="211932" y="81613"/>
                </a:lnTo>
                <a:lnTo>
                  <a:pt x="191309" y="16937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 descr=""/>
          <p:cNvSpPr/>
          <p:nvPr/>
        </p:nvSpPr>
        <p:spPr>
          <a:xfrm>
            <a:off x="2511435" y="8132371"/>
            <a:ext cx="210820" cy="165100"/>
          </a:xfrm>
          <a:custGeom>
            <a:avLst/>
            <a:gdLst/>
            <a:ahLst/>
            <a:cxnLst/>
            <a:rect l="l" t="t" r="r" b="b"/>
            <a:pathLst>
              <a:path w="210819" h="165100">
                <a:moveTo>
                  <a:pt x="191309" y="164543"/>
                </a:moveTo>
                <a:lnTo>
                  <a:pt x="0" y="85124"/>
                </a:lnTo>
                <a:lnTo>
                  <a:pt x="20184" y="0"/>
                </a:lnTo>
                <a:lnTo>
                  <a:pt x="210616" y="81613"/>
                </a:lnTo>
                <a:lnTo>
                  <a:pt x="191309" y="16454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 descr=""/>
          <p:cNvSpPr/>
          <p:nvPr/>
        </p:nvSpPr>
        <p:spPr>
          <a:xfrm>
            <a:off x="2925208" y="8307885"/>
            <a:ext cx="210185" cy="158115"/>
          </a:xfrm>
          <a:custGeom>
            <a:avLst/>
            <a:gdLst/>
            <a:ahLst/>
            <a:cxnLst/>
            <a:rect l="l" t="t" r="r" b="b"/>
            <a:pathLst>
              <a:path w="210185" h="158115">
                <a:moveTo>
                  <a:pt x="191309" y="157961"/>
                </a:moveTo>
                <a:lnTo>
                  <a:pt x="0" y="80735"/>
                </a:lnTo>
                <a:lnTo>
                  <a:pt x="18867" y="0"/>
                </a:lnTo>
                <a:lnTo>
                  <a:pt x="19306" y="0"/>
                </a:lnTo>
                <a:lnTo>
                  <a:pt x="209738" y="79419"/>
                </a:lnTo>
                <a:lnTo>
                  <a:pt x="191309" y="15796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 descr=""/>
          <p:cNvSpPr/>
          <p:nvPr/>
        </p:nvSpPr>
        <p:spPr>
          <a:xfrm>
            <a:off x="3339858" y="8477694"/>
            <a:ext cx="208915" cy="149860"/>
          </a:xfrm>
          <a:custGeom>
            <a:avLst/>
            <a:gdLst/>
            <a:ahLst/>
            <a:cxnLst/>
            <a:rect l="l" t="t" r="r" b="b"/>
            <a:pathLst>
              <a:path w="208914" h="149859">
                <a:moveTo>
                  <a:pt x="191309" y="149625"/>
                </a:moveTo>
                <a:lnTo>
                  <a:pt x="0" y="76348"/>
                </a:lnTo>
                <a:lnTo>
                  <a:pt x="17551" y="0"/>
                </a:lnTo>
                <a:lnTo>
                  <a:pt x="17990" y="0"/>
                </a:lnTo>
                <a:lnTo>
                  <a:pt x="157379" y="55224"/>
                </a:lnTo>
                <a:lnTo>
                  <a:pt x="208421" y="75032"/>
                </a:lnTo>
                <a:lnTo>
                  <a:pt x="191309" y="14962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 descr=""/>
          <p:cNvSpPr/>
          <p:nvPr/>
        </p:nvSpPr>
        <p:spPr>
          <a:xfrm>
            <a:off x="3754508" y="8637411"/>
            <a:ext cx="207645" cy="140335"/>
          </a:xfrm>
          <a:custGeom>
            <a:avLst/>
            <a:gdLst/>
            <a:ahLst/>
            <a:cxnLst/>
            <a:rect l="l" t="t" r="r" b="b"/>
            <a:pathLst>
              <a:path w="207645" h="140334">
                <a:moveTo>
                  <a:pt x="191309" y="139971"/>
                </a:moveTo>
                <a:lnTo>
                  <a:pt x="51550" y="91287"/>
                </a:lnTo>
                <a:lnTo>
                  <a:pt x="0" y="72838"/>
                </a:lnTo>
                <a:lnTo>
                  <a:pt x="16235" y="0"/>
                </a:lnTo>
                <a:lnTo>
                  <a:pt x="16673" y="0"/>
                </a:lnTo>
                <a:lnTo>
                  <a:pt x="156062" y="50782"/>
                </a:lnTo>
                <a:lnTo>
                  <a:pt x="207105" y="68889"/>
                </a:lnTo>
                <a:lnTo>
                  <a:pt x="191309" y="13997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 descr=""/>
          <p:cNvSpPr/>
          <p:nvPr/>
        </p:nvSpPr>
        <p:spPr>
          <a:xfrm>
            <a:off x="4168719" y="8781331"/>
            <a:ext cx="206375" cy="129539"/>
          </a:xfrm>
          <a:custGeom>
            <a:avLst/>
            <a:gdLst/>
            <a:ahLst/>
            <a:cxnLst/>
            <a:rect l="l" t="t" r="r" b="b"/>
            <a:pathLst>
              <a:path w="206375" h="129540">
                <a:moveTo>
                  <a:pt x="191309" y="129002"/>
                </a:moveTo>
                <a:lnTo>
                  <a:pt x="95819" y="100042"/>
                </a:lnTo>
                <a:lnTo>
                  <a:pt x="0" y="69766"/>
                </a:lnTo>
                <a:lnTo>
                  <a:pt x="15357" y="0"/>
                </a:lnTo>
                <a:lnTo>
                  <a:pt x="15357" y="439"/>
                </a:lnTo>
                <a:lnTo>
                  <a:pt x="110738" y="31154"/>
                </a:lnTo>
                <a:lnTo>
                  <a:pt x="205789" y="60552"/>
                </a:lnTo>
                <a:lnTo>
                  <a:pt x="191309" y="12900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0" name="object 130" descr="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4582930" y="8906385"/>
            <a:ext cx="204911" cy="115838"/>
          </a:xfrm>
          <a:prstGeom prst="rect">
            <a:avLst/>
          </a:prstGeom>
        </p:spPr>
      </p:pic>
      <p:pic>
        <p:nvPicPr>
          <p:cNvPr id="131" name="object 131" descr="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4997142" y="9007305"/>
            <a:ext cx="203595" cy="102675"/>
          </a:xfrm>
          <a:prstGeom prst="rect">
            <a:avLst/>
          </a:prstGeom>
        </p:spPr>
      </p:pic>
      <p:pic>
        <p:nvPicPr>
          <p:cNvPr id="132" name="object 132" descr="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5411792" y="9079265"/>
            <a:ext cx="202279" cy="82743"/>
          </a:xfrm>
          <a:prstGeom prst="rect">
            <a:avLst/>
          </a:prstGeom>
        </p:spPr>
      </p:pic>
      <p:sp>
        <p:nvSpPr>
          <p:cNvPr id="133" name="object 133" descr=""/>
          <p:cNvSpPr/>
          <p:nvPr/>
        </p:nvSpPr>
        <p:spPr>
          <a:xfrm>
            <a:off x="5829477" y="9117439"/>
            <a:ext cx="197485" cy="45085"/>
          </a:xfrm>
          <a:custGeom>
            <a:avLst/>
            <a:gdLst/>
            <a:ahLst/>
            <a:cxnLst/>
            <a:rect l="l" t="t" r="r" b="b"/>
            <a:pathLst>
              <a:path w="197485" h="45084">
                <a:moveTo>
                  <a:pt x="191149" y="44569"/>
                </a:moveTo>
                <a:lnTo>
                  <a:pt x="0" y="44569"/>
                </a:lnTo>
                <a:lnTo>
                  <a:pt x="7056" y="877"/>
                </a:lnTo>
                <a:lnTo>
                  <a:pt x="58346" y="3023"/>
                </a:lnTo>
                <a:lnTo>
                  <a:pt x="102436" y="3565"/>
                </a:lnTo>
                <a:lnTo>
                  <a:pt x="146445" y="2543"/>
                </a:lnTo>
                <a:lnTo>
                  <a:pt x="197488" y="0"/>
                </a:lnTo>
                <a:lnTo>
                  <a:pt x="191149" y="4456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4" name="object 134" descr=""/>
          <p:cNvPicPr/>
          <p:nvPr/>
        </p:nvPicPr>
        <p:blipFill>
          <a:blip r:embed="rId87" cstate="print"/>
          <a:stretch>
            <a:fillRect/>
          </a:stretch>
        </p:blipFill>
        <p:spPr>
          <a:xfrm>
            <a:off x="6240919" y="9077511"/>
            <a:ext cx="199380" cy="84498"/>
          </a:xfrm>
          <a:prstGeom prst="rect">
            <a:avLst/>
          </a:prstGeom>
        </p:spPr>
      </p:pic>
      <p:pic>
        <p:nvPicPr>
          <p:cNvPr id="135" name="object 135" descr=""/>
          <p:cNvPicPr/>
          <p:nvPr/>
        </p:nvPicPr>
        <p:blipFill>
          <a:blip r:embed="rId88" cstate="print"/>
          <a:stretch>
            <a:fillRect/>
          </a:stretch>
        </p:blipFill>
        <p:spPr>
          <a:xfrm>
            <a:off x="6654865" y="9004672"/>
            <a:ext cx="198768" cy="106185"/>
          </a:xfrm>
          <a:prstGeom prst="rect">
            <a:avLst/>
          </a:prstGeom>
        </p:spPr>
      </p:pic>
      <p:pic>
        <p:nvPicPr>
          <p:cNvPr id="136" name="object 136" descr="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7069075" y="8902875"/>
            <a:ext cx="197452" cy="121543"/>
          </a:xfrm>
          <a:prstGeom prst="rect">
            <a:avLst/>
          </a:prstGeom>
        </p:spPr>
      </p:pic>
      <p:pic>
        <p:nvPicPr>
          <p:cNvPr id="137" name="object 137" descr="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7483287" y="8777382"/>
            <a:ext cx="196574" cy="135145"/>
          </a:xfrm>
          <a:prstGeom prst="rect">
            <a:avLst/>
          </a:prstGeom>
        </p:spPr>
      </p:pic>
      <p:pic>
        <p:nvPicPr>
          <p:cNvPr id="138" name="object 138" descr="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7897497" y="8632583"/>
            <a:ext cx="195258" cy="147431"/>
          </a:xfrm>
          <a:prstGeom prst="rect">
            <a:avLst/>
          </a:prstGeom>
        </p:spPr>
      </p:pic>
      <p:pic>
        <p:nvPicPr>
          <p:cNvPr id="139" name="object 139" descr="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8312148" y="8472428"/>
            <a:ext cx="193942" cy="157522"/>
          </a:xfrm>
          <a:prstGeom prst="rect">
            <a:avLst/>
          </a:prstGeom>
        </p:spPr>
      </p:pic>
      <p:sp>
        <p:nvSpPr>
          <p:cNvPr id="140" name="object 140" descr=""/>
          <p:cNvSpPr/>
          <p:nvPr/>
        </p:nvSpPr>
        <p:spPr>
          <a:xfrm>
            <a:off x="8726359" y="8302619"/>
            <a:ext cx="193040" cy="166370"/>
          </a:xfrm>
          <a:custGeom>
            <a:avLst/>
            <a:gdLst/>
            <a:ahLst/>
            <a:cxnLst/>
            <a:rect l="l" t="t" r="r" b="b"/>
            <a:pathLst>
              <a:path w="193040" h="166370">
                <a:moveTo>
                  <a:pt x="0" y="166298"/>
                </a:moveTo>
                <a:lnTo>
                  <a:pt x="2194" y="79419"/>
                </a:lnTo>
                <a:lnTo>
                  <a:pt x="192625" y="0"/>
                </a:lnTo>
                <a:lnTo>
                  <a:pt x="191309" y="89072"/>
                </a:lnTo>
                <a:lnTo>
                  <a:pt x="0" y="16629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 descr=""/>
          <p:cNvSpPr/>
          <p:nvPr/>
        </p:nvSpPr>
        <p:spPr>
          <a:xfrm>
            <a:off x="9141009" y="8126667"/>
            <a:ext cx="191770" cy="173355"/>
          </a:xfrm>
          <a:custGeom>
            <a:avLst/>
            <a:gdLst/>
            <a:ahLst/>
            <a:cxnLst/>
            <a:rect l="l" t="t" r="r" b="b"/>
            <a:pathLst>
              <a:path w="191770" h="173354">
                <a:moveTo>
                  <a:pt x="0" y="173319"/>
                </a:moveTo>
                <a:lnTo>
                  <a:pt x="878" y="81613"/>
                </a:lnTo>
                <a:lnTo>
                  <a:pt x="191309" y="0"/>
                </a:lnTo>
                <a:lnTo>
                  <a:pt x="191309" y="93899"/>
                </a:lnTo>
                <a:lnTo>
                  <a:pt x="0" y="17331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 descr=""/>
          <p:cNvSpPr/>
          <p:nvPr/>
        </p:nvSpPr>
        <p:spPr>
          <a:xfrm>
            <a:off x="9555220" y="7949399"/>
            <a:ext cx="191770" cy="177800"/>
          </a:xfrm>
          <a:custGeom>
            <a:avLst/>
            <a:gdLst/>
            <a:ahLst/>
            <a:cxnLst/>
            <a:rect l="l" t="t" r="r" b="b"/>
            <a:pathLst>
              <a:path w="191770" h="177800">
                <a:moveTo>
                  <a:pt x="0" y="177707"/>
                </a:moveTo>
                <a:lnTo>
                  <a:pt x="0" y="81613"/>
                </a:lnTo>
                <a:lnTo>
                  <a:pt x="190432" y="0"/>
                </a:lnTo>
                <a:lnTo>
                  <a:pt x="191309" y="98287"/>
                </a:lnTo>
                <a:lnTo>
                  <a:pt x="0" y="17770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 descr=""/>
          <p:cNvSpPr/>
          <p:nvPr/>
        </p:nvSpPr>
        <p:spPr>
          <a:xfrm>
            <a:off x="9968116" y="7775640"/>
            <a:ext cx="193040" cy="180340"/>
          </a:xfrm>
          <a:custGeom>
            <a:avLst/>
            <a:gdLst/>
            <a:ahLst/>
            <a:cxnLst/>
            <a:rect l="l" t="t" r="r" b="b"/>
            <a:pathLst>
              <a:path w="193040" h="180340">
                <a:moveTo>
                  <a:pt x="1316" y="180339"/>
                </a:moveTo>
                <a:lnTo>
                  <a:pt x="0" y="79419"/>
                </a:lnTo>
                <a:lnTo>
                  <a:pt x="190431" y="0"/>
                </a:lnTo>
                <a:lnTo>
                  <a:pt x="192625" y="103114"/>
                </a:lnTo>
                <a:lnTo>
                  <a:pt x="1316" y="18033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4" name="object 144" descr="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10381012" y="7609781"/>
            <a:ext cx="193941" cy="180778"/>
          </a:xfrm>
          <a:prstGeom prst="rect">
            <a:avLst/>
          </a:prstGeom>
        </p:spPr>
      </p:pic>
      <p:pic>
        <p:nvPicPr>
          <p:cNvPr id="145" name="object 145" descr="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10793907" y="7456645"/>
            <a:ext cx="195257" cy="179023"/>
          </a:xfrm>
          <a:prstGeom prst="rect">
            <a:avLst/>
          </a:prstGeom>
        </p:spPr>
      </p:pic>
      <p:pic>
        <p:nvPicPr>
          <p:cNvPr id="146" name="object 146" descr=""/>
          <p:cNvPicPr/>
          <p:nvPr/>
        </p:nvPicPr>
        <p:blipFill>
          <a:blip r:embed="rId95" cstate="print"/>
          <a:stretch>
            <a:fillRect/>
          </a:stretch>
        </p:blipFill>
        <p:spPr>
          <a:xfrm>
            <a:off x="11207241" y="7319745"/>
            <a:ext cx="196573" cy="174196"/>
          </a:xfrm>
          <a:prstGeom prst="rect">
            <a:avLst/>
          </a:prstGeom>
        </p:spPr>
      </p:pic>
      <p:pic>
        <p:nvPicPr>
          <p:cNvPr id="147" name="object 147" descr=""/>
          <p:cNvPicPr/>
          <p:nvPr/>
        </p:nvPicPr>
        <p:blipFill>
          <a:blip r:embed="rId96" cstate="print"/>
          <a:stretch>
            <a:fillRect/>
          </a:stretch>
        </p:blipFill>
        <p:spPr>
          <a:xfrm>
            <a:off x="11620572" y="7204784"/>
            <a:ext cx="197452" cy="167176"/>
          </a:xfrm>
          <a:prstGeom prst="rect">
            <a:avLst/>
          </a:prstGeom>
        </p:spPr>
      </p:pic>
      <p:pic>
        <p:nvPicPr>
          <p:cNvPr id="148" name="object 148" descr=""/>
          <p:cNvPicPr/>
          <p:nvPr/>
        </p:nvPicPr>
        <p:blipFill>
          <a:blip r:embed="rId97" cstate="print"/>
          <a:stretch>
            <a:fillRect/>
          </a:stretch>
        </p:blipFill>
        <p:spPr>
          <a:xfrm>
            <a:off x="12033467" y="7116150"/>
            <a:ext cx="198768" cy="157523"/>
          </a:xfrm>
          <a:prstGeom prst="rect">
            <a:avLst/>
          </a:prstGeom>
        </p:spPr>
      </p:pic>
      <p:pic>
        <p:nvPicPr>
          <p:cNvPr id="149" name="object 149" descr="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12446802" y="7057352"/>
            <a:ext cx="200085" cy="144798"/>
          </a:xfrm>
          <a:prstGeom prst="rect">
            <a:avLst/>
          </a:prstGeom>
        </p:spPr>
      </p:pic>
      <p:pic>
        <p:nvPicPr>
          <p:cNvPr id="150" name="object 150" descr=""/>
          <p:cNvPicPr/>
          <p:nvPr/>
        </p:nvPicPr>
        <p:blipFill>
          <a:blip r:embed="rId99" cstate="print"/>
          <a:stretch>
            <a:fillRect/>
          </a:stretch>
        </p:blipFill>
        <p:spPr>
          <a:xfrm>
            <a:off x="12860135" y="7037334"/>
            <a:ext cx="200961" cy="126643"/>
          </a:xfrm>
          <a:prstGeom prst="rect">
            <a:avLst/>
          </a:prstGeom>
        </p:spPr>
      </p:pic>
      <p:pic>
        <p:nvPicPr>
          <p:cNvPr id="151" name="object 151" descr="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13273031" y="7045505"/>
            <a:ext cx="202278" cy="126369"/>
          </a:xfrm>
          <a:prstGeom prst="rect">
            <a:avLst/>
          </a:prstGeom>
        </p:spPr>
      </p:pic>
      <p:pic>
        <p:nvPicPr>
          <p:cNvPr id="152" name="object 152" descr="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13685927" y="7048138"/>
            <a:ext cx="203594" cy="123297"/>
          </a:xfrm>
          <a:prstGeom prst="rect">
            <a:avLst/>
          </a:prstGeom>
        </p:spPr>
      </p:pic>
      <p:pic>
        <p:nvPicPr>
          <p:cNvPr id="153" name="object 153" descr=""/>
          <p:cNvPicPr/>
          <p:nvPr/>
        </p:nvPicPr>
        <p:blipFill>
          <a:blip r:embed="rId102" cstate="print"/>
          <a:stretch>
            <a:fillRect/>
          </a:stretch>
        </p:blipFill>
        <p:spPr>
          <a:xfrm>
            <a:off x="14099260" y="7039802"/>
            <a:ext cx="204910" cy="123736"/>
          </a:xfrm>
          <a:prstGeom prst="rect">
            <a:avLst/>
          </a:prstGeom>
        </p:spPr>
      </p:pic>
      <p:pic>
        <p:nvPicPr>
          <p:cNvPr id="154" name="object 154" descr=""/>
          <p:cNvPicPr/>
          <p:nvPr/>
        </p:nvPicPr>
        <p:blipFill>
          <a:blip r:embed="rId103" cstate="print"/>
          <a:stretch>
            <a:fillRect/>
          </a:stretch>
        </p:blipFill>
        <p:spPr>
          <a:xfrm>
            <a:off x="14512647" y="7024444"/>
            <a:ext cx="205733" cy="121982"/>
          </a:xfrm>
          <a:prstGeom prst="rect">
            <a:avLst/>
          </a:prstGeom>
        </p:spPr>
      </p:pic>
      <p:sp>
        <p:nvSpPr>
          <p:cNvPr id="155" name="object 155" descr=""/>
          <p:cNvSpPr/>
          <p:nvPr/>
        </p:nvSpPr>
        <p:spPr>
          <a:xfrm>
            <a:off x="14925488" y="7004260"/>
            <a:ext cx="207645" cy="119380"/>
          </a:xfrm>
          <a:custGeom>
            <a:avLst/>
            <a:gdLst/>
            <a:ahLst/>
            <a:cxnLst/>
            <a:rect l="l" t="t" r="r" b="b"/>
            <a:pathLst>
              <a:path w="207644" h="119379">
                <a:moveTo>
                  <a:pt x="15795" y="118910"/>
                </a:moveTo>
                <a:lnTo>
                  <a:pt x="0" y="9653"/>
                </a:lnTo>
                <a:lnTo>
                  <a:pt x="437" y="10092"/>
                </a:lnTo>
                <a:lnTo>
                  <a:pt x="190869" y="0"/>
                </a:lnTo>
                <a:lnTo>
                  <a:pt x="207104" y="106185"/>
                </a:lnTo>
                <a:lnTo>
                  <a:pt x="15795" y="11891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 descr=""/>
          <p:cNvSpPr/>
          <p:nvPr/>
        </p:nvSpPr>
        <p:spPr>
          <a:xfrm>
            <a:off x="15338820" y="6979688"/>
            <a:ext cx="208915" cy="115570"/>
          </a:xfrm>
          <a:custGeom>
            <a:avLst/>
            <a:gdLst/>
            <a:ahLst/>
            <a:cxnLst/>
            <a:rect l="l" t="t" r="r" b="b"/>
            <a:pathLst>
              <a:path w="208915" h="115570">
                <a:moveTo>
                  <a:pt x="17112" y="114961"/>
                </a:moveTo>
                <a:lnTo>
                  <a:pt x="0" y="11847"/>
                </a:lnTo>
                <a:lnTo>
                  <a:pt x="439" y="11847"/>
                </a:lnTo>
                <a:lnTo>
                  <a:pt x="190870" y="0"/>
                </a:lnTo>
                <a:lnTo>
                  <a:pt x="208421" y="100042"/>
                </a:lnTo>
                <a:lnTo>
                  <a:pt x="17112" y="11496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 descr=""/>
          <p:cNvSpPr/>
          <p:nvPr/>
        </p:nvSpPr>
        <p:spPr>
          <a:xfrm>
            <a:off x="15751716" y="6951605"/>
            <a:ext cx="210185" cy="109855"/>
          </a:xfrm>
          <a:custGeom>
            <a:avLst/>
            <a:gdLst/>
            <a:ahLst/>
            <a:cxnLst/>
            <a:rect l="l" t="t" r="r" b="b"/>
            <a:pathLst>
              <a:path w="210184" h="109854">
                <a:moveTo>
                  <a:pt x="18429" y="109257"/>
                </a:moveTo>
                <a:lnTo>
                  <a:pt x="0" y="12725"/>
                </a:lnTo>
                <a:lnTo>
                  <a:pt x="439" y="13163"/>
                </a:lnTo>
                <a:lnTo>
                  <a:pt x="190871" y="0"/>
                </a:lnTo>
                <a:lnTo>
                  <a:pt x="209738" y="93022"/>
                </a:lnTo>
                <a:lnTo>
                  <a:pt x="18429" y="10925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8" name="object 158" descr=""/>
          <p:cNvPicPr/>
          <p:nvPr/>
        </p:nvPicPr>
        <p:blipFill>
          <a:blip r:embed="rId104" cstate="print"/>
          <a:stretch>
            <a:fillRect/>
          </a:stretch>
        </p:blipFill>
        <p:spPr>
          <a:xfrm>
            <a:off x="16165489" y="6922207"/>
            <a:ext cx="210615" cy="103113"/>
          </a:xfrm>
          <a:prstGeom prst="rect">
            <a:avLst/>
          </a:prstGeom>
        </p:spPr>
      </p:pic>
      <p:sp>
        <p:nvSpPr>
          <p:cNvPr id="159" name="object 159" descr=""/>
          <p:cNvSpPr/>
          <p:nvPr/>
        </p:nvSpPr>
        <p:spPr>
          <a:xfrm>
            <a:off x="16577946" y="6892809"/>
            <a:ext cx="212090" cy="96520"/>
          </a:xfrm>
          <a:custGeom>
            <a:avLst/>
            <a:gdLst/>
            <a:ahLst/>
            <a:cxnLst/>
            <a:rect l="l" t="t" r="r" b="b"/>
            <a:pathLst>
              <a:path w="212090" h="96520">
                <a:moveTo>
                  <a:pt x="20622" y="96093"/>
                </a:moveTo>
                <a:lnTo>
                  <a:pt x="0" y="13602"/>
                </a:lnTo>
                <a:lnTo>
                  <a:pt x="437" y="13602"/>
                </a:lnTo>
                <a:lnTo>
                  <a:pt x="190869" y="0"/>
                </a:lnTo>
                <a:lnTo>
                  <a:pt x="211931" y="78981"/>
                </a:lnTo>
                <a:lnTo>
                  <a:pt x="20622" y="9609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 descr=""/>
          <p:cNvSpPr/>
          <p:nvPr/>
        </p:nvSpPr>
        <p:spPr>
          <a:xfrm>
            <a:off x="16991279" y="6863410"/>
            <a:ext cx="213360" cy="88900"/>
          </a:xfrm>
          <a:custGeom>
            <a:avLst/>
            <a:gdLst/>
            <a:ahLst/>
            <a:cxnLst/>
            <a:rect l="l" t="t" r="r" b="b"/>
            <a:pathLst>
              <a:path w="213359" h="88900">
                <a:moveTo>
                  <a:pt x="21939" y="88634"/>
                </a:moveTo>
                <a:lnTo>
                  <a:pt x="0" y="13163"/>
                </a:lnTo>
                <a:lnTo>
                  <a:pt x="437" y="13163"/>
                </a:lnTo>
                <a:lnTo>
                  <a:pt x="190869" y="0"/>
                </a:lnTo>
                <a:lnTo>
                  <a:pt x="213248" y="72399"/>
                </a:lnTo>
                <a:lnTo>
                  <a:pt x="21939" y="8863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 descr=""/>
          <p:cNvSpPr/>
          <p:nvPr/>
        </p:nvSpPr>
        <p:spPr>
          <a:xfrm>
            <a:off x="17404612" y="6838612"/>
            <a:ext cx="165100" cy="80010"/>
          </a:xfrm>
          <a:custGeom>
            <a:avLst/>
            <a:gdLst/>
            <a:ahLst/>
            <a:cxnLst/>
            <a:rect l="l" t="t" r="r" b="b"/>
            <a:pathLst>
              <a:path w="165100" h="80009">
                <a:moveTo>
                  <a:pt x="22817" y="79647"/>
                </a:moveTo>
                <a:lnTo>
                  <a:pt x="6157" y="30037"/>
                </a:lnTo>
                <a:lnTo>
                  <a:pt x="0" y="10319"/>
                </a:lnTo>
                <a:lnTo>
                  <a:pt x="164642" y="0"/>
                </a:lnTo>
                <a:lnTo>
                  <a:pt x="164642" y="68465"/>
                </a:lnTo>
                <a:lnTo>
                  <a:pt x="22817" y="7964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 descr=""/>
          <p:cNvSpPr/>
          <p:nvPr/>
        </p:nvSpPr>
        <p:spPr>
          <a:xfrm>
            <a:off x="1310080" y="7855160"/>
            <a:ext cx="122555" cy="140335"/>
          </a:xfrm>
          <a:custGeom>
            <a:avLst/>
            <a:gdLst/>
            <a:ahLst/>
            <a:cxnLst/>
            <a:rect l="l" t="t" r="r" b="b"/>
            <a:pathLst>
              <a:path w="122555" h="140334">
                <a:moveTo>
                  <a:pt x="99131" y="140311"/>
                </a:moveTo>
                <a:lnTo>
                  <a:pt x="0" y="104971"/>
                </a:lnTo>
                <a:lnTo>
                  <a:pt x="0" y="0"/>
                </a:lnTo>
                <a:lnTo>
                  <a:pt x="122386" y="45095"/>
                </a:lnTo>
                <a:lnTo>
                  <a:pt x="99131" y="14031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3" name="object 163" descr=""/>
          <p:cNvPicPr/>
          <p:nvPr/>
        </p:nvPicPr>
        <p:blipFill>
          <a:blip r:embed="rId105" cstate="print"/>
          <a:stretch>
            <a:fillRect/>
          </a:stretch>
        </p:blipFill>
        <p:spPr>
          <a:xfrm>
            <a:off x="1634307" y="7984939"/>
            <a:ext cx="214126" cy="163666"/>
          </a:xfrm>
          <a:prstGeom prst="rect">
            <a:avLst/>
          </a:prstGeom>
        </p:spPr>
      </p:pic>
      <p:sp>
        <p:nvSpPr>
          <p:cNvPr id="164" name="object 164" descr=""/>
          <p:cNvSpPr/>
          <p:nvPr/>
        </p:nvSpPr>
        <p:spPr>
          <a:xfrm>
            <a:off x="2050713" y="8147729"/>
            <a:ext cx="213360" cy="160655"/>
          </a:xfrm>
          <a:custGeom>
            <a:avLst/>
            <a:gdLst/>
            <a:ahLst/>
            <a:cxnLst/>
            <a:rect l="l" t="t" r="r" b="b"/>
            <a:pathLst>
              <a:path w="213360" h="160654">
                <a:moveTo>
                  <a:pt x="192186" y="160156"/>
                </a:moveTo>
                <a:lnTo>
                  <a:pt x="0" y="86440"/>
                </a:lnTo>
                <a:lnTo>
                  <a:pt x="21500" y="0"/>
                </a:lnTo>
                <a:lnTo>
                  <a:pt x="213248" y="76348"/>
                </a:lnTo>
                <a:lnTo>
                  <a:pt x="192186" y="16015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 descr=""/>
          <p:cNvSpPr/>
          <p:nvPr/>
        </p:nvSpPr>
        <p:spPr>
          <a:xfrm>
            <a:off x="2467996" y="8314027"/>
            <a:ext cx="212090" cy="154940"/>
          </a:xfrm>
          <a:custGeom>
            <a:avLst/>
            <a:gdLst/>
            <a:ahLst/>
            <a:cxnLst/>
            <a:rect l="l" t="t" r="r" b="b"/>
            <a:pathLst>
              <a:path w="212089" h="154940">
                <a:moveTo>
                  <a:pt x="192186" y="154890"/>
                </a:moveTo>
                <a:lnTo>
                  <a:pt x="0" y="80735"/>
                </a:lnTo>
                <a:lnTo>
                  <a:pt x="5375" y="59235"/>
                </a:lnTo>
                <a:lnTo>
                  <a:pt x="10091" y="40697"/>
                </a:lnTo>
                <a:lnTo>
                  <a:pt x="14808" y="21994"/>
                </a:lnTo>
                <a:lnTo>
                  <a:pt x="20183" y="0"/>
                </a:lnTo>
                <a:lnTo>
                  <a:pt x="211931" y="76787"/>
                </a:lnTo>
                <a:lnTo>
                  <a:pt x="202059" y="116167"/>
                </a:lnTo>
                <a:lnTo>
                  <a:pt x="197493" y="134171"/>
                </a:lnTo>
                <a:lnTo>
                  <a:pt x="192186" y="15489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 descr=""/>
          <p:cNvSpPr/>
          <p:nvPr/>
        </p:nvSpPr>
        <p:spPr>
          <a:xfrm>
            <a:off x="2884840" y="8479010"/>
            <a:ext cx="210820" cy="147955"/>
          </a:xfrm>
          <a:custGeom>
            <a:avLst/>
            <a:gdLst/>
            <a:ahLst/>
            <a:cxnLst/>
            <a:rect l="l" t="t" r="r" b="b"/>
            <a:pathLst>
              <a:path w="210819" h="147954">
                <a:moveTo>
                  <a:pt x="192186" y="147869"/>
                </a:moveTo>
                <a:lnTo>
                  <a:pt x="51625" y="95174"/>
                </a:lnTo>
                <a:lnTo>
                  <a:pt x="0" y="75470"/>
                </a:lnTo>
                <a:lnTo>
                  <a:pt x="18867" y="0"/>
                </a:lnTo>
                <a:lnTo>
                  <a:pt x="18867" y="438"/>
                </a:lnTo>
                <a:lnTo>
                  <a:pt x="159058" y="55231"/>
                </a:lnTo>
                <a:lnTo>
                  <a:pt x="210615" y="75031"/>
                </a:lnTo>
                <a:lnTo>
                  <a:pt x="192186" y="14786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 descr=""/>
          <p:cNvSpPr/>
          <p:nvPr/>
        </p:nvSpPr>
        <p:spPr>
          <a:xfrm>
            <a:off x="3302122" y="8639604"/>
            <a:ext cx="209550" cy="139700"/>
          </a:xfrm>
          <a:custGeom>
            <a:avLst/>
            <a:gdLst/>
            <a:ahLst/>
            <a:cxnLst/>
            <a:rect l="l" t="t" r="r" b="b"/>
            <a:pathLst>
              <a:path w="209550" h="139700">
                <a:moveTo>
                  <a:pt x="17951" y="150"/>
                </a:moveTo>
                <a:lnTo>
                  <a:pt x="17549" y="0"/>
                </a:lnTo>
                <a:lnTo>
                  <a:pt x="17990" y="0"/>
                </a:lnTo>
                <a:lnTo>
                  <a:pt x="17951" y="150"/>
                </a:lnTo>
                <a:close/>
              </a:path>
              <a:path w="209550" h="139700">
                <a:moveTo>
                  <a:pt x="192186" y="139094"/>
                </a:moveTo>
                <a:lnTo>
                  <a:pt x="0" y="70205"/>
                </a:lnTo>
                <a:lnTo>
                  <a:pt x="8719" y="35871"/>
                </a:lnTo>
                <a:lnTo>
                  <a:pt x="12952" y="19375"/>
                </a:lnTo>
                <a:lnTo>
                  <a:pt x="17951" y="150"/>
                </a:lnTo>
                <a:lnTo>
                  <a:pt x="209299" y="71083"/>
                </a:lnTo>
                <a:lnTo>
                  <a:pt x="200689" y="104979"/>
                </a:lnTo>
                <a:lnTo>
                  <a:pt x="196715" y="120803"/>
                </a:lnTo>
                <a:lnTo>
                  <a:pt x="192186" y="13909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 descr=""/>
          <p:cNvSpPr/>
          <p:nvPr/>
        </p:nvSpPr>
        <p:spPr>
          <a:xfrm>
            <a:off x="3718528" y="8790546"/>
            <a:ext cx="208915" cy="129539"/>
          </a:xfrm>
          <a:custGeom>
            <a:avLst/>
            <a:gdLst/>
            <a:ahLst/>
            <a:cxnLst/>
            <a:rect l="l" t="t" r="r" b="b"/>
            <a:pathLst>
              <a:path w="208914" h="129540">
                <a:moveTo>
                  <a:pt x="192186" y="129002"/>
                </a:moveTo>
                <a:lnTo>
                  <a:pt x="96093" y="97903"/>
                </a:lnTo>
                <a:lnTo>
                  <a:pt x="0" y="65817"/>
                </a:lnTo>
                <a:lnTo>
                  <a:pt x="16673" y="0"/>
                </a:lnTo>
                <a:lnTo>
                  <a:pt x="112547" y="33183"/>
                </a:lnTo>
                <a:lnTo>
                  <a:pt x="208421" y="65378"/>
                </a:lnTo>
                <a:lnTo>
                  <a:pt x="192186" y="12900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 descr=""/>
          <p:cNvSpPr/>
          <p:nvPr/>
        </p:nvSpPr>
        <p:spPr>
          <a:xfrm>
            <a:off x="4135810" y="8927447"/>
            <a:ext cx="207645" cy="117475"/>
          </a:xfrm>
          <a:custGeom>
            <a:avLst/>
            <a:gdLst/>
            <a:ahLst/>
            <a:cxnLst/>
            <a:rect l="l" t="t" r="r" b="b"/>
            <a:pathLst>
              <a:path w="207645" h="117475">
                <a:moveTo>
                  <a:pt x="192187" y="117155"/>
                </a:moveTo>
                <a:lnTo>
                  <a:pt x="96093" y="89785"/>
                </a:lnTo>
                <a:lnTo>
                  <a:pt x="0" y="61429"/>
                </a:lnTo>
                <a:lnTo>
                  <a:pt x="15357" y="0"/>
                </a:lnTo>
                <a:lnTo>
                  <a:pt x="111231" y="29233"/>
                </a:lnTo>
                <a:lnTo>
                  <a:pt x="207105" y="57480"/>
                </a:lnTo>
                <a:lnTo>
                  <a:pt x="192187" y="11715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0" name="object 170" descr=""/>
          <p:cNvPicPr/>
          <p:nvPr/>
        </p:nvPicPr>
        <p:blipFill>
          <a:blip r:embed="rId106" cstate="print"/>
          <a:stretch>
            <a:fillRect/>
          </a:stretch>
        </p:blipFill>
        <p:spPr>
          <a:xfrm>
            <a:off x="4552654" y="9046357"/>
            <a:ext cx="205789" cy="104429"/>
          </a:xfrm>
          <a:prstGeom prst="rect">
            <a:avLst/>
          </a:prstGeom>
        </p:spPr>
      </p:pic>
      <p:sp>
        <p:nvSpPr>
          <p:cNvPr id="171" name="object 171" descr=""/>
          <p:cNvSpPr/>
          <p:nvPr/>
        </p:nvSpPr>
        <p:spPr>
          <a:xfrm>
            <a:off x="4978817" y="9143327"/>
            <a:ext cx="99060" cy="19050"/>
          </a:xfrm>
          <a:custGeom>
            <a:avLst/>
            <a:gdLst/>
            <a:ahLst/>
            <a:cxnLst/>
            <a:rect l="l" t="t" r="r" b="b"/>
            <a:pathLst>
              <a:path w="99060" h="19050">
                <a:moveTo>
                  <a:pt x="99035" y="18681"/>
                </a:moveTo>
                <a:lnTo>
                  <a:pt x="0" y="18681"/>
                </a:lnTo>
                <a:lnTo>
                  <a:pt x="744" y="15494"/>
                </a:lnTo>
                <a:lnTo>
                  <a:pt x="4282" y="0"/>
                </a:lnTo>
                <a:lnTo>
                  <a:pt x="3844" y="0"/>
                </a:lnTo>
                <a:lnTo>
                  <a:pt x="99035" y="1868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 descr=""/>
          <p:cNvSpPr/>
          <p:nvPr/>
        </p:nvSpPr>
        <p:spPr>
          <a:xfrm>
            <a:off x="6772556" y="9149471"/>
            <a:ext cx="65405" cy="12700"/>
          </a:xfrm>
          <a:custGeom>
            <a:avLst/>
            <a:gdLst/>
            <a:ahLst/>
            <a:cxnLst/>
            <a:rect l="l" t="t" r="r" b="b"/>
            <a:pathLst>
              <a:path w="65404" h="12700">
                <a:moveTo>
                  <a:pt x="63287" y="12538"/>
                </a:moveTo>
                <a:lnTo>
                  <a:pt x="0" y="12538"/>
                </a:lnTo>
                <a:lnTo>
                  <a:pt x="64841" y="0"/>
                </a:lnTo>
                <a:lnTo>
                  <a:pt x="63287" y="1253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3" name="object 173" descr=""/>
          <p:cNvPicPr/>
          <p:nvPr/>
        </p:nvPicPr>
        <p:blipFill>
          <a:blip r:embed="rId107" cstate="print"/>
          <a:stretch>
            <a:fillRect/>
          </a:stretch>
        </p:blipFill>
        <p:spPr>
          <a:xfrm>
            <a:off x="7054157" y="9054693"/>
            <a:ext cx="198768" cy="107940"/>
          </a:xfrm>
          <a:prstGeom prst="rect">
            <a:avLst/>
          </a:prstGeom>
        </p:spPr>
      </p:pic>
      <p:pic>
        <p:nvPicPr>
          <p:cNvPr id="174" name="object 174" descr=""/>
          <p:cNvPicPr/>
          <p:nvPr/>
        </p:nvPicPr>
        <p:blipFill>
          <a:blip r:embed="rId108" cstate="print"/>
          <a:stretch>
            <a:fillRect/>
          </a:stretch>
        </p:blipFill>
        <p:spPr>
          <a:xfrm>
            <a:off x="7471440" y="8937100"/>
            <a:ext cx="197452" cy="121981"/>
          </a:xfrm>
          <a:prstGeom prst="rect">
            <a:avLst/>
          </a:prstGeom>
        </p:spPr>
      </p:pic>
      <p:sp>
        <p:nvSpPr>
          <p:cNvPr id="175" name="object 175" descr=""/>
          <p:cNvSpPr/>
          <p:nvPr/>
        </p:nvSpPr>
        <p:spPr>
          <a:xfrm>
            <a:off x="7888283" y="8801515"/>
            <a:ext cx="196215" cy="134620"/>
          </a:xfrm>
          <a:custGeom>
            <a:avLst/>
            <a:gdLst/>
            <a:ahLst/>
            <a:cxnLst/>
            <a:rect l="l" t="t" r="r" b="b"/>
            <a:pathLst>
              <a:path w="196215" h="134620">
                <a:moveTo>
                  <a:pt x="0" y="134267"/>
                </a:moveTo>
                <a:lnTo>
                  <a:pt x="4387" y="64501"/>
                </a:lnTo>
                <a:lnTo>
                  <a:pt x="100261" y="32744"/>
                </a:lnTo>
                <a:lnTo>
                  <a:pt x="196136" y="0"/>
                </a:lnTo>
                <a:lnTo>
                  <a:pt x="192187" y="71960"/>
                </a:lnTo>
                <a:lnTo>
                  <a:pt x="96093" y="103607"/>
                </a:lnTo>
                <a:lnTo>
                  <a:pt x="0" y="13426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 descr=""/>
          <p:cNvSpPr/>
          <p:nvPr/>
        </p:nvSpPr>
        <p:spPr>
          <a:xfrm>
            <a:off x="8305566" y="8651451"/>
            <a:ext cx="194945" cy="145415"/>
          </a:xfrm>
          <a:custGeom>
            <a:avLst/>
            <a:gdLst/>
            <a:ahLst/>
            <a:cxnLst/>
            <a:rect l="l" t="t" r="r" b="b"/>
            <a:pathLst>
              <a:path w="194945" h="145415">
                <a:moveTo>
                  <a:pt x="0" y="145237"/>
                </a:moveTo>
                <a:lnTo>
                  <a:pt x="3510" y="70644"/>
                </a:lnTo>
                <a:lnTo>
                  <a:pt x="3071" y="70644"/>
                </a:lnTo>
                <a:lnTo>
                  <a:pt x="194819" y="0"/>
                </a:lnTo>
                <a:lnTo>
                  <a:pt x="192187" y="77225"/>
                </a:lnTo>
                <a:lnTo>
                  <a:pt x="51625" y="127205"/>
                </a:lnTo>
                <a:lnTo>
                  <a:pt x="0" y="14523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7" name="object 177" descr=""/>
          <p:cNvPicPr/>
          <p:nvPr/>
        </p:nvPicPr>
        <p:blipFill>
          <a:blip r:embed="rId109" cstate="print"/>
          <a:stretch>
            <a:fillRect/>
          </a:stretch>
        </p:blipFill>
        <p:spPr>
          <a:xfrm>
            <a:off x="8721972" y="8491735"/>
            <a:ext cx="193942" cy="154451"/>
          </a:xfrm>
          <a:prstGeom prst="rect">
            <a:avLst/>
          </a:prstGeom>
        </p:spPr>
      </p:pic>
      <p:sp>
        <p:nvSpPr>
          <p:cNvPr id="178" name="object 178" descr=""/>
          <p:cNvSpPr/>
          <p:nvPr/>
        </p:nvSpPr>
        <p:spPr>
          <a:xfrm>
            <a:off x="9139693" y="8326313"/>
            <a:ext cx="192405" cy="162560"/>
          </a:xfrm>
          <a:custGeom>
            <a:avLst/>
            <a:gdLst/>
            <a:ahLst/>
            <a:cxnLst/>
            <a:rect l="l" t="t" r="r" b="b"/>
            <a:pathLst>
              <a:path w="192404" h="162559">
                <a:moveTo>
                  <a:pt x="0" y="162349"/>
                </a:moveTo>
                <a:lnTo>
                  <a:pt x="878" y="76787"/>
                </a:lnTo>
                <a:lnTo>
                  <a:pt x="439" y="76787"/>
                </a:lnTo>
                <a:lnTo>
                  <a:pt x="192187" y="0"/>
                </a:lnTo>
                <a:lnTo>
                  <a:pt x="192187" y="88195"/>
                </a:lnTo>
                <a:lnTo>
                  <a:pt x="0" y="16234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 descr=""/>
          <p:cNvSpPr/>
          <p:nvPr/>
        </p:nvSpPr>
        <p:spPr>
          <a:xfrm>
            <a:off x="9555660" y="8160015"/>
            <a:ext cx="193040" cy="168275"/>
          </a:xfrm>
          <a:custGeom>
            <a:avLst/>
            <a:gdLst/>
            <a:ahLst/>
            <a:cxnLst/>
            <a:rect l="l" t="t" r="r" b="b"/>
            <a:pathLst>
              <a:path w="193040" h="168275">
                <a:moveTo>
                  <a:pt x="438" y="168054"/>
                </a:moveTo>
                <a:lnTo>
                  <a:pt x="438" y="76787"/>
                </a:lnTo>
                <a:lnTo>
                  <a:pt x="0" y="76787"/>
                </a:lnTo>
                <a:lnTo>
                  <a:pt x="191748" y="0"/>
                </a:lnTo>
                <a:lnTo>
                  <a:pt x="192625" y="93899"/>
                </a:lnTo>
                <a:lnTo>
                  <a:pt x="438" y="16805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 descr=""/>
          <p:cNvSpPr/>
          <p:nvPr/>
        </p:nvSpPr>
        <p:spPr>
          <a:xfrm>
            <a:off x="9971626" y="7997226"/>
            <a:ext cx="194310" cy="172085"/>
          </a:xfrm>
          <a:custGeom>
            <a:avLst/>
            <a:gdLst/>
            <a:ahLst/>
            <a:cxnLst/>
            <a:rect l="l" t="t" r="r" b="b"/>
            <a:pathLst>
              <a:path w="194309" h="172084">
                <a:moveTo>
                  <a:pt x="1754" y="171564"/>
                </a:moveTo>
                <a:lnTo>
                  <a:pt x="0" y="74593"/>
                </a:lnTo>
                <a:lnTo>
                  <a:pt x="140190" y="19800"/>
                </a:lnTo>
                <a:lnTo>
                  <a:pt x="191747" y="0"/>
                </a:lnTo>
                <a:lnTo>
                  <a:pt x="193941" y="99603"/>
                </a:lnTo>
                <a:lnTo>
                  <a:pt x="1754" y="17156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1" name="object 181" descr=""/>
          <p:cNvPicPr/>
          <p:nvPr/>
        </p:nvPicPr>
        <p:blipFill>
          <a:blip r:embed="rId110" cstate="print"/>
          <a:stretch>
            <a:fillRect/>
          </a:stretch>
        </p:blipFill>
        <p:spPr>
          <a:xfrm>
            <a:off x="10387154" y="7841458"/>
            <a:ext cx="195257" cy="172880"/>
          </a:xfrm>
          <a:prstGeom prst="rect">
            <a:avLst/>
          </a:prstGeom>
        </p:spPr>
      </p:pic>
      <p:pic>
        <p:nvPicPr>
          <p:cNvPr id="182" name="object 182" descr=""/>
          <p:cNvPicPr/>
          <p:nvPr/>
        </p:nvPicPr>
        <p:blipFill>
          <a:blip r:embed="rId111" cstate="print"/>
          <a:stretch>
            <a:fillRect/>
          </a:stretch>
        </p:blipFill>
        <p:spPr>
          <a:xfrm>
            <a:off x="10803121" y="7697537"/>
            <a:ext cx="196136" cy="172002"/>
          </a:xfrm>
          <a:prstGeom prst="rect">
            <a:avLst/>
          </a:prstGeom>
        </p:spPr>
      </p:pic>
      <p:pic>
        <p:nvPicPr>
          <p:cNvPr id="183" name="object 183" descr=""/>
          <p:cNvPicPr/>
          <p:nvPr/>
        </p:nvPicPr>
        <p:blipFill>
          <a:blip r:embed="rId112" cstate="print"/>
          <a:stretch>
            <a:fillRect/>
          </a:stretch>
        </p:blipFill>
        <p:spPr>
          <a:xfrm>
            <a:off x="11218648" y="7569413"/>
            <a:ext cx="197452" cy="169369"/>
          </a:xfrm>
          <a:prstGeom prst="rect">
            <a:avLst/>
          </a:prstGeom>
        </p:spPr>
      </p:pic>
      <p:pic>
        <p:nvPicPr>
          <p:cNvPr id="184" name="object 184" descr=""/>
          <p:cNvPicPr/>
          <p:nvPr/>
        </p:nvPicPr>
        <p:blipFill>
          <a:blip r:embed="rId113" cstate="print"/>
          <a:stretch>
            <a:fillRect/>
          </a:stretch>
        </p:blipFill>
        <p:spPr>
          <a:xfrm>
            <a:off x="11634615" y="7461472"/>
            <a:ext cx="198767" cy="163665"/>
          </a:xfrm>
          <a:prstGeom prst="rect">
            <a:avLst/>
          </a:prstGeom>
        </p:spPr>
      </p:pic>
      <p:pic>
        <p:nvPicPr>
          <p:cNvPr id="185" name="object 185" descr=""/>
          <p:cNvPicPr/>
          <p:nvPr/>
        </p:nvPicPr>
        <p:blipFill>
          <a:blip r:embed="rId114" cstate="print"/>
          <a:stretch>
            <a:fillRect/>
          </a:stretch>
        </p:blipFill>
        <p:spPr>
          <a:xfrm>
            <a:off x="12050231" y="7378541"/>
            <a:ext cx="199994" cy="154890"/>
          </a:xfrm>
          <a:prstGeom prst="rect">
            <a:avLst/>
          </a:prstGeom>
        </p:spPr>
      </p:pic>
      <p:pic>
        <p:nvPicPr>
          <p:cNvPr id="186" name="object 186" descr=""/>
          <p:cNvPicPr/>
          <p:nvPr/>
        </p:nvPicPr>
        <p:blipFill>
          <a:blip r:embed="rId115" cstate="print"/>
          <a:stretch>
            <a:fillRect/>
          </a:stretch>
        </p:blipFill>
        <p:spPr>
          <a:xfrm>
            <a:off x="12466108" y="7324571"/>
            <a:ext cx="200962" cy="144359"/>
          </a:xfrm>
          <a:prstGeom prst="rect">
            <a:avLst/>
          </a:prstGeom>
        </p:spPr>
      </p:pic>
      <p:pic>
        <p:nvPicPr>
          <p:cNvPr id="187" name="object 187" descr=""/>
          <p:cNvPicPr/>
          <p:nvPr/>
        </p:nvPicPr>
        <p:blipFill>
          <a:blip r:embed="rId116" cstate="print"/>
          <a:stretch>
            <a:fillRect/>
          </a:stretch>
        </p:blipFill>
        <p:spPr>
          <a:xfrm>
            <a:off x="12881636" y="7306910"/>
            <a:ext cx="202278" cy="128234"/>
          </a:xfrm>
          <a:prstGeom prst="rect">
            <a:avLst/>
          </a:prstGeom>
        </p:spPr>
      </p:pic>
      <p:pic>
        <p:nvPicPr>
          <p:cNvPr id="188" name="object 188" descr=""/>
          <p:cNvPicPr/>
          <p:nvPr/>
        </p:nvPicPr>
        <p:blipFill>
          <a:blip r:embed="rId117" cstate="print"/>
          <a:stretch>
            <a:fillRect/>
          </a:stretch>
        </p:blipFill>
        <p:spPr>
          <a:xfrm>
            <a:off x="13297602" y="7314918"/>
            <a:ext cx="203594" cy="125272"/>
          </a:xfrm>
          <a:prstGeom prst="rect">
            <a:avLst/>
          </a:prstGeom>
        </p:spPr>
      </p:pic>
      <p:pic>
        <p:nvPicPr>
          <p:cNvPr id="189" name="object 189" descr=""/>
          <p:cNvPicPr/>
          <p:nvPr/>
        </p:nvPicPr>
        <p:blipFill>
          <a:blip r:embed="rId118" cstate="print"/>
          <a:stretch>
            <a:fillRect/>
          </a:stretch>
        </p:blipFill>
        <p:spPr>
          <a:xfrm>
            <a:off x="13713130" y="7309214"/>
            <a:ext cx="204910" cy="125930"/>
          </a:xfrm>
          <a:prstGeom prst="rect">
            <a:avLst/>
          </a:prstGeom>
        </p:spPr>
      </p:pic>
      <p:sp>
        <p:nvSpPr>
          <p:cNvPr id="190" name="object 190" descr=""/>
          <p:cNvSpPr/>
          <p:nvPr/>
        </p:nvSpPr>
        <p:spPr>
          <a:xfrm>
            <a:off x="14129097" y="7292102"/>
            <a:ext cx="206375" cy="126364"/>
          </a:xfrm>
          <a:custGeom>
            <a:avLst/>
            <a:gdLst/>
            <a:ahLst/>
            <a:cxnLst/>
            <a:rect l="l" t="t" r="r" b="b"/>
            <a:pathLst>
              <a:path w="206375" h="126365">
                <a:moveTo>
                  <a:pt x="13602" y="126369"/>
                </a:moveTo>
                <a:lnTo>
                  <a:pt x="0" y="9214"/>
                </a:lnTo>
                <a:lnTo>
                  <a:pt x="191747" y="0"/>
                </a:lnTo>
                <a:lnTo>
                  <a:pt x="205789" y="114522"/>
                </a:lnTo>
                <a:lnTo>
                  <a:pt x="65227" y="123407"/>
                </a:lnTo>
                <a:lnTo>
                  <a:pt x="13602" y="12636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1" name="object 191" descr=""/>
          <p:cNvPicPr/>
          <p:nvPr/>
        </p:nvPicPr>
        <p:blipFill>
          <a:blip r:embed="rId119" cstate="print"/>
          <a:stretch>
            <a:fillRect/>
          </a:stretch>
        </p:blipFill>
        <p:spPr>
          <a:xfrm>
            <a:off x="14544623" y="7265336"/>
            <a:ext cx="207105" cy="124614"/>
          </a:xfrm>
          <a:prstGeom prst="rect">
            <a:avLst/>
          </a:prstGeom>
        </p:spPr>
      </p:pic>
      <p:sp>
        <p:nvSpPr>
          <p:cNvPr id="192" name="object 192" descr=""/>
          <p:cNvSpPr/>
          <p:nvPr/>
        </p:nvSpPr>
        <p:spPr>
          <a:xfrm>
            <a:off x="14960590" y="7231988"/>
            <a:ext cx="208915" cy="121285"/>
          </a:xfrm>
          <a:custGeom>
            <a:avLst/>
            <a:gdLst/>
            <a:ahLst/>
            <a:cxnLst/>
            <a:rect l="l" t="t" r="r" b="b"/>
            <a:pathLst>
              <a:path w="208915" h="121284">
                <a:moveTo>
                  <a:pt x="16234" y="121103"/>
                </a:moveTo>
                <a:lnTo>
                  <a:pt x="0" y="16235"/>
                </a:lnTo>
                <a:lnTo>
                  <a:pt x="191748" y="0"/>
                </a:lnTo>
                <a:lnTo>
                  <a:pt x="208421" y="101358"/>
                </a:lnTo>
                <a:lnTo>
                  <a:pt x="67860" y="116044"/>
                </a:lnTo>
                <a:lnTo>
                  <a:pt x="16234" y="12110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3" name="object 193" descr=""/>
          <p:cNvPicPr/>
          <p:nvPr/>
        </p:nvPicPr>
        <p:blipFill>
          <a:blip r:embed="rId120" cstate="print"/>
          <a:stretch>
            <a:fillRect/>
          </a:stretch>
        </p:blipFill>
        <p:spPr>
          <a:xfrm>
            <a:off x="15376166" y="7192059"/>
            <a:ext cx="209689" cy="115838"/>
          </a:xfrm>
          <a:prstGeom prst="rect">
            <a:avLst/>
          </a:prstGeom>
        </p:spPr>
      </p:pic>
      <p:sp>
        <p:nvSpPr>
          <p:cNvPr id="194" name="object 194" descr=""/>
          <p:cNvSpPr/>
          <p:nvPr/>
        </p:nvSpPr>
        <p:spPr>
          <a:xfrm>
            <a:off x="15791646" y="7149058"/>
            <a:ext cx="210820" cy="109855"/>
          </a:xfrm>
          <a:custGeom>
            <a:avLst/>
            <a:gdLst/>
            <a:ahLst/>
            <a:cxnLst/>
            <a:rect l="l" t="t" r="r" b="b"/>
            <a:pathLst>
              <a:path w="210819" h="109854">
                <a:moveTo>
                  <a:pt x="18428" y="109695"/>
                </a:moveTo>
                <a:lnTo>
                  <a:pt x="0" y="20184"/>
                </a:lnTo>
                <a:lnTo>
                  <a:pt x="191748" y="0"/>
                </a:lnTo>
                <a:lnTo>
                  <a:pt x="210615" y="85562"/>
                </a:lnTo>
                <a:lnTo>
                  <a:pt x="18428" y="10969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 descr=""/>
          <p:cNvSpPr/>
          <p:nvPr/>
        </p:nvSpPr>
        <p:spPr>
          <a:xfrm>
            <a:off x="16207612" y="7103864"/>
            <a:ext cx="212090" cy="102235"/>
          </a:xfrm>
          <a:custGeom>
            <a:avLst/>
            <a:gdLst/>
            <a:ahLst/>
            <a:cxnLst/>
            <a:rect l="l" t="t" r="r" b="b"/>
            <a:pathLst>
              <a:path w="212090" h="102234">
                <a:moveTo>
                  <a:pt x="19744" y="102236"/>
                </a:moveTo>
                <a:lnTo>
                  <a:pt x="0" y="21061"/>
                </a:lnTo>
                <a:lnTo>
                  <a:pt x="191748" y="0"/>
                </a:lnTo>
                <a:lnTo>
                  <a:pt x="211931" y="77225"/>
                </a:lnTo>
                <a:lnTo>
                  <a:pt x="19744" y="10223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 descr=""/>
          <p:cNvSpPr/>
          <p:nvPr/>
        </p:nvSpPr>
        <p:spPr>
          <a:xfrm>
            <a:off x="16623140" y="7058230"/>
            <a:ext cx="213360" cy="93980"/>
          </a:xfrm>
          <a:custGeom>
            <a:avLst/>
            <a:gdLst/>
            <a:ahLst/>
            <a:cxnLst/>
            <a:rect l="l" t="t" r="r" b="b"/>
            <a:pathLst>
              <a:path w="213359" h="93979">
                <a:moveTo>
                  <a:pt x="21060" y="93899"/>
                </a:moveTo>
                <a:lnTo>
                  <a:pt x="0" y="21061"/>
                </a:lnTo>
                <a:lnTo>
                  <a:pt x="191747" y="0"/>
                </a:lnTo>
                <a:lnTo>
                  <a:pt x="213247" y="69327"/>
                </a:lnTo>
                <a:lnTo>
                  <a:pt x="21060" y="9389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 descr=""/>
          <p:cNvSpPr/>
          <p:nvPr/>
        </p:nvSpPr>
        <p:spPr>
          <a:xfrm>
            <a:off x="17039107" y="7013913"/>
            <a:ext cx="214629" cy="85725"/>
          </a:xfrm>
          <a:custGeom>
            <a:avLst/>
            <a:gdLst/>
            <a:ahLst/>
            <a:cxnLst/>
            <a:rect l="l" t="t" r="r" b="b"/>
            <a:pathLst>
              <a:path w="214630" h="85725">
                <a:moveTo>
                  <a:pt x="22377" y="85124"/>
                </a:moveTo>
                <a:lnTo>
                  <a:pt x="437" y="20183"/>
                </a:lnTo>
                <a:lnTo>
                  <a:pt x="0" y="20183"/>
                </a:lnTo>
                <a:lnTo>
                  <a:pt x="191747" y="0"/>
                </a:lnTo>
                <a:lnTo>
                  <a:pt x="214564" y="61429"/>
                </a:lnTo>
                <a:lnTo>
                  <a:pt x="22377" y="8512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 descr=""/>
          <p:cNvSpPr/>
          <p:nvPr/>
        </p:nvSpPr>
        <p:spPr>
          <a:xfrm>
            <a:off x="17454633" y="6980356"/>
            <a:ext cx="114935" cy="69215"/>
          </a:xfrm>
          <a:custGeom>
            <a:avLst/>
            <a:gdLst/>
            <a:ahLst/>
            <a:cxnLst/>
            <a:rect l="l" t="t" r="r" b="b"/>
            <a:pathLst>
              <a:path w="114934" h="69215">
                <a:moveTo>
                  <a:pt x="23255" y="68660"/>
                </a:moveTo>
                <a:lnTo>
                  <a:pt x="11627" y="40743"/>
                </a:lnTo>
                <a:lnTo>
                  <a:pt x="0" y="11180"/>
                </a:lnTo>
                <a:lnTo>
                  <a:pt x="114620" y="0"/>
                </a:lnTo>
                <a:lnTo>
                  <a:pt x="114620" y="57910"/>
                </a:lnTo>
                <a:lnTo>
                  <a:pt x="23255" y="6866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 descr=""/>
          <p:cNvSpPr/>
          <p:nvPr/>
        </p:nvSpPr>
        <p:spPr>
          <a:xfrm>
            <a:off x="1310080" y="8082468"/>
            <a:ext cx="72390" cy="118745"/>
          </a:xfrm>
          <a:custGeom>
            <a:avLst/>
            <a:gdLst/>
            <a:ahLst/>
            <a:cxnLst/>
            <a:rect l="l" t="t" r="r" b="b"/>
            <a:pathLst>
              <a:path w="72390" h="118745">
                <a:moveTo>
                  <a:pt x="48232" y="118353"/>
                </a:moveTo>
                <a:lnTo>
                  <a:pt x="0" y="102797"/>
                </a:lnTo>
                <a:lnTo>
                  <a:pt x="0" y="0"/>
                </a:lnTo>
                <a:lnTo>
                  <a:pt x="71926" y="24015"/>
                </a:lnTo>
                <a:lnTo>
                  <a:pt x="48232" y="11835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" name="object 200" descr=""/>
          <p:cNvSpPr/>
          <p:nvPr/>
        </p:nvSpPr>
        <p:spPr>
          <a:xfrm>
            <a:off x="1584725" y="8184148"/>
            <a:ext cx="215900" cy="156210"/>
          </a:xfrm>
          <a:custGeom>
            <a:avLst/>
            <a:gdLst/>
            <a:ahLst/>
            <a:cxnLst/>
            <a:rect l="l" t="t" r="r" b="b"/>
            <a:pathLst>
              <a:path w="215900" h="156209">
                <a:moveTo>
                  <a:pt x="193503" y="156206"/>
                </a:moveTo>
                <a:lnTo>
                  <a:pt x="0" y="90827"/>
                </a:lnTo>
                <a:lnTo>
                  <a:pt x="22816" y="0"/>
                </a:lnTo>
                <a:lnTo>
                  <a:pt x="215881" y="68450"/>
                </a:lnTo>
                <a:lnTo>
                  <a:pt x="193503" y="15620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object 201" descr=""/>
          <p:cNvSpPr/>
          <p:nvPr/>
        </p:nvSpPr>
        <p:spPr>
          <a:xfrm>
            <a:off x="2004202" y="8333773"/>
            <a:ext cx="214629" cy="152400"/>
          </a:xfrm>
          <a:custGeom>
            <a:avLst/>
            <a:gdLst/>
            <a:ahLst/>
            <a:cxnLst/>
            <a:rect l="l" t="t" r="r" b="b"/>
            <a:pathLst>
              <a:path w="214630" h="152400">
                <a:moveTo>
                  <a:pt x="193503" y="151819"/>
                </a:moveTo>
                <a:lnTo>
                  <a:pt x="0" y="84246"/>
                </a:lnTo>
                <a:lnTo>
                  <a:pt x="21500" y="0"/>
                </a:lnTo>
                <a:lnTo>
                  <a:pt x="214565" y="70644"/>
                </a:lnTo>
                <a:lnTo>
                  <a:pt x="193503" y="15181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" name="object 202" descr=""/>
          <p:cNvSpPr/>
          <p:nvPr/>
        </p:nvSpPr>
        <p:spPr>
          <a:xfrm>
            <a:off x="2424117" y="8486909"/>
            <a:ext cx="213360" cy="146685"/>
          </a:xfrm>
          <a:custGeom>
            <a:avLst/>
            <a:gdLst/>
            <a:ahLst/>
            <a:cxnLst/>
            <a:rect l="l" t="t" r="r" b="b"/>
            <a:pathLst>
              <a:path w="213360" h="146684">
                <a:moveTo>
                  <a:pt x="20508" y="438"/>
                </a:moveTo>
                <a:lnTo>
                  <a:pt x="20183" y="438"/>
                </a:lnTo>
                <a:lnTo>
                  <a:pt x="20622" y="0"/>
                </a:lnTo>
                <a:lnTo>
                  <a:pt x="20508" y="438"/>
                </a:lnTo>
                <a:close/>
              </a:path>
              <a:path w="213360" h="146684">
                <a:moveTo>
                  <a:pt x="193503" y="146114"/>
                </a:moveTo>
                <a:lnTo>
                  <a:pt x="0" y="78103"/>
                </a:lnTo>
                <a:lnTo>
                  <a:pt x="5567" y="57384"/>
                </a:lnTo>
                <a:lnTo>
                  <a:pt x="10311" y="39380"/>
                </a:lnTo>
                <a:lnTo>
                  <a:pt x="20508" y="438"/>
                </a:lnTo>
                <a:lnTo>
                  <a:pt x="20183" y="438"/>
                </a:lnTo>
                <a:lnTo>
                  <a:pt x="213248" y="71082"/>
                </a:lnTo>
                <a:lnTo>
                  <a:pt x="203376" y="108763"/>
                </a:lnTo>
                <a:lnTo>
                  <a:pt x="193503" y="14611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" name="object 203" descr=""/>
          <p:cNvSpPr/>
          <p:nvPr/>
        </p:nvSpPr>
        <p:spPr>
          <a:xfrm>
            <a:off x="2843155" y="8640043"/>
            <a:ext cx="212725" cy="138430"/>
          </a:xfrm>
          <a:custGeom>
            <a:avLst/>
            <a:gdLst/>
            <a:ahLst/>
            <a:cxnLst/>
            <a:rect l="l" t="t" r="r" b="b"/>
            <a:pathLst>
              <a:path w="212725" h="138429">
                <a:moveTo>
                  <a:pt x="193503" y="138217"/>
                </a:moveTo>
                <a:lnTo>
                  <a:pt x="0" y="71521"/>
                </a:lnTo>
                <a:lnTo>
                  <a:pt x="5238" y="52386"/>
                </a:lnTo>
                <a:lnTo>
                  <a:pt x="14068" y="19382"/>
                </a:lnTo>
                <a:lnTo>
                  <a:pt x="19306" y="0"/>
                </a:lnTo>
                <a:lnTo>
                  <a:pt x="212370" y="69327"/>
                </a:lnTo>
                <a:lnTo>
                  <a:pt x="207324" y="88113"/>
                </a:lnTo>
                <a:lnTo>
                  <a:pt x="202937" y="104101"/>
                </a:lnTo>
                <a:lnTo>
                  <a:pt x="193503" y="13821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object 204" descr=""/>
          <p:cNvSpPr/>
          <p:nvPr/>
        </p:nvSpPr>
        <p:spPr>
          <a:xfrm>
            <a:off x="3263070" y="8788791"/>
            <a:ext cx="211454" cy="129539"/>
          </a:xfrm>
          <a:custGeom>
            <a:avLst/>
            <a:gdLst/>
            <a:ahLst/>
            <a:cxnLst/>
            <a:rect l="l" t="t" r="r" b="b"/>
            <a:pathLst>
              <a:path w="211454" h="129540">
                <a:moveTo>
                  <a:pt x="193503" y="129002"/>
                </a:moveTo>
                <a:lnTo>
                  <a:pt x="0" y="65817"/>
                </a:lnTo>
                <a:lnTo>
                  <a:pt x="17990" y="0"/>
                </a:lnTo>
                <a:lnTo>
                  <a:pt x="159168" y="48375"/>
                </a:lnTo>
                <a:lnTo>
                  <a:pt x="211054" y="65817"/>
                </a:lnTo>
                <a:lnTo>
                  <a:pt x="193503" y="12900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object 205" descr=""/>
          <p:cNvSpPr/>
          <p:nvPr/>
        </p:nvSpPr>
        <p:spPr>
          <a:xfrm>
            <a:off x="3682547" y="8929201"/>
            <a:ext cx="210185" cy="118745"/>
          </a:xfrm>
          <a:custGeom>
            <a:avLst/>
            <a:gdLst/>
            <a:ahLst/>
            <a:cxnLst/>
            <a:rect l="l" t="t" r="r" b="b"/>
            <a:pathLst>
              <a:path w="210185" h="118745">
                <a:moveTo>
                  <a:pt x="193503" y="118471"/>
                </a:moveTo>
                <a:lnTo>
                  <a:pt x="51954" y="76019"/>
                </a:lnTo>
                <a:lnTo>
                  <a:pt x="0" y="60113"/>
                </a:lnTo>
                <a:lnTo>
                  <a:pt x="16673" y="0"/>
                </a:lnTo>
                <a:lnTo>
                  <a:pt x="113206" y="30769"/>
                </a:lnTo>
                <a:lnTo>
                  <a:pt x="209738" y="60552"/>
                </a:lnTo>
                <a:lnTo>
                  <a:pt x="193503" y="11847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object 206" descr=""/>
          <p:cNvSpPr/>
          <p:nvPr/>
        </p:nvSpPr>
        <p:spPr>
          <a:xfrm>
            <a:off x="4102462" y="9056449"/>
            <a:ext cx="208915" cy="107314"/>
          </a:xfrm>
          <a:custGeom>
            <a:avLst/>
            <a:gdLst/>
            <a:ahLst/>
            <a:cxnLst/>
            <a:rect l="l" t="t" r="r" b="b"/>
            <a:pathLst>
              <a:path w="208914" h="107315">
                <a:moveTo>
                  <a:pt x="15670" y="437"/>
                </a:moveTo>
                <a:lnTo>
                  <a:pt x="15357" y="437"/>
                </a:lnTo>
                <a:lnTo>
                  <a:pt x="15796" y="0"/>
                </a:lnTo>
                <a:lnTo>
                  <a:pt x="15670" y="437"/>
                </a:lnTo>
                <a:close/>
              </a:path>
              <a:path w="208914" h="107315">
                <a:moveTo>
                  <a:pt x="193503" y="107062"/>
                </a:moveTo>
                <a:lnTo>
                  <a:pt x="96752" y="81832"/>
                </a:lnTo>
                <a:lnTo>
                  <a:pt x="0" y="55286"/>
                </a:lnTo>
                <a:lnTo>
                  <a:pt x="11415" y="15240"/>
                </a:lnTo>
                <a:lnTo>
                  <a:pt x="15670" y="437"/>
                </a:lnTo>
                <a:lnTo>
                  <a:pt x="15357" y="437"/>
                </a:lnTo>
                <a:lnTo>
                  <a:pt x="111889" y="27861"/>
                </a:lnTo>
                <a:lnTo>
                  <a:pt x="208421" y="53969"/>
                </a:lnTo>
                <a:lnTo>
                  <a:pt x="197376" y="93151"/>
                </a:lnTo>
                <a:lnTo>
                  <a:pt x="193503" y="10706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7" name="object 207" descr=""/>
          <p:cNvPicPr/>
          <p:nvPr/>
        </p:nvPicPr>
        <p:blipFill>
          <a:blip r:embed="rId121" cstate="print"/>
          <a:stretch>
            <a:fillRect/>
          </a:stretch>
        </p:blipFill>
        <p:spPr>
          <a:xfrm>
            <a:off x="7461345" y="9078387"/>
            <a:ext cx="196138" cy="83621"/>
          </a:xfrm>
          <a:prstGeom prst="rect">
            <a:avLst/>
          </a:prstGeom>
        </p:spPr>
      </p:pic>
      <p:sp>
        <p:nvSpPr>
          <p:cNvPr id="208" name="object 208" descr=""/>
          <p:cNvSpPr/>
          <p:nvPr/>
        </p:nvSpPr>
        <p:spPr>
          <a:xfrm>
            <a:off x="7878630" y="8953334"/>
            <a:ext cx="197485" cy="122555"/>
          </a:xfrm>
          <a:custGeom>
            <a:avLst/>
            <a:gdLst/>
            <a:ahLst/>
            <a:cxnLst/>
            <a:rect l="l" t="t" r="r" b="b"/>
            <a:pathLst>
              <a:path w="197484" h="122554">
                <a:moveTo>
                  <a:pt x="0" y="122420"/>
                </a:moveTo>
                <a:lnTo>
                  <a:pt x="4387" y="59674"/>
                </a:lnTo>
                <a:lnTo>
                  <a:pt x="100920" y="30330"/>
                </a:lnTo>
                <a:lnTo>
                  <a:pt x="197452" y="0"/>
                </a:lnTo>
                <a:lnTo>
                  <a:pt x="193503" y="65378"/>
                </a:lnTo>
                <a:lnTo>
                  <a:pt x="51954" y="107337"/>
                </a:lnTo>
                <a:lnTo>
                  <a:pt x="0" y="12242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 descr=""/>
          <p:cNvSpPr/>
          <p:nvPr/>
        </p:nvSpPr>
        <p:spPr>
          <a:xfrm>
            <a:off x="8298107" y="8815118"/>
            <a:ext cx="196215" cy="133985"/>
          </a:xfrm>
          <a:custGeom>
            <a:avLst/>
            <a:gdLst/>
            <a:ahLst/>
            <a:cxnLst/>
            <a:rect l="l" t="t" r="r" b="b"/>
            <a:pathLst>
              <a:path w="196215" h="133984">
                <a:moveTo>
                  <a:pt x="0" y="133828"/>
                </a:moveTo>
                <a:lnTo>
                  <a:pt x="3510" y="65378"/>
                </a:lnTo>
                <a:lnTo>
                  <a:pt x="3071" y="64939"/>
                </a:lnTo>
                <a:lnTo>
                  <a:pt x="144250" y="17674"/>
                </a:lnTo>
                <a:lnTo>
                  <a:pt x="196136" y="0"/>
                </a:lnTo>
                <a:lnTo>
                  <a:pt x="193503" y="71521"/>
                </a:lnTo>
                <a:lnTo>
                  <a:pt x="51954" y="117306"/>
                </a:lnTo>
                <a:lnTo>
                  <a:pt x="0" y="13382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 descr=""/>
          <p:cNvSpPr/>
          <p:nvPr/>
        </p:nvSpPr>
        <p:spPr>
          <a:xfrm>
            <a:off x="8717584" y="8667686"/>
            <a:ext cx="195580" cy="143510"/>
          </a:xfrm>
          <a:custGeom>
            <a:avLst/>
            <a:gdLst/>
            <a:ahLst/>
            <a:cxnLst/>
            <a:rect l="l" t="t" r="r" b="b"/>
            <a:pathLst>
              <a:path w="195579" h="143509">
                <a:moveTo>
                  <a:pt x="0" y="143482"/>
                </a:moveTo>
                <a:lnTo>
                  <a:pt x="2193" y="68889"/>
                </a:lnTo>
                <a:lnTo>
                  <a:pt x="195258" y="0"/>
                </a:lnTo>
                <a:lnTo>
                  <a:pt x="193503" y="77664"/>
                </a:lnTo>
                <a:lnTo>
                  <a:pt x="51954" y="126040"/>
                </a:lnTo>
                <a:lnTo>
                  <a:pt x="0" y="14348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1" name="object 211" descr=""/>
          <p:cNvPicPr/>
          <p:nvPr/>
        </p:nvPicPr>
        <p:blipFill>
          <a:blip r:embed="rId122" cstate="print"/>
          <a:stretch>
            <a:fillRect/>
          </a:stretch>
        </p:blipFill>
        <p:spPr>
          <a:xfrm>
            <a:off x="9137498" y="8514990"/>
            <a:ext cx="193503" cy="151380"/>
          </a:xfrm>
          <a:prstGeom prst="rect">
            <a:avLst/>
          </a:prstGeom>
        </p:spPr>
      </p:pic>
      <p:sp>
        <p:nvSpPr>
          <p:cNvPr id="212" name="object 212" descr=""/>
          <p:cNvSpPr/>
          <p:nvPr/>
        </p:nvSpPr>
        <p:spPr>
          <a:xfrm>
            <a:off x="9556538" y="8361416"/>
            <a:ext cx="194310" cy="158115"/>
          </a:xfrm>
          <a:custGeom>
            <a:avLst/>
            <a:gdLst/>
            <a:ahLst/>
            <a:cxnLst/>
            <a:rect l="l" t="t" r="r" b="b"/>
            <a:pathLst>
              <a:path w="194309" h="158115">
                <a:moveTo>
                  <a:pt x="437" y="157961"/>
                </a:moveTo>
                <a:lnTo>
                  <a:pt x="437" y="70643"/>
                </a:lnTo>
                <a:lnTo>
                  <a:pt x="0" y="70644"/>
                </a:lnTo>
                <a:lnTo>
                  <a:pt x="193064" y="0"/>
                </a:lnTo>
                <a:lnTo>
                  <a:pt x="193941" y="90389"/>
                </a:lnTo>
                <a:lnTo>
                  <a:pt x="437" y="15796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3" name="object 213" descr=""/>
          <p:cNvPicPr/>
          <p:nvPr/>
        </p:nvPicPr>
        <p:blipFill>
          <a:blip r:embed="rId123" cstate="print"/>
          <a:stretch>
            <a:fillRect/>
          </a:stretch>
        </p:blipFill>
        <p:spPr>
          <a:xfrm>
            <a:off x="9974706" y="8210913"/>
            <a:ext cx="195248" cy="162349"/>
          </a:xfrm>
          <a:prstGeom prst="rect">
            <a:avLst/>
          </a:prstGeom>
        </p:spPr>
      </p:pic>
      <p:pic>
        <p:nvPicPr>
          <p:cNvPr id="214" name="object 214" descr=""/>
          <p:cNvPicPr/>
          <p:nvPr/>
        </p:nvPicPr>
        <p:blipFill>
          <a:blip r:embed="rId124" cstate="print"/>
          <a:stretch>
            <a:fillRect/>
          </a:stretch>
        </p:blipFill>
        <p:spPr>
          <a:xfrm>
            <a:off x="10393297" y="8067431"/>
            <a:ext cx="196574" cy="164982"/>
          </a:xfrm>
          <a:prstGeom prst="rect">
            <a:avLst/>
          </a:prstGeom>
        </p:spPr>
      </p:pic>
      <p:pic>
        <p:nvPicPr>
          <p:cNvPr id="215" name="object 215" descr=""/>
          <p:cNvPicPr/>
          <p:nvPr/>
        </p:nvPicPr>
        <p:blipFill>
          <a:blip r:embed="rId125" cstate="print"/>
          <a:stretch>
            <a:fillRect/>
          </a:stretch>
        </p:blipFill>
        <p:spPr>
          <a:xfrm>
            <a:off x="10811457" y="7934480"/>
            <a:ext cx="197452" cy="165421"/>
          </a:xfrm>
          <a:prstGeom prst="rect">
            <a:avLst/>
          </a:prstGeom>
        </p:spPr>
      </p:pic>
      <p:pic>
        <p:nvPicPr>
          <p:cNvPr id="216" name="object 216" descr=""/>
          <p:cNvPicPr/>
          <p:nvPr/>
        </p:nvPicPr>
        <p:blipFill>
          <a:blip r:embed="rId126" cstate="print"/>
          <a:stretch>
            <a:fillRect/>
          </a:stretch>
        </p:blipFill>
        <p:spPr>
          <a:xfrm>
            <a:off x="11230076" y="7816886"/>
            <a:ext cx="198748" cy="163227"/>
          </a:xfrm>
          <a:prstGeom prst="rect">
            <a:avLst/>
          </a:prstGeom>
        </p:spPr>
      </p:pic>
      <p:pic>
        <p:nvPicPr>
          <p:cNvPr id="217" name="object 217" descr=""/>
          <p:cNvPicPr/>
          <p:nvPr/>
        </p:nvPicPr>
        <p:blipFill>
          <a:blip r:embed="rId127" cstate="print"/>
          <a:stretch>
            <a:fillRect/>
          </a:stretch>
        </p:blipFill>
        <p:spPr>
          <a:xfrm>
            <a:off x="11648216" y="7718160"/>
            <a:ext cx="200085" cy="159277"/>
          </a:xfrm>
          <a:prstGeom prst="rect">
            <a:avLst/>
          </a:prstGeom>
        </p:spPr>
      </p:pic>
      <p:pic>
        <p:nvPicPr>
          <p:cNvPr id="218" name="object 218" descr=""/>
          <p:cNvPicPr/>
          <p:nvPr/>
        </p:nvPicPr>
        <p:blipFill>
          <a:blip r:embed="rId128" cstate="print"/>
          <a:stretch>
            <a:fillRect/>
          </a:stretch>
        </p:blipFill>
        <p:spPr>
          <a:xfrm>
            <a:off x="12066816" y="7642690"/>
            <a:ext cx="201401" cy="152257"/>
          </a:xfrm>
          <a:prstGeom prst="rect">
            <a:avLst/>
          </a:prstGeom>
        </p:spPr>
      </p:pic>
      <p:pic>
        <p:nvPicPr>
          <p:cNvPr id="219" name="object 219" descr=""/>
          <p:cNvPicPr/>
          <p:nvPr/>
        </p:nvPicPr>
        <p:blipFill>
          <a:blip r:embed="rId129" cstate="print"/>
          <a:stretch>
            <a:fillRect/>
          </a:stretch>
        </p:blipFill>
        <p:spPr>
          <a:xfrm>
            <a:off x="12903608" y="7579552"/>
            <a:ext cx="203561" cy="129832"/>
          </a:xfrm>
          <a:prstGeom prst="rect">
            <a:avLst/>
          </a:prstGeom>
        </p:spPr>
      </p:pic>
      <p:pic>
        <p:nvPicPr>
          <p:cNvPr id="220" name="object 220" descr=""/>
          <p:cNvPicPr/>
          <p:nvPr/>
        </p:nvPicPr>
        <p:blipFill>
          <a:blip r:embed="rId130" cstate="print"/>
          <a:stretch>
            <a:fillRect/>
          </a:stretch>
        </p:blipFill>
        <p:spPr>
          <a:xfrm>
            <a:off x="12484976" y="7594423"/>
            <a:ext cx="202717" cy="143043"/>
          </a:xfrm>
          <a:prstGeom prst="rect">
            <a:avLst/>
          </a:prstGeom>
        </p:spPr>
      </p:pic>
      <p:pic>
        <p:nvPicPr>
          <p:cNvPr id="221" name="object 221" descr=""/>
          <p:cNvPicPr/>
          <p:nvPr/>
        </p:nvPicPr>
        <p:blipFill>
          <a:blip r:embed="rId131" cstate="print"/>
          <a:stretch>
            <a:fillRect/>
          </a:stretch>
        </p:blipFill>
        <p:spPr>
          <a:xfrm>
            <a:off x="13321735" y="7583454"/>
            <a:ext cx="204911" cy="126808"/>
          </a:xfrm>
          <a:prstGeom prst="rect">
            <a:avLst/>
          </a:prstGeom>
        </p:spPr>
      </p:pic>
      <p:pic>
        <p:nvPicPr>
          <p:cNvPr id="222" name="object 222" descr=""/>
          <p:cNvPicPr/>
          <p:nvPr/>
        </p:nvPicPr>
        <p:blipFill>
          <a:blip r:embed="rId132" cstate="print"/>
          <a:stretch>
            <a:fillRect/>
          </a:stretch>
        </p:blipFill>
        <p:spPr>
          <a:xfrm>
            <a:off x="13740334" y="7568096"/>
            <a:ext cx="206227" cy="129879"/>
          </a:xfrm>
          <a:prstGeom prst="rect">
            <a:avLst/>
          </a:prstGeom>
        </p:spPr>
      </p:pic>
      <p:pic>
        <p:nvPicPr>
          <p:cNvPr id="223" name="object 223" descr=""/>
          <p:cNvPicPr/>
          <p:nvPr/>
        </p:nvPicPr>
        <p:blipFill>
          <a:blip r:embed="rId133" cstate="print"/>
          <a:stretch>
            <a:fillRect/>
          </a:stretch>
        </p:blipFill>
        <p:spPr>
          <a:xfrm>
            <a:off x="14158495" y="7538697"/>
            <a:ext cx="207543" cy="130318"/>
          </a:xfrm>
          <a:prstGeom prst="rect">
            <a:avLst/>
          </a:prstGeom>
        </p:spPr>
      </p:pic>
      <p:pic>
        <p:nvPicPr>
          <p:cNvPr id="224" name="object 224" descr=""/>
          <p:cNvPicPr/>
          <p:nvPr/>
        </p:nvPicPr>
        <p:blipFill>
          <a:blip r:embed="rId134" cstate="print"/>
          <a:stretch>
            <a:fillRect/>
          </a:stretch>
        </p:blipFill>
        <p:spPr>
          <a:xfrm>
            <a:off x="14577093" y="7498330"/>
            <a:ext cx="208859" cy="128124"/>
          </a:xfrm>
          <a:prstGeom prst="rect">
            <a:avLst/>
          </a:prstGeom>
        </p:spPr>
      </p:pic>
      <p:pic>
        <p:nvPicPr>
          <p:cNvPr id="225" name="object 225" descr=""/>
          <p:cNvPicPr/>
          <p:nvPr/>
        </p:nvPicPr>
        <p:blipFill>
          <a:blip r:embed="rId135" cstate="print"/>
          <a:stretch>
            <a:fillRect/>
          </a:stretch>
        </p:blipFill>
        <p:spPr>
          <a:xfrm>
            <a:off x="14995256" y="7448747"/>
            <a:ext cx="209735" cy="124614"/>
          </a:xfrm>
          <a:prstGeom prst="rect">
            <a:avLst/>
          </a:prstGeom>
        </p:spPr>
      </p:pic>
      <p:sp>
        <p:nvSpPr>
          <p:cNvPr id="226" name="object 226" descr=""/>
          <p:cNvSpPr/>
          <p:nvPr/>
        </p:nvSpPr>
        <p:spPr>
          <a:xfrm>
            <a:off x="15413854" y="7392144"/>
            <a:ext cx="211454" cy="119380"/>
          </a:xfrm>
          <a:custGeom>
            <a:avLst/>
            <a:gdLst/>
            <a:ahLst/>
            <a:cxnLst/>
            <a:rect l="l" t="t" r="r" b="b"/>
            <a:pathLst>
              <a:path w="211455" h="119379">
                <a:moveTo>
                  <a:pt x="17550" y="118910"/>
                </a:moveTo>
                <a:lnTo>
                  <a:pt x="0" y="26765"/>
                </a:lnTo>
                <a:lnTo>
                  <a:pt x="193064" y="0"/>
                </a:lnTo>
                <a:lnTo>
                  <a:pt x="211054" y="88195"/>
                </a:lnTo>
                <a:lnTo>
                  <a:pt x="69505" y="110902"/>
                </a:lnTo>
                <a:lnTo>
                  <a:pt x="17550" y="11891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object 227" descr=""/>
          <p:cNvSpPr/>
          <p:nvPr/>
        </p:nvSpPr>
        <p:spPr>
          <a:xfrm>
            <a:off x="15832013" y="7331154"/>
            <a:ext cx="212725" cy="112395"/>
          </a:xfrm>
          <a:custGeom>
            <a:avLst/>
            <a:gdLst/>
            <a:ahLst/>
            <a:cxnLst/>
            <a:rect l="l" t="t" r="r" b="b"/>
            <a:pathLst>
              <a:path w="212725" h="112395">
                <a:moveTo>
                  <a:pt x="18867" y="111889"/>
                </a:moveTo>
                <a:lnTo>
                  <a:pt x="0" y="28520"/>
                </a:lnTo>
                <a:lnTo>
                  <a:pt x="193064" y="0"/>
                </a:lnTo>
                <a:lnTo>
                  <a:pt x="212370" y="78981"/>
                </a:lnTo>
                <a:lnTo>
                  <a:pt x="18867" y="11188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object 228" descr=""/>
          <p:cNvSpPr/>
          <p:nvPr/>
        </p:nvSpPr>
        <p:spPr>
          <a:xfrm>
            <a:off x="16250173" y="7267091"/>
            <a:ext cx="213995" cy="104139"/>
          </a:xfrm>
          <a:custGeom>
            <a:avLst/>
            <a:gdLst/>
            <a:ahLst/>
            <a:cxnLst/>
            <a:rect l="l" t="t" r="r" b="b"/>
            <a:pathLst>
              <a:path w="213994" h="104140">
                <a:moveTo>
                  <a:pt x="20183" y="103552"/>
                </a:moveTo>
                <a:lnTo>
                  <a:pt x="437" y="29398"/>
                </a:lnTo>
                <a:lnTo>
                  <a:pt x="0" y="29398"/>
                </a:lnTo>
                <a:lnTo>
                  <a:pt x="193064" y="0"/>
                </a:lnTo>
                <a:lnTo>
                  <a:pt x="213686" y="69766"/>
                </a:lnTo>
                <a:lnTo>
                  <a:pt x="20183" y="10355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9" name="object 229" descr=""/>
          <p:cNvPicPr/>
          <p:nvPr/>
        </p:nvPicPr>
        <p:blipFill>
          <a:blip r:embed="rId136" cstate="print"/>
          <a:stretch>
            <a:fillRect/>
          </a:stretch>
        </p:blipFill>
        <p:spPr>
          <a:xfrm>
            <a:off x="16668771" y="7203029"/>
            <a:ext cx="214565" cy="93899"/>
          </a:xfrm>
          <a:prstGeom prst="rect">
            <a:avLst/>
          </a:prstGeom>
        </p:spPr>
      </p:pic>
      <p:sp>
        <p:nvSpPr>
          <p:cNvPr id="230" name="object 230" descr=""/>
          <p:cNvSpPr/>
          <p:nvPr/>
        </p:nvSpPr>
        <p:spPr>
          <a:xfrm>
            <a:off x="17086933" y="7141599"/>
            <a:ext cx="215900" cy="83820"/>
          </a:xfrm>
          <a:custGeom>
            <a:avLst/>
            <a:gdLst/>
            <a:ahLst/>
            <a:cxnLst/>
            <a:rect l="l" t="t" r="r" b="b"/>
            <a:pathLst>
              <a:path w="215900" h="83820">
                <a:moveTo>
                  <a:pt x="22377" y="83807"/>
                </a:moveTo>
                <a:lnTo>
                  <a:pt x="0" y="28082"/>
                </a:lnTo>
                <a:lnTo>
                  <a:pt x="193064" y="0"/>
                </a:lnTo>
                <a:lnTo>
                  <a:pt x="209724" y="38379"/>
                </a:lnTo>
                <a:lnTo>
                  <a:pt x="215880" y="51776"/>
                </a:lnTo>
                <a:lnTo>
                  <a:pt x="22377" y="8380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1" name="object 231" descr=""/>
          <p:cNvSpPr/>
          <p:nvPr/>
        </p:nvSpPr>
        <p:spPr>
          <a:xfrm>
            <a:off x="17505531" y="7100898"/>
            <a:ext cx="64135" cy="56515"/>
          </a:xfrm>
          <a:custGeom>
            <a:avLst/>
            <a:gdLst/>
            <a:ahLst/>
            <a:cxnLst/>
            <a:rect l="l" t="t" r="r" b="b"/>
            <a:pathLst>
              <a:path w="64134" h="56515">
                <a:moveTo>
                  <a:pt x="23694" y="56058"/>
                </a:moveTo>
                <a:lnTo>
                  <a:pt x="12012" y="33022"/>
                </a:lnTo>
                <a:lnTo>
                  <a:pt x="0" y="8669"/>
                </a:lnTo>
                <a:lnTo>
                  <a:pt x="63723" y="0"/>
                </a:lnTo>
                <a:lnTo>
                  <a:pt x="63723" y="49904"/>
                </a:lnTo>
                <a:lnTo>
                  <a:pt x="23694" y="5605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2" name="object 232" descr=""/>
          <p:cNvSpPr/>
          <p:nvPr/>
        </p:nvSpPr>
        <p:spPr>
          <a:xfrm>
            <a:off x="1310080" y="8304738"/>
            <a:ext cx="21590" cy="90805"/>
          </a:xfrm>
          <a:custGeom>
            <a:avLst/>
            <a:gdLst/>
            <a:ahLst/>
            <a:cxnLst/>
            <a:rect l="l" t="t" r="r" b="b"/>
            <a:pathLst>
              <a:path w="21590" h="90804">
                <a:moveTo>
                  <a:pt x="0" y="90180"/>
                </a:moveTo>
                <a:lnTo>
                  <a:pt x="0" y="0"/>
                </a:lnTo>
                <a:lnTo>
                  <a:pt x="21028" y="6218"/>
                </a:lnTo>
                <a:lnTo>
                  <a:pt x="9016" y="53606"/>
                </a:lnTo>
                <a:lnTo>
                  <a:pt x="0" y="9018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3" name="object 233" descr=""/>
          <p:cNvSpPr/>
          <p:nvPr/>
        </p:nvSpPr>
        <p:spPr>
          <a:xfrm>
            <a:off x="1534265" y="8381161"/>
            <a:ext cx="217804" cy="149225"/>
          </a:xfrm>
          <a:custGeom>
            <a:avLst/>
            <a:gdLst/>
            <a:ahLst/>
            <a:cxnLst/>
            <a:rect l="l" t="t" r="r" b="b"/>
            <a:pathLst>
              <a:path w="217805" h="149225">
                <a:moveTo>
                  <a:pt x="194819" y="149186"/>
                </a:moveTo>
                <a:lnTo>
                  <a:pt x="0" y="90827"/>
                </a:lnTo>
                <a:lnTo>
                  <a:pt x="23255" y="0"/>
                </a:lnTo>
                <a:lnTo>
                  <a:pt x="217636" y="61429"/>
                </a:lnTo>
                <a:lnTo>
                  <a:pt x="194819" y="14918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4" name="object 234" descr=""/>
          <p:cNvSpPr/>
          <p:nvPr/>
        </p:nvSpPr>
        <p:spPr>
          <a:xfrm>
            <a:off x="1956813" y="8515867"/>
            <a:ext cx="216535" cy="144780"/>
          </a:xfrm>
          <a:custGeom>
            <a:avLst/>
            <a:gdLst/>
            <a:ahLst/>
            <a:cxnLst/>
            <a:rect l="l" t="t" r="r" b="b"/>
            <a:pathLst>
              <a:path w="216535" h="144779">
                <a:moveTo>
                  <a:pt x="194819" y="144360"/>
                </a:moveTo>
                <a:lnTo>
                  <a:pt x="0" y="83807"/>
                </a:lnTo>
                <a:lnTo>
                  <a:pt x="21939" y="0"/>
                </a:lnTo>
                <a:lnTo>
                  <a:pt x="21939" y="439"/>
                </a:lnTo>
                <a:lnTo>
                  <a:pt x="216320" y="64062"/>
                </a:lnTo>
                <a:lnTo>
                  <a:pt x="194819" y="14436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object 235" descr=""/>
          <p:cNvSpPr/>
          <p:nvPr/>
        </p:nvSpPr>
        <p:spPr>
          <a:xfrm>
            <a:off x="2378922" y="8654962"/>
            <a:ext cx="215265" cy="137795"/>
          </a:xfrm>
          <a:custGeom>
            <a:avLst/>
            <a:gdLst/>
            <a:ahLst/>
            <a:cxnLst/>
            <a:rect l="l" t="t" r="r" b="b"/>
            <a:pathLst>
              <a:path w="215264" h="137795">
                <a:moveTo>
                  <a:pt x="194819" y="137777"/>
                </a:moveTo>
                <a:lnTo>
                  <a:pt x="0" y="76787"/>
                </a:lnTo>
                <a:lnTo>
                  <a:pt x="20622" y="0"/>
                </a:lnTo>
                <a:lnTo>
                  <a:pt x="215003" y="64501"/>
                </a:lnTo>
                <a:lnTo>
                  <a:pt x="194819" y="13777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6" name="object 236" descr=""/>
          <p:cNvSpPr/>
          <p:nvPr/>
        </p:nvSpPr>
        <p:spPr>
          <a:xfrm>
            <a:off x="2801470" y="8794056"/>
            <a:ext cx="213995" cy="130175"/>
          </a:xfrm>
          <a:custGeom>
            <a:avLst/>
            <a:gdLst/>
            <a:ahLst/>
            <a:cxnLst/>
            <a:rect l="l" t="t" r="r" b="b"/>
            <a:pathLst>
              <a:path w="213994" h="130175">
                <a:moveTo>
                  <a:pt x="194819" y="129880"/>
                </a:moveTo>
                <a:lnTo>
                  <a:pt x="0" y="69767"/>
                </a:lnTo>
                <a:lnTo>
                  <a:pt x="19306" y="0"/>
                </a:lnTo>
                <a:lnTo>
                  <a:pt x="213687" y="63184"/>
                </a:lnTo>
                <a:lnTo>
                  <a:pt x="194819" y="12988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7" name="object 237" descr=""/>
          <p:cNvSpPr/>
          <p:nvPr/>
        </p:nvSpPr>
        <p:spPr>
          <a:xfrm>
            <a:off x="3223580" y="8929200"/>
            <a:ext cx="212725" cy="120650"/>
          </a:xfrm>
          <a:custGeom>
            <a:avLst/>
            <a:gdLst/>
            <a:ahLst/>
            <a:cxnLst/>
            <a:rect l="l" t="t" r="r" b="b"/>
            <a:pathLst>
              <a:path w="212725" h="120650">
                <a:moveTo>
                  <a:pt x="194819" y="120226"/>
                </a:moveTo>
                <a:lnTo>
                  <a:pt x="0" y="63184"/>
                </a:lnTo>
                <a:lnTo>
                  <a:pt x="4977" y="46339"/>
                </a:lnTo>
                <a:lnTo>
                  <a:pt x="13451" y="17091"/>
                </a:lnTo>
                <a:lnTo>
                  <a:pt x="18428" y="0"/>
                </a:lnTo>
                <a:lnTo>
                  <a:pt x="17988" y="0"/>
                </a:lnTo>
                <a:lnTo>
                  <a:pt x="212371" y="60113"/>
                </a:lnTo>
                <a:lnTo>
                  <a:pt x="203595" y="90334"/>
                </a:lnTo>
                <a:lnTo>
                  <a:pt x="199536" y="104231"/>
                </a:lnTo>
                <a:lnTo>
                  <a:pt x="194819" y="12022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object 238" descr=""/>
          <p:cNvSpPr/>
          <p:nvPr/>
        </p:nvSpPr>
        <p:spPr>
          <a:xfrm>
            <a:off x="3646128" y="9057326"/>
            <a:ext cx="211454" cy="104775"/>
          </a:xfrm>
          <a:custGeom>
            <a:avLst/>
            <a:gdLst/>
            <a:ahLst/>
            <a:cxnLst/>
            <a:rect l="l" t="t" r="r" b="b"/>
            <a:pathLst>
              <a:path w="211454" h="104775">
                <a:moveTo>
                  <a:pt x="196229" y="104682"/>
                </a:moveTo>
                <a:lnTo>
                  <a:pt x="177897" y="104682"/>
                </a:lnTo>
                <a:lnTo>
                  <a:pt x="0" y="56602"/>
                </a:lnTo>
                <a:lnTo>
                  <a:pt x="16982" y="0"/>
                </a:lnTo>
                <a:lnTo>
                  <a:pt x="211054" y="55286"/>
                </a:lnTo>
                <a:lnTo>
                  <a:pt x="196229" y="10468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 descr=""/>
          <p:cNvSpPr/>
          <p:nvPr/>
        </p:nvSpPr>
        <p:spPr>
          <a:xfrm>
            <a:off x="7871876" y="9091990"/>
            <a:ext cx="195580" cy="70485"/>
          </a:xfrm>
          <a:custGeom>
            <a:avLst/>
            <a:gdLst/>
            <a:ahLst/>
            <a:cxnLst/>
            <a:rect l="l" t="t" r="r" b="b"/>
            <a:pathLst>
              <a:path w="195579" h="70484">
                <a:moveTo>
                  <a:pt x="156200" y="70018"/>
                </a:moveTo>
                <a:lnTo>
                  <a:pt x="0" y="70018"/>
                </a:lnTo>
                <a:lnTo>
                  <a:pt x="1458" y="53859"/>
                </a:lnTo>
                <a:lnTo>
                  <a:pt x="195430" y="0"/>
                </a:lnTo>
                <a:lnTo>
                  <a:pt x="194370" y="14911"/>
                </a:lnTo>
                <a:lnTo>
                  <a:pt x="193291" y="30605"/>
                </a:lnTo>
                <a:lnTo>
                  <a:pt x="192406" y="44550"/>
                </a:lnTo>
                <a:lnTo>
                  <a:pt x="191481" y="60552"/>
                </a:lnTo>
                <a:lnTo>
                  <a:pt x="156200" y="70018"/>
                </a:lnTo>
                <a:close/>
              </a:path>
              <a:path w="195579" h="70484">
                <a:moveTo>
                  <a:pt x="1458" y="53859"/>
                </a:moveTo>
                <a:lnTo>
                  <a:pt x="1160" y="53859"/>
                </a:lnTo>
                <a:lnTo>
                  <a:pt x="1488" y="53531"/>
                </a:lnTo>
                <a:lnTo>
                  <a:pt x="1458" y="5385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 descr=""/>
          <p:cNvSpPr/>
          <p:nvPr/>
        </p:nvSpPr>
        <p:spPr>
          <a:xfrm>
            <a:off x="8291086" y="8967376"/>
            <a:ext cx="197485" cy="123189"/>
          </a:xfrm>
          <a:custGeom>
            <a:avLst/>
            <a:gdLst/>
            <a:ahLst/>
            <a:cxnLst/>
            <a:rect l="l" t="t" r="r" b="b"/>
            <a:pathLst>
              <a:path w="197484" h="123190">
                <a:moveTo>
                  <a:pt x="0" y="122859"/>
                </a:moveTo>
                <a:lnTo>
                  <a:pt x="3510" y="58796"/>
                </a:lnTo>
                <a:lnTo>
                  <a:pt x="3071" y="58796"/>
                </a:lnTo>
                <a:lnTo>
                  <a:pt x="197452" y="0"/>
                </a:lnTo>
                <a:lnTo>
                  <a:pt x="194819" y="67133"/>
                </a:lnTo>
                <a:lnTo>
                  <a:pt x="52406" y="108105"/>
                </a:lnTo>
                <a:lnTo>
                  <a:pt x="0" y="12285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 descr=""/>
          <p:cNvSpPr/>
          <p:nvPr/>
        </p:nvSpPr>
        <p:spPr>
          <a:xfrm>
            <a:off x="8712757" y="8833547"/>
            <a:ext cx="196850" cy="133985"/>
          </a:xfrm>
          <a:custGeom>
            <a:avLst/>
            <a:gdLst/>
            <a:ahLst/>
            <a:cxnLst/>
            <a:rect l="l" t="t" r="r" b="b"/>
            <a:pathLst>
              <a:path w="196850" h="133984">
                <a:moveTo>
                  <a:pt x="0" y="133390"/>
                </a:moveTo>
                <a:lnTo>
                  <a:pt x="2193" y="62307"/>
                </a:lnTo>
                <a:lnTo>
                  <a:pt x="196574" y="0"/>
                </a:lnTo>
                <a:lnTo>
                  <a:pt x="194819" y="74154"/>
                </a:lnTo>
                <a:lnTo>
                  <a:pt x="0" y="13339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object 242" descr=""/>
          <p:cNvSpPr/>
          <p:nvPr/>
        </p:nvSpPr>
        <p:spPr>
          <a:xfrm>
            <a:off x="9135744" y="8695330"/>
            <a:ext cx="194945" cy="142240"/>
          </a:xfrm>
          <a:custGeom>
            <a:avLst/>
            <a:gdLst/>
            <a:ahLst/>
            <a:cxnLst/>
            <a:rect l="l" t="t" r="r" b="b"/>
            <a:pathLst>
              <a:path w="194945" h="142240">
                <a:moveTo>
                  <a:pt x="0" y="142166"/>
                </a:moveTo>
                <a:lnTo>
                  <a:pt x="877" y="64501"/>
                </a:lnTo>
                <a:lnTo>
                  <a:pt x="439" y="64062"/>
                </a:lnTo>
                <a:lnTo>
                  <a:pt x="194819" y="0"/>
                </a:lnTo>
                <a:lnTo>
                  <a:pt x="194819" y="81175"/>
                </a:lnTo>
                <a:lnTo>
                  <a:pt x="0" y="14216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object 243" descr=""/>
          <p:cNvSpPr/>
          <p:nvPr/>
        </p:nvSpPr>
        <p:spPr>
          <a:xfrm>
            <a:off x="9556976" y="8556235"/>
            <a:ext cx="195580" cy="149225"/>
          </a:xfrm>
          <a:custGeom>
            <a:avLst/>
            <a:gdLst/>
            <a:ahLst/>
            <a:cxnLst/>
            <a:rect l="l" t="t" r="r" b="b"/>
            <a:pathLst>
              <a:path w="195579" h="149225">
                <a:moveTo>
                  <a:pt x="438" y="149186"/>
                </a:moveTo>
                <a:lnTo>
                  <a:pt x="438" y="64501"/>
                </a:lnTo>
                <a:lnTo>
                  <a:pt x="0" y="64062"/>
                </a:lnTo>
                <a:lnTo>
                  <a:pt x="194381" y="0"/>
                </a:lnTo>
                <a:lnTo>
                  <a:pt x="195258" y="88195"/>
                </a:lnTo>
                <a:lnTo>
                  <a:pt x="438" y="14918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4" name="object 244" descr=""/>
          <p:cNvSpPr/>
          <p:nvPr/>
        </p:nvSpPr>
        <p:spPr>
          <a:xfrm>
            <a:off x="9978207" y="8419335"/>
            <a:ext cx="196850" cy="154940"/>
          </a:xfrm>
          <a:custGeom>
            <a:avLst/>
            <a:gdLst/>
            <a:ahLst/>
            <a:cxnLst/>
            <a:rect l="l" t="t" r="r" b="b"/>
            <a:pathLst>
              <a:path w="196850" h="154940">
                <a:moveTo>
                  <a:pt x="1754" y="154451"/>
                </a:moveTo>
                <a:lnTo>
                  <a:pt x="0" y="62307"/>
                </a:lnTo>
                <a:lnTo>
                  <a:pt x="194380" y="0"/>
                </a:lnTo>
                <a:lnTo>
                  <a:pt x="196573" y="95215"/>
                </a:lnTo>
                <a:lnTo>
                  <a:pt x="1754" y="15445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5" name="object 245" descr=""/>
          <p:cNvPicPr/>
          <p:nvPr/>
        </p:nvPicPr>
        <p:blipFill>
          <a:blip r:embed="rId137" cstate="print"/>
          <a:stretch>
            <a:fillRect/>
          </a:stretch>
        </p:blipFill>
        <p:spPr>
          <a:xfrm>
            <a:off x="10399440" y="8289456"/>
            <a:ext cx="197890" cy="157523"/>
          </a:xfrm>
          <a:prstGeom prst="rect">
            <a:avLst/>
          </a:prstGeom>
        </p:spPr>
      </p:pic>
      <p:pic>
        <p:nvPicPr>
          <p:cNvPr id="246" name="object 246" descr=""/>
          <p:cNvPicPr/>
          <p:nvPr/>
        </p:nvPicPr>
        <p:blipFill>
          <a:blip r:embed="rId138" cstate="print"/>
          <a:stretch>
            <a:fillRect/>
          </a:stretch>
        </p:blipFill>
        <p:spPr>
          <a:xfrm>
            <a:off x="10820358" y="8169229"/>
            <a:ext cx="199080" cy="158839"/>
          </a:xfrm>
          <a:prstGeom prst="rect">
            <a:avLst/>
          </a:prstGeom>
        </p:spPr>
      </p:pic>
      <p:pic>
        <p:nvPicPr>
          <p:cNvPr id="247" name="object 247" descr=""/>
          <p:cNvPicPr/>
          <p:nvPr/>
        </p:nvPicPr>
        <p:blipFill>
          <a:blip r:embed="rId139" cstate="print"/>
          <a:stretch>
            <a:fillRect/>
          </a:stretch>
        </p:blipFill>
        <p:spPr>
          <a:xfrm>
            <a:off x="11241464" y="8063482"/>
            <a:ext cx="200085" cy="158400"/>
          </a:xfrm>
          <a:prstGeom prst="rect">
            <a:avLst/>
          </a:prstGeom>
        </p:spPr>
      </p:pic>
      <p:pic>
        <p:nvPicPr>
          <p:cNvPr id="248" name="object 248" descr=""/>
          <p:cNvPicPr/>
          <p:nvPr/>
        </p:nvPicPr>
        <p:blipFill>
          <a:blip r:embed="rId140" cstate="print"/>
          <a:stretch>
            <a:fillRect/>
          </a:stretch>
        </p:blipFill>
        <p:spPr>
          <a:xfrm>
            <a:off x="11662257" y="7975287"/>
            <a:ext cx="201401" cy="154891"/>
          </a:xfrm>
          <a:prstGeom prst="rect">
            <a:avLst/>
          </a:prstGeom>
        </p:spPr>
      </p:pic>
      <p:pic>
        <p:nvPicPr>
          <p:cNvPr id="249" name="object 249" descr=""/>
          <p:cNvPicPr/>
          <p:nvPr/>
        </p:nvPicPr>
        <p:blipFill>
          <a:blip r:embed="rId141" cstate="print"/>
          <a:stretch>
            <a:fillRect/>
          </a:stretch>
        </p:blipFill>
        <p:spPr>
          <a:xfrm>
            <a:off x="12083517" y="7908592"/>
            <a:ext cx="202689" cy="149186"/>
          </a:xfrm>
          <a:prstGeom prst="rect">
            <a:avLst/>
          </a:prstGeom>
        </p:spPr>
      </p:pic>
      <p:pic>
        <p:nvPicPr>
          <p:cNvPr id="250" name="object 250" descr=""/>
          <p:cNvPicPr/>
          <p:nvPr/>
        </p:nvPicPr>
        <p:blipFill>
          <a:blip r:embed="rId142" cstate="print"/>
          <a:stretch>
            <a:fillRect/>
          </a:stretch>
        </p:blipFill>
        <p:spPr>
          <a:xfrm>
            <a:off x="12504282" y="7867346"/>
            <a:ext cx="204033" cy="141288"/>
          </a:xfrm>
          <a:prstGeom prst="rect">
            <a:avLst/>
          </a:prstGeom>
        </p:spPr>
      </p:pic>
      <p:pic>
        <p:nvPicPr>
          <p:cNvPr id="251" name="object 251" descr=""/>
          <p:cNvPicPr/>
          <p:nvPr/>
        </p:nvPicPr>
        <p:blipFill>
          <a:blip r:embed="rId143" cstate="print"/>
          <a:stretch>
            <a:fillRect/>
          </a:stretch>
        </p:blipFill>
        <p:spPr>
          <a:xfrm>
            <a:off x="12925514" y="7855663"/>
            <a:ext cx="205350" cy="130592"/>
          </a:xfrm>
          <a:prstGeom prst="rect">
            <a:avLst/>
          </a:prstGeom>
        </p:spPr>
      </p:pic>
      <p:pic>
        <p:nvPicPr>
          <p:cNvPr id="252" name="object 252" descr=""/>
          <p:cNvPicPr/>
          <p:nvPr/>
        </p:nvPicPr>
        <p:blipFill>
          <a:blip r:embed="rId144" cstate="print"/>
          <a:stretch>
            <a:fillRect/>
          </a:stretch>
        </p:blipFill>
        <p:spPr>
          <a:xfrm>
            <a:off x="13346307" y="7850672"/>
            <a:ext cx="206227" cy="132074"/>
          </a:xfrm>
          <a:prstGeom prst="rect">
            <a:avLst/>
          </a:prstGeom>
        </p:spPr>
      </p:pic>
      <p:pic>
        <p:nvPicPr>
          <p:cNvPr id="253" name="object 253" descr=""/>
          <p:cNvPicPr/>
          <p:nvPr/>
        </p:nvPicPr>
        <p:blipFill>
          <a:blip r:embed="rId145" cstate="print"/>
          <a:stretch>
            <a:fillRect/>
          </a:stretch>
        </p:blipFill>
        <p:spPr>
          <a:xfrm>
            <a:off x="13767539" y="7824346"/>
            <a:ext cx="207543" cy="135583"/>
          </a:xfrm>
          <a:prstGeom prst="rect">
            <a:avLst/>
          </a:prstGeom>
        </p:spPr>
      </p:pic>
      <p:pic>
        <p:nvPicPr>
          <p:cNvPr id="254" name="object 254" descr=""/>
          <p:cNvPicPr/>
          <p:nvPr/>
        </p:nvPicPr>
        <p:blipFill>
          <a:blip r:embed="rId146" cstate="print"/>
          <a:stretch>
            <a:fillRect/>
          </a:stretch>
        </p:blipFill>
        <p:spPr>
          <a:xfrm>
            <a:off x="14188385" y="7780906"/>
            <a:ext cx="208807" cy="135584"/>
          </a:xfrm>
          <a:prstGeom prst="rect">
            <a:avLst/>
          </a:prstGeom>
        </p:spPr>
      </p:pic>
      <p:pic>
        <p:nvPicPr>
          <p:cNvPr id="255" name="object 255" descr=""/>
          <p:cNvPicPr/>
          <p:nvPr/>
        </p:nvPicPr>
        <p:blipFill>
          <a:blip r:embed="rId147" cstate="print"/>
          <a:stretch>
            <a:fillRect/>
          </a:stretch>
        </p:blipFill>
        <p:spPr>
          <a:xfrm>
            <a:off x="14609564" y="7724742"/>
            <a:ext cx="210176" cy="134267"/>
          </a:xfrm>
          <a:prstGeom prst="rect">
            <a:avLst/>
          </a:prstGeom>
        </p:spPr>
      </p:pic>
      <p:sp>
        <p:nvSpPr>
          <p:cNvPr id="256" name="object 256" descr=""/>
          <p:cNvSpPr/>
          <p:nvPr/>
        </p:nvSpPr>
        <p:spPr>
          <a:xfrm>
            <a:off x="15030795" y="7656731"/>
            <a:ext cx="212090" cy="130810"/>
          </a:xfrm>
          <a:custGeom>
            <a:avLst/>
            <a:gdLst/>
            <a:ahLst/>
            <a:cxnLst/>
            <a:rect l="l" t="t" r="r" b="b"/>
            <a:pathLst>
              <a:path w="212090" h="130809">
                <a:moveTo>
                  <a:pt x="16673" y="130318"/>
                </a:moveTo>
                <a:lnTo>
                  <a:pt x="439" y="32470"/>
                </a:lnTo>
                <a:lnTo>
                  <a:pt x="0" y="32470"/>
                </a:lnTo>
                <a:lnTo>
                  <a:pt x="194380" y="0"/>
                </a:lnTo>
                <a:lnTo>
                  <a:pt x="211493" y="93461"/>
                </a:lnTo>
                <a:lnTo>
                  <a:pt x="16673" y="13031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7" name="object 257" descr=""/>
          <p:cNvSpPr/>
          <p:nvPr/>
        </p:nvSpPr>
        <p:spPr>
          <a:xfrm>
            <a:off x="15451590" y="7580382"/>
            <a:ext cx="213360" cy="124460"/>
          </a:xfrm>
          <a:custGeom>
            <a:avLst/>
            <a:gdLst/>
            <a:ahLst/>
            <a:cxnLst/>
            <a:rect l="l" t="t" r="r" b="b"/>
            <a:pathLst>
              <a:path w="213359" h="124459">
                <a:moveTo>
                  <a:pt x="17990" y="124175"/>
                </a:moveTo>
                <a:lnTo>
                  <a:pt x="439" y="35979"/>
                </a:lnTo>
                <a:lnTo>
                  <a:pt x="0" y="35980"/>
                </a:lnTo>
                <a:lnTo>
                  <a:pt x="194380" y="0"/>
                </a:lnTo>
                <a:lnTo>
                  <a:pt x="212810" y="83807"/>
                </a:lnTo>
                <a:lnTo>
                  <a:pt x="17990" y="12417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8" name="object 258" descr=""/>
          <p:cNvPicPr/>
          <p:nvPr/>
        </p:nvPicPr>
        <p:blipFill>
          <a:blip r:embed="rId148" cstate="print"/>
          <a:stretch>
            <a:fillRect/>
          </a:stretch>
        </p:blipFill>
        <p:spPr>
          <a:xfrm>
            <a:off x="15872919" y="7498768"/>
            <a:ext cx="213588" cy="116277"/>
          </a:xfrm>
          <a:prstGeom prst="rect">
            <a:avLst/>
          </a:prstGeom>
        </p:spPr>
      </p:pic>
      <p:sp>
        <p:nvSpPr>
          <p:cNvPr id="259" name="object 259" descr=""/>
          <p:cNvSpPr/>
          <p:nvPr/>
        </p:nvSpPr>
        <p:spPr>
          <a:xfrm>
            <a:off x="16293613" y="7414522"/>
            <a:ext cx="215265" cy="107950"/>
          </a:xfrm>
          <a:custGeom>
            <a:avLst/>
            <a:gdLst/>
            <a:ahLst/>
            <a:cxnLst/>
            <a:rect l="l" t="t" r="r" b="b"/>
            <a:pathLst>
              <a:path w="215265" h="107950">
                <a:moveTo>
                  <a:pt x="20183" y="107501"/>
                </a:moveTo>
                <a:lnTo>
                  <a:pt x="0" y="39051"/>
                </a:lnTo>
                <a:lnTo>
                  <a:pt x="194380" y="0"/>
                </a:lnTo>
                <a:lnTo>
                  <a:pt x="215003" y="63623"/>
                </a:lnTo>
                <a:lnTo>
                  <a:pt x="20183" y="10750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 descr=""/>
          <p:cNvSpPr/>
          <p:nvPr/>
        </p:nvSpPr>
        <p:spPr>
          <a:xfrm>
            <a:off x="16714844" y="7330715"/>
            <a:ext cx="216535" cy="97155"/>
          </a:xfrm>
          <a:custGeom>
            <a:avLst/>
            <a:gdLst/>
            <a:ahLst/>
            <a:cxnLst/>
            <a:rect l="l" t="t" r="r" b="b"/>
            <a:pathLst>
              <a:path w="216534" h="97154">
                <a:moveTo>
                  <a:pt x="21499" y="96971"/>
                </a:moveTo>
                <a:lnTo>
                  <a:pt x="0" y="38612"/>
                </a:lnTo>
                <a:lnTo>
                  <a:pt x="194380" y="0"/>
                </a:lnTo>
                <a:lnTo>
                  <a:pt x="216319" y="53970"/>
                </a:lnTo>
                <a:lnTo>
                  <a:pt x="21499" y="9697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 descr=""/>
          <p:cNvSpPr/>
          <p:nvPr/>
        </p:nvSpPr>
        <p:spPr>
          <a:xfrm>
            <a:off x="17135637" y="7249101"/>
            <a:ext cx="217804" cy="85725"/>
          </a:xfrm>
          <a:custGeom>
            <a:avLst/>
            <a:gdLst/>
            <a:ahLst/>
            <a:cxnLst/>
            <a:rect l="l" t="t" r="r" b="b"/>
            <a:pathLst>
              <a:path w="217805" h="85725">
                <a:moveTo>
                  <a:pt x="22816" y="85562"/>
                </a:moveTo>
                <a:lnTo>
                  <a:pt x="0" y="36857"/>
                </a:lnTo>
                <a:lnTo>
                  <a:pt x="194380" y="0"/>
                </a:lnTo>
                <a:lnTo>
                  <a:pt x="217636" y="44317"/>
                </a:lnTo>
                <a:lnTo>
                  <a:pt x="22816" y="8556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object 262" descr=""/>
          <p:cNvSpPr/>
          <p:nvPr/>
        </p:nvSpPr>
        <p:spPr>
          <a:xfrm>
            <a:off x="17556869" y="7205197"/>
            <a:ext cx="12700" cy="23495"/>
          </a:xfrm>
          <a:custGeom>
            <a:avLst/>
            <a:gdLst/>
            <a:ahLst/>
            <a:cxnLst/>
            <a:rect l="l" t="t" r="r" b="b"/>
            <a:pathLst>
              <a:path w="12700" h="23495">
                <a:moveTo>
                  <a:pt x="12385" y="23051"/>
                </a:moveTo>
                <a:lnTo>
                  <a:pt x="6670" y="13326"/>
                </a:lnTo>
                <a:lnTo>
                  <a:pt x="437" y="2219"/>
                </a:lnTo>
                <a:lnTo>
                  <a:pt x="0" y="2219"/>
                </a:lnTo>
                <a:lnTo>
                  <a:pt x="12385" y="0"/>
                </a:lnTo>
                <a:lnTo>
                  <a:pt x="12385" y="2305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object 263" descr=""/>
          <p:cNvSpPr/>
          <p:nvPr/>
        </p:nvSpPr>
        <p:spPr>
          <a:xfrm>
            <a:off x="1483366" y="8578613"/>
            <a:ext cx="219075" cy="143510"/>
          </a:xfrm>
          <a:custGeom>
            <a:avLst/>
            <a:gdLst/>
            <a:ahLst/>
            <a:cxnLst/>
            <a:rect l="l" t="t" r="r" b="b"/>
            <a:pathLst>
              <a:path w="219075" h="143509">
                <a:moveTo>
                  <a:pt x="196136" y="143043"/>
                </a:moveTo>
                <a:lnTo>
                  <a:pt x="0" y="92144"/>
                </a:lnTo>
                <a:lnTo>
                  <a:pt x="23694" y="0"/>
                </a:lnTo>
                <a:lnTo>
                  <a:pt x="218952" y="54409"/>
                </a:lnTo>
                <a:lnTo>
                  <a:pt x="196136" y="14304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 descr=""/>
          <p:cNvSpPr/>
          <p:nvPr/>
        </p:nvSpPr>
        <p:spPr>
          <a:xfrm>
            <a:off x="1908547" y="8697962"/>
            <a:ext cx="217804" cy="137795"/>
          </a:xfrm>
          <a:custGeom>
            <a:avLst/>
            <a:gdLst/>
            <a:ahLst/>
            <a:cxnLst/>
            <a:rect l="l" t="t" r="r" b="b"/>
            <a:pathLst>
              <a:path w="217805" h="137795">
                <a:moveTo>
                  <a:pt x="196136" y="137777"/>
                </a:moveTo>
                <a:lnTo>
                  <a:pt x="0" y="84684"/>
                </a:lnTo>
                <a:lnTo>
                  <a:pt x="22378" y="0"/>
                </a:lnTo>
                <a:lnTo>
                  <a:pt x="217636" y="56602"/>
                </a:lnTo>
                <a:lnTo>
                  <a:pt x="196136" y="13777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5" name="object 265" descr=""/>
          <p:cNvSpPr/>
          <p:nvPr/>
        </p:nvSpPr>
        <p:spPr>
          <a:xfrm>
            <a:off x="2332850" y="8821261"/>
            <a:ext cx="217170" cy="130810"/>
          </a:xfrm>
          <a:custGeom>
            <a:avLst/>
            <a:gdLst/>
            <a:ahLst/>
            <a:cxnLst/>
            <a:rect l="l" t="t" r="r" b="b"/>
            <a:pathLst>
              <a:path w="217169" h="130809">
                <a:moveTo>
                  <a:pt x="196136" y="130318"/>
                </a:moveTo>
                <a:lnTo>
                  <a:pt x="0" y="76787"/>
                </a:lnTo>
                <a:lnTo>
                  <a:pt x="21061" y="0"/>
                </a:lnTo>
                <a:lnTo>
                  <a:pt x="21500" y="0"/>
                </a:lnTo>
                <a:lnTo>
                  <a:pt x="216758" y="57041"/>
                </a:lnTo>
                <a:lnTo>
                  <a:pt x="196136" y="13031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6" name="object 266" descr=""/>
          <p:cNvSpPr/>
          <p:nvPr/>
        </p:nvSpPr>
        <p:spPr>
          <a:xfrm>
            <a:off x="2758031" y="8944559"/>
            <a:ext cx="215900" cy="122555"/>
          </a:xfrm>
          <a:custGeom>
            <a:avLst/>
            <a:gdLst/>
            <a:ahLst/>
            <a:cxnLst/>
            <a:rect l="l" t="t" r="r" b="b"/>
            <a:pathLst>
              <a:path w="215900" h="122554">
                <a:moveTo>
                  <a:pt x="196136" y="122420"/>
                </a:moveTo>
                <a:lnTo>
                  <a:pt x="0" y="69766"/>
                </a:lnTo>
                <a:lnTo>
                  <a:pt x="19745" y="438"/>
                </a:lnTo>
                <a:lnTo>
                  <a:pt x="20184" y="0"/>
                </a:lnTo>
                <a:lnTo>
                  <a:pt x="215442" y="56164"/>
                </a:lnTo>
                <a:lnTo>
                  <a:pt x="196136" y="12242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7" name="object 267" descr=""/>
          <p:cNvSpPr/>
          <p:nvPr/>
        </p:nvSpPr>
        <p:spPr>
          <a:xfrm>
            <a:off x="3183212" y="9065224"/>
            <a:ext cx="214629" cy="97155"/>
          </a:xfrm>
          <a:custGeom>
            <a:avLst/>
            <a:gdLst/>
            <a:ahLst/>
            <a:cxnLst/>
            <a:rect l="l" t="t" r="r" b="b"/>
            <a:pathLst>
              <a:path w="214629" h="97154">
                <a:moveTo>
                  <a:pt x="201106" y="96784"/>
                </a:moveTo>
                <a:lnTo>
                  <a:pt x="134010" y="96784"/>
                </a:lnTo>
                <a:lnTo>
                  <a:pt x="0" y="62307"/>
                </a:lnTo>
                <a:lnTo>
                  <a:pt x="18429" y="0"/>
                </a:lnTo>
                <a:lnTo>
                  <a:pt x="214126" y="53531"/>
                </a:lnTo>
                <a:lnTo>
                  <a:pt x="201106" y="9678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8" name="object 268" descr=""/>
          <p:cNvSpPr/>
          <p:nvPr/>
        </p:nvSpPr>
        <p:spPr>
          <a:xfrm>
            <a:off x="8292372" y="9111296"/>
            <a:ext cx="189865" cy="50800"/>
          </a:xfrm>
          <a:custGeom>
            <a:avLst/>
            <a:gdLst/>
            <a:ahLst/>
            <a:cxnLst/>
            <a:rect l="l" t="t" r="r" b="b"/>
            <a:pathLst>
              <a:path w="189865" h="50800">
                <a:moveTo>
                  <a:pt x="187441" y="50712"/>
                </a:moveTo>
                <a:lnTo>
                  <a:pt x="0" y="50712"/>
                </a:lnTo>
                <a:lnTo>
                  <a:pt x="189584" y="0"/>
                </a:lnTo>
                <a:lnTo>
                  <a:pt x="187441" y="5071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9" name="object 269" descr=""/>
          <p:cNvPicPr/>
          <p:nvPr/>
        </p:nvPicPr>
        <p:blipFill>
          <a:blip r:embed="rId149" cstate="print"/>
          <a:stretch>
            <a:fillRect/>
          </a:stretch>
        </p:blipFill>
        <p:spPr>
          <a:xfrm>
            <a:off x="8707931" y="8992826"/>
            <a:ext cx="197890" cy="124175"/>
          </a:xfrm>
          <a:prstGeom prst="rect">
            <a:avLst/>
          </a:prstGeom>
        </p:spPr>
      </p:pic>
      <p:sp>
        <p:nvSpPr>
          <p:cNvPr id="270" name="object 270" descr=""/>
          <p:cNvSpPr/>
          <p:nvPr/>
        </p:nvSpPr>
        <p:spPr>
          <a:xfrm>
            <a:off x="9133112" y="8869965"/>
            <a:ext cx="196215" cy="133985"/>
          </a:xfrm>
          <a:custGeom>
            <a:avLst/>
            <a:gdLst/>
            <a:ahLst/>
            <a:cxnLst/>
            <a:rect l="l" t="t" r="r" b="b"/>
            <a:pathLst>
              <a:path w="196215" h="133984">
                <a:moveTo>
                  <a:pt x="0" y="133390"/>
                </a:moveTo>
                <a:lnTo>
                  <a:pt x="877" y="57041"/>
                </a:lnTo>
                <a:lnTo>
                  <a:pt x="196136" y="0"/>
                </a:lnTo>
                <a:lnTo>
                  <a:pt x="196136" y="79858"/>
                </a:lnTo>
                <a:lnTo>
                  <a:pt x="0" y="13339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71" name="object 271" descr=""/>
          <p:cNvSpPr/>
          <p:nvPr/>
        </p:nvSpPr>
        <p:spPr>
          <a:xfrm>
            <a:off x="9557854" y="8746229"/>
            <a:ext cx="196215" cy="140970"/>
          </a:xfrm>
          <a:custGeom>
            <a:avLst/>
            <a:gdLst/>
            <a:ahLst/>
            <a:cxnLst/>
            <a:rect l="l" t="t" r="r" b="b"/>
            <a:pathLst>
              <a:path w="196215" h="140970">
                <a:moveTo>
                  <a:pt x="0" y="140849"/>
                </a:moveTo>
                <a:lnTo>
                  <a:pt x="0" y="57041"/>
                </a:lnTo>
                <a:lnTo>
                  <a:pt x="195258" y="0"/>
                </a:lnTo>
                <a:lnTo>
                  <a:pt x="196136" y="87318"/>
                </a:lnTo>
                <a:lnTo>
                  <a:pt x="0" y="14084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72" name="object 272" descr=""/>
          <p:cNvSpPr/>
          <p:nvPr/>
        </p:nvSpPr>
        <p:spPr>
          <a:xfrm>
            <a:off x="9981279" y="8625125"/>
            <a:ext cx="198120" cy="146685"/>
          </a:xfrm>
          <a:custGeom>
            <a:avLst/>
            <a:gdLst/>
            <a:ahLst/>
            <a:cxnLst/>
            <a:rect l="l" t="t" r="r" b="b"/>
            <a:pathLst>
              <a:path w="198120" h="146684">
                <a:moveTo>
                  <a:pt x="1755" y="146553"/>
                </a:moveTo>
                <a:lnTo>
                  <a:pt x="0" y="55286"/>
                </a:lnTo>
                <a:lnTo>
                  <a:pt x="439" y="55286"/>
                </a:lnTo>
                <a:lnTo>
                  <a:pt x="195698" y="0"/>
                </a:lnTo>
                <a:lnTo>
                  <a:pt x="197891" y="94777"/>
                </a:lnTo>
                <a:lnTo>
                  <a:pt x="1755" y="14655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73" name="object 273" descr=""/>
          <p:cNvSpPr/>
          <p:nvPr/>
        </p:nvSpPr>
        <p:spPr>
          <a:xfrm>
            <a:off x="10405143" y="8509725"/>
            <a:ext cx="199390" cy="151130"/>
          </a:xfrm>
          <a:custGeom>
            <a:avLst/>
            <a:gdLst/>
            <a:ahLst/>
            <a:cxnLst/>
            <a:rect l="l" t="t" r="r" b="b"/>
            <a:pathLst>
              <a:path w="199390" h="151129">
                <a:moveTo>
                  <a:pt x="2632" y="150941"/>
                </a:moveTo>
                <a:lnTo>
                  <a:pt x="0" y="52215"/>
                </a:lnTo>
                <a:lnTo>
                  <a:pt x="195259" y="0"/>
                </a:lnTo>
                <a:lnTo>
                  <a:pt x="198768" y="101797"/>
                </a:lnTo>
                <a:lnTo>
                  <a:pt x="55369" y="137462"/>
                </a:lnTo>
                <a:lnTo>
                  <a:pt x="2632" y="15094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74" name="object 274" descr=""/>
          <p:cNvSpPr/>
          <p:nvPr/>
        </p:nvSpPr>
        <p:spPr>
          <a:xfrm>
            <a:off x="10829009" y="8403978"/>
            <a:ext cx="200660" cy="153035"/>
          </a:xfrm>
          <a:custGeom>
            <a:avLst/>
            <a:gdLst/>
            <a:ahLst/>
            <a:cxnLst/>
            <a:rect l="l" t="t" r="r" b="b"/>
            <a:pathLst>
              <a:path w="200659" h="153034">
                <a:moveTo>
                  <a:pt x="3948" y="152696"/>
                </a:moveTo>
                <a:lnTo>
                  <a:pt x="0" y="47388"/>
                </a:lnTo>
                <a:lnTo>
                  <a:pt x="142783" y="12464"/>
                </a:lnTo>
                <a:lnTo>
                  <a:pt x="195258" y="0"/>
                </a:lnTo>
                <a:lnTo>
                  <a:pt x="200084" y="108379"/>
                </a:lnTo>
                <a:lnTo>
                  <a:pt x="3948" y="15269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5" name="object 275" descr=""/>
          <p:cNvPicPr/>
          <p:nvPr/>
        </p:nvPicPr>
        <p:blipFill>
          <a:blip r:embed="rId150" cstate="print"/>
          <a:stretch>
            <a:fillRect/>
          </a:stretch>
        </p:blipFill>
        <p:spPr>
          <a:xfrm>
            <a:off x="11252895" y="8310956"/>
            <a:ext cx="201380" cy="152696"/>
          </a:xfrm>
          <a:prstGeom prst="rect">
            <a:avLst/>
          </a:prstGeom>
        </p:spPr>
      </p:pic>
      <p:pic>
        <p:nvPicPr>
          <p:cNvPr id="276" name="object 276" descr=""/>
          <p:cNvPicPr/>
          <p:nvPr/>
        </p:nvPicPr>
        <p:blipFill>
          <a:blip r:embed="rId151" cstate="print"/>
          <a:stretch>
            <a:fillRect/>
          </a:stretch>
        </p:blipFill>
        <p:spPr>
          <a:xfrm>
            <a:off x="11676300" y="8234169"/>
            <a:ext cx="202717" cy="150941"/>
          </a:xfrm>
          <a:prstGeom prst="rect">
            <a:avLst/>
          </a:prstGeom>
        </p:spPr>
      </p:pic>
      <p:pic>
        <p:nvPicPr>
          <p:cNvPr id="277" name="object 277" descr=""/>
          <p:cNvPicPr/>
          <p:nvPr/>
        </p:nvPicPr>
        <p:blipFill>
          <a:blip r:embed="rId152" cstate="print"/>
          <a:stretch>
            <a:fillRect/>
          </a:stretch>
        </p:blipFill>
        <p:spPr>
          <a:xfrm>
            <a:off x="12099725" y="8177128"/>
            <a:ext cx="204033" cy="146554"/>
          </a:xfrm>
          <a:prstGeom prst="rect">
            <a:avLst/>
          </a:prstGeom>
        </p:spPr>
      </p:pic>
      <p:pic>
        <p:nvPicPr>
          <p:cNvPr id="278" name="object 278" descr=""/>
          <p:cNvPicPr/>
          <p:nvPr/>
        </p:nvPicPr>
        <p:blipFill>
          <a:blip r:embed="rId153" cstate="print"/>
          <a:stretch>
            <a:fillRect/>
          </a:stretch>
        </p:blipFill>
        <p:spPr>
          <a:xfrm>
            <a:off x="12523590" y="8143780"/>
            <a:ext cx="205350" cy="139532"/>
          </a:xfrm>
          <a:prstGeom prst="rect">
            <a:avLst/>
          </a:prstGeom>
        </p:spPr>
      </p:pic>
      <p:pic>
        <p:nvPicPr>
          <p:cNvPr id="279" name="object 279" descr=""/>
          <p:cNvPicPr/>
          <p:nvPr/>
        </p:nvPicPr>
        <p:blipFill>
          <a:blip r:embed="rId154" cstate="print"/>
          <a:stretch>
            <a:fillRect/>
          </a:stretch>
        </p:blipFill>
        <p:spPr>
          <a:xfrm>
            <a:off x="12947453" y="8135442"/>
            <a:ext cx="206666" cy="130318"/>
          </a:xfrm>
          <a:prstGeom prst="rect">
            <a:avLst/>
          </a:prstGeom>
        </p:spPr>
      </p:pic>
      <p:pic>
        <p:nvPicPr>
          <p:cNvPr id="280" name="object 280" descr=""/>
          <p:cNvPicPr/>
          <p:nvPr/>
        </p:nvPicPr>
        <p:blipFill>
          <a:blip r:embed="rId155" cstate="print"/>
          <a:stretch>
            <a:fillRect/>
          </a:stretch>
        </p:blipFill>
        <p:spPr>
          <a:xfrm>
            <a:off x="13370881" y="8119208"/>
            <a:ext cx="207982" cy="137339"/>
          </a:xfrm>
          <a:prstGeom prst="rect">
            <a:avLst/>
          </a:prstGeom>
        </p:spPr>
      </p:pic>
      <p:pic>
        <p:nvPicPr>
          <p:cNvPr id="281" name="object 281" descr=""/>
          <p:cNvPicPr/>
          <p:nvPr/>
        </p:nvPicPr>
        <p:blipFill>
          <a:blip r:embed="rId156" cstate="print"/>
          <a:stretch>
            <a:fillRect/>
          </a:stretch>
        </p:blipFill>
        <p:spPr>
          <a:xfrm>
            <a:off x="13795182" y="8079717"/>
            <a:ext cx="208861" cy="141726"/>
          </a:xfrm>
          <a:prstGeom prst="rect">
            <a:avLst/>
          </a:prstGeom>
        </p:spPr>
      </p:pic>
      <p:pic>
        <p:nvPicPr>
          <p:cNvPr id="282" name="object 282" descr=""/>
          <p:cNvPicPr/>
          <p:nvPr/>
        </p:nvPicPr>
        <p:blipFill>
          <a:blip r:embed="rId157" cstate="print"/>
          <a:stretch>
            <a:fillRect/>
          </a:stretch>
        </p:blipFill>
        <p:spPr>
          <a:xfrm>
            <a:off x="14219046" y="8020920"/>
            <a:ext cx="210177" cy="143043"/>
          </a:xfrm>
          <a:prstGeom prst="rect">
            <a:avLst/>
          </a:prstGeom>
        </p:spPr>
      </p:pic>
      <p:pic>
        <p:nvPicPr>
          <p:cNvPr id="283" name="object 283" descr=""/>
          <p:cNvPicPr/>
          <p:nvPr/>
        </p:nvPicPr>
        <p:blipFill>
          <a:blip r:embed="rId158" cstate="print"/>
          <a:stretch>
            <a:fillRect/>
          </a:stretch>
        </p:blipFill>
        <p:spPr>
          <a:xfrm>
            <a:off x="14642034" y="7945449"/>
            <a:ext cx="211493" cy="141726"/>
          </a:xfrm>
          <a:prstGeom prst="rect">
            <a:avLst/>
          </a:prstGeom>
        </p:spPr>
      </p:pic>
      <p:pic>
        <p:nvPicPr>
          <p:cNvPr id="284" name="object 284" descr=""/>
          <p:cNvPicPr/>
          <p:nvPr/>
        </p:nvPicPr>
        <p:blipFill>
          <a:blip r:embed="rId159" cstate="print"/>
          <a:stretch>
            <a:fillRect/>
          </a:stretch>
        </p:blipFill>
        <p:spPr>
          <a:xfrm>
            <a:off x="15065900" y="7857254"/>
            <a:ext cx="212809" cy="137339"/>
          </a:xfrm>
          <a:prstGeom prst="rect">
            <a:avLst/>
          </a:prstGeom>
        </p:spPr>
      </p:pic>
      <p:pic>
        <p:nvPicPr>
          <p:cNvPr id="285" name="object 285" descr=""/>
          <p:cNvPicPr/>
          <p:nvPr/>
        </p:nvPicPr>
        <p:blipFill>
          <a:blip r:embed="rId160" cstate="print"/>
          <a:stretch>
            <a:fillRect/>
          </a:stretch>
        </p:blipFill>
        <p:spPr>
          <a:xfrm>
            <a:off x="15489763" y="7759844"/>
            <a:ext cx="214126" cy="131634"/>
          </a:xfrm>
          <a:prstGeom prst="rect">
            <a:avLst/>
          </a:prstGeom>
        </p:spPr>
      </p:pic>
      <p:sp>
        <p:nvSpPr>
          <p:cNvPr id="286" name="object 286" descr=""/>
          <p:cNvSpPr/>
          <p:nvPr/>
        </p:nvSpPr>
        <p:spPr>
          <a:xfrm>
            <a:off x="15913189" y="7656731"/>
            <a:ext cx="215900" cy="123189"/>
          </a:xfrm>
          <a:custGeom>
            <a:avLst/>
            <a:gdLst/>
            <a:ahLst/>
            <a:cxnLst/>
            <a:rect l="l" t="t" r="r" b="b"/>
            <a:pathLst>
              <a:path w="215900" h="123190">
                <a:moveTo>
                  <a:pt x="19306" y="122859"/>
                </a:moveTo>
                <a:lnTo>
                  <a:pt x="0" y="47827"/>
                </a:lnTo>
                <a:lnTo>
                  <a:pt x="437" y="48266"/>
                </a:lnTo>
                <a:lnTo>
                  <a:pt x="195696" y="0"/>
                </a:lnTo>
                <a:lnTo>
                  <a:pt x="215442" y="69766"/>
                </a:lnTo>
                <a:lnTo>
                  <a:pt x="19306" y="12285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7" name="object 287" descr=""/>
          <p:cNvSpPr/>
          <p:nvPr/>
        </p:nvSpPr>
        <p:spPr>
          <a:xfrm>
            <a:off x="16337053" y="7550106"/>
            <a:ext cx="217170" cy="113664"/>
          </a:xfrm>
          <a:custGeom>
            <a:avLst/>
            <a:gdLst/>
            <a:ahLst/>
            <a:cxnLst/>
            <a:rect l="l" t="t" r="r" b="b"/>
            <a:pathLst>
              <a:path w="217169" h="113665">
                <a:moveTo>
                  <a:pt x="20622" y="113645"/>
                </a:moveTo>
                <a:lnTo>
                  <a:pt x="0" y="49582"/>
                </a:lnTo>
                <a:lnTo>
                  <a:pt x="437" y="49143"/>
                </a:lnTo>
                <a:lnTo>
                  <a:pt x="195696" y="0"/>
                </a:lnTo>
                <a:lnTo>
                  <a:pt x="216758" y="59235"/>
                </a:lnTo>
                <a:lnTo>
                  <a:pt x="20622" y="11364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8" name="object 288" descr=""/>
          <p:cNvSpPr/>
          <p:nvPr/>
        </p:nvSpPr>
        <p:spPr>
          <a:xfrm>
            <a:off x="16761356" y="7443920"/>
            <a:ext cx="217804" cy="102235"/>
          </a:xfrm>
          <a:custGeom>
            <a:avLst/>
            <a:gdLst/>
            <a:ahLst/>
            <a:cxnLst/>
            <a:rect l="l" t="t" r="r" b="b"/>
            <a:pathLst>
              <a:path w="217805" h="102234">
                <a:moveTo>
                  <a:pt x="21501" y="102236"/>
                </a:moveTo>
                <a:lnTo>
                  <a:pt x="5643" y="63363"/>
                </a:lnTo>
                <a:lnTo>
                  <a:pt x="0" y="48704"/>
                </a:lnTo>
                <a:lnTo>
                  <a:pt x="195258" y="0"/>
                </a:lnTo>
                <a:lnTo>
                  <a:pt x="211487" y="35911"/>
                </a:lnTo>
                <a:lnTo>
                  <a:pt x="217637" y="48704"/>
                </a:lnTo>
                <a:lnTo>
                  <a:pt x="21501" y="10223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9" name="object 289" descr=""/>
          <p:cNvSpPr/>
          <p:nvPr/>
        </p:nvSpPr>
        <p:spPr>
          <a:xfrm>
            <a:off x="17185220" y="7341684"/>
            <a:ext cx="219075" cy="90170"/>
          </a:xfrm>
          <a:custGeom>
            <a:avLst/>
            <a:gdLst/>
            <a:ahLst/>
            <a:cxnLst/>
            <a:rect l="l" t="t" r="r" b="b"/>
            <a:pathLst>
              <a:path w="219075" h="90170">
                <a:moveTo>
                  <a:pt x="22817" y="89950"/>
                </a:moveTo>
                <a:lnTo>
                  <a:pt x="0" y="46510"/>
                </a:lnTo>
                <a:lnTo>
                  <a:pt x="195258" y="0"/>
                </a:lnTo>
                <a:lnTo>
                  <a:pt x="212474" y="28507"/>
                </a:lnTo>
                <a:lnTo>
                  <a:pt x="218953" y="38612"/>
                </a:lnTo>
                <a:lnTo>
                  <a:pt x="75553" y="75881"/>
                </a:lnTo>
                <a:lnTo>
                  <a:pt x="22817" y="8995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0" name="object 290" descr=""/>
          <p:cNvPicPr/>
          <p:nvPr/>
        </p:nvPicPr>
        <p:blipFill>
          <a:blip r:embed="rId161" cstate="print"/>
          <a:stretch>
            <a:fillRect/>
          </a:stretch>
        </p:blipFill>
        <p:spPr>
          <a:xfrm>
            <a:off x="1431590" y="8779137"/>
            <a:ext cx="220707" cy="137777"/>
          </a:xfrm>
          <a:prstGeom prst="rect">
            <a:avLst/>
          </a:prstGeom>
        </p:spPr>
      </p:pic>
      <p:sp>
        <p:nvSpPr>
          <p:cNvPr id="291" name="object 291" descr=""/>
          <p:cNvSpPr/>
          <p:nvPr/>
        </p:nvSpPr>
        <p:spPr>
          <a:xfrm>
            <a:off x="1859403" y="8881813"/>
            <a:ext cx="219710" cy="132080"/>
          </a:xfrm>
          <a:custGeom>
            <a:avLst/>
            <a:gdLst/>
            <a:ahLst/>
            <a:cxnLst/>
            <a:rect l="l" t="t" r="r" b="b"/>
            <a:pathLst>
              <a:path w="219710" h="132079">
                <a:moveTo>
                  <a:pt x="197452" y="132073"/>
                </a:moveTo>
                <a:lnTo>
                  <a:pt x="0" y="86878"/>
                </a:lnTo>
                <a:lnTo>
                  <a:pt x="22378" y="0"/>
                </a:lnTo>
                <a:lnTo>
                  <a:pt x="22816" y="438"/>
                </a:lnTo>
                <a:lnTo>
                  <a:pt x="219391" y="49143"/>
                </a:lnTo>
                <a:lnTo>
                  <a:pt x="197452" y="13207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2" name="object 292" descr=""/>
          <p:cNvSpPr/>
          <p:nvPr/>
        </p:nvSpPr>
        <p:spPr>
          <a:xfrm>
            <a:off x="2287217" y="8988438"/>
            <a:ext cx="218440" cy="125095"/>
          </a:xfrm>
          <a:custGeom>
            <a:avLst/>
            <a:gdLst/>
            <a:ahLst/>
            <a:cxnLst/>
            <a:rect l="l" t="t" r="r" b="b"/>
            <a:pathLst>
              <a:path w="218439" h="125095">
                <a:moveTo>
                  <a:pt x="197452" y="125053"/>
                </a:moveTo>
                <a:lnTo>
                  <a:pt x="0" y="78981"/>
                </a:lnTo>
                <a:lnTo>
                  <a:pt x="21061" y="0"/>
                </a:lnTo>
                <a:lnTo>
                  <a:pt x="21500" y="438"/>
                </a:lnTo>
                <a:lnTo>
                  <a:pt x="218075" y="50021"/>
                </a:lnTo>
                <a:lnTo>
                  <a:pt x="197452" y="12505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3" name="object 293" descr=""/>
          <p:cNvSpPr/>
          <p:nvPr/>
        </p:nvSpPr>
        <p:spPr>
          <a:xfrm>
            <a:off x="2716423" y="9095940"/>
            <a:ext cx="215900" cy="66675"/>
          </a:xfrm>
          <a:custGeom>
            <a:avLst/>
            <a:gdLst/>
            <a:ahLst/>
            <a:cxnLst/>
            <a:rect l="l" t="t" r="r" b="b"/>
            <a:pathLst>
              <a:path w="215900" h="66675">
                <a:moveTo>
                  <a:pt x="210260" y="66069"/>
                </a:moveTo>
                <a:lnTo>
                  <a:pt x="0" y="66069"/>
                </a:lnTo>
                <a:lnTo>
                  <a:pt x="18791" y="0"/>
                </a:lnTo>
                <a:lnTo>
                  <a:pt x="215366" y="48704"/>
                </a:lnTo>
                <a:lnTo>
                  <a:pt x="210260" y="6606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4" name="object 294" descr=""/>
          <p:cNvSpPr/>
          <p:nvPr/>
        </p:nvSpPr>
        <p:spPr>
          <a:xfrm>
            <a:off x="8849507" y="9149033"/>
            <a:ext cx="53340" cy="13335"/>
          </a:xfrm>
          <a:custGeom>
            <a:avLst/>
            <a:gdLst/>
            <a:ahLst/>
            <a:cxnLst/>
            <a:rect l="l" t="t" r="r" b="b"/>
            <a:pathLst>
              <a:path w="53340" h="13334">
                <a:moveTo>
                  <a:pt x="52580" y="12976"/>
                </a:moveTo>
                <a:lnTo>
                  <a:pt x="0" y="12976"/>
                </a:lnTo>
                <a:lnTo>
                  <a:pt x="52804" y="0"/>
                </a:lnTo>
                <a:lnTo>
                  <a:pt x="52580" y="1297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5" name="object 295" descr=""/>
          <p:cNvSpPr/>
          <p:nvPr/>
        </p:nvSpPr>
        <p:spPr>
          <a:xfrm>
            <a:off x="9131398" y="9042408"/>
            <a:ext cx="197485" cy="120014"/>
          </a:xfrm>
          <a:custGeom>
            <a:avLst/>
            <a:gdLst/>
            <a:ahLst/>
            <a:cxnLst/>
            <a:rect l="l" t="t" r="r" b="b"/>
            <a:pathLst>
              <a:path w="197484" h="120015">
                <a:moveTo>
                  <a:pt x="25445" y="119601"/>
                </a:moveTo>
                <a:lnTo>
                  <a:pt x="0" y="119601"/>
                </a:lnTo>
                <a:lnTo>
                  <a:pt x="835" y="49582"/>
                </a:lnTo>
                <a:lnTo>
                  <a:pt x="197409" y="0"/>
                </a:lnTo>
                <a:lnTo>
                  <a:pt x="197409" y="79858"/>
                </a:lnTo>
                <a:lnTo>
                  <a:pt x="25445" y="11960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6" name="object 296" descr=""/>
          <p:cNvPicPr/>
          <p:nvPr/>
        </p:nvPicPr>
        <p:blipFill>
          <a:blip r:embed="rId162" cstate="print"/>
          <a:stretch>
            <a:fillRect/>
          </a:stretch>
        </p:blipFill>
        <p:spPr>
          <a:xfrm>
            <a:off x="9558731" y="8934905"/>
            <a:ext cx="197452" cy="133389"/>
          </a:xfrm>
          <a:prstGeom prst="rect">
            <a:avLst/>
          </a:prstGeom>
        </p:spPr>
      </p:pic>
      <p:sp>
        <p:nvSpPr>
          <p:cNvPr id="297" name="object 297" descr=""/>
          <p:cNvSpPr/>
          <p:nvPr/>
        </p:nvSpPr>
        <p:spPr>
          <a:xfrm>
            <a:off x="9984789" y="8830475"/>
            <a:ext cx="199390" cy="139700"/>
          </a:xfrm>
          <a:custGeom>
            <a:avLst/>
            <a:gdLst/>
            <a:ahLst/>
            <a:cxnLst/>
            <a:rect l="l" t="t" r="r" b="b"/>
            <a:pathLst>
              <a:path w="199390" h="139700">
                <a:moveTo>
                  <a:pt x="1755" y="139532"/>
                </a:moveTo>
                <a:lnTo>
                  <a:pt x="0" y="47827"/>
                </a:lnTo>
                <a:lnTo>
                  <a:pt x="439" y="47827"/>
                </a:lnTo>
                <a:lnTo>
                  <a:pt x="197014" y="0"/>
                </a:lnTo>
                <a:lnTo>
                  <a:pt x="199207" y="95215"/>
                </a:lnTo>
                <a:lnTo>
                  <a:pt x="1755" y="13953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8" name="object 298" descr=""/>
          <p:cNvPicPr/>
          <p:nvPr/>
        </p:nvPicPr>
        <p:blipFill>
          <a:blip r:embed="rId163" cstate="print"/>
          <a:stretch>
            <a:fillRect/>
          </a:stretch>
        </p:blipFill>
        <p:spPr>
          <a:xfrm>
            <a:off x="10411286" y="8730432"/>
            <a:ext cx="200524" cy="144359"/>
          </a:xfrm>
          <a:prstGeom prst="rect">
            <a:avLst/>
          </a:prstGeom>
        </p:spPr>
      </p:pic>
      <p:pic>
        <p:nvPicPr>
          <p:cNvPr id="299" name="object 299" descr=""/>
          <p:cNvPicPr/>
          <p:nvPr/>
        </p:nvPicPr>
        <p:blipFill>
          <a:blip r:embed="rId164" cstate="print"/>
          <a:stretch>
            <a:fillRect/>
          </a:stretch>
        </p:blipFill>
        <p:spPr>
          <a:xfrm>
            <a:off x="10838222" y="8639605"/>
            <a:ext cx="201401" cy="147431"/>
          </a:xfrm>
          <a:prstGeom prst="rect">
            <a:avLst/>
          </a:prstGeom>
        </p:spPr>
      </p:pic>
      <p:pic>
        <p:nvPicPr>
          <p:cNvPr id="300" name="object 300" descr=""/>
          <p:cNvPicPr/>
          <p:nvPr/>
        </p:nvPicPr>
        <p:blipFill>
          <a:blip r:embed="rId165" cstate="print"/>
          <a:stretch>
            <a:fillRect/>
          </a:stretch>
        </p:blipFill>
        <p:spPr>
          <a:xfrm>
            <a:off x="11264284" y="8560185"/>
            <a:ext cx="202715" cy="148308"/>
          </a:xfrm>
          <a:prstGeom prst="rect">
            <a:avLst/>
          </a:prstGeom>
        </p:spPr>
      </p:pic>
      <p:pic>
        <p:nvPicPr>
          <p:cNvPr id="301" name="object 301" descr=""/>
          <p:cNvPicPr/>
          <p:nvPr/>
        </p:nvPicPr>
        <p:blipFill>
          <a:blip r:embed="rId166" cstate="print"/>
          <a:stretch>
            <a:fillRect/>
          </a:stretch>
        </p:blipFill>
        <p:spPr>
          <a:xfrm>
            <a:off x="11690778" y="8496122"/>
            <a:ext cx="204035" cy="146992"/>
          </a:xfrm>
          <a:prstGeom prst="rect">
            <a:avLst/>
          </a:prstGeom>
        </p:spPr>
      </p:pic>
      <p:pic>
        <p:nvPicPr>
          <p:cNvPr id="302" name="object 302" descr=""/>
          <p:cNvPicPr/>
          <p:nvPr/>
        </p:nvPicPr>
        <p:blipFill>
          <a:blip r:embed="rId167" cstate="print"/>
          <a:stretch>
            <a:fillRect/>
          </a:stretch>
        </p:blipFill>
        <p:spPr>
          <a:xfrm>
            <a:off x="12117275" y="8449612"/>
            <a:ext cx="205351" cy="143920"/>
          </a:xfrm>
          <a:prstGeom prst="rect">
            <a:avLst/>
          </a:prstGeom>
        </p:spPr>
      </p:pic>
      <p:pic>
        <p:nvPicPr>
          <p:cNvPr id="303" name="object 303" descr=""/>
          <p:cNvPicPr/>
          <p:nvPr/>
        </p:nvPicPr>
        <p:blipFill>
          <a:blip r:embed="rId168" cstate="print"/>
          <a:stretch>
            <a:fillRect/>
          </a:stretch>
        </p:blipFill>
        <p:spPr>
          <a:xfrm>
            <a:off x="12543335" y="8423723"/>
            <a:ext cx="206666" cy="138216"/>
          </a:xfrm>
          <a:prstGeom prst="rect">
            <a:avLst/>
          </a:prstGeom>
        </p:spPr>
      </p:pic>
      <p:pic>
        <p:nvPicPr>
          <p:cNvPr id="304" name="object 304" descr=""/>
          <p:cNvPicPr/>
          <p:nvPr/>
        </p:nvPicPr>
        <p:blipFill>
          <a:blip r:embed="rId169" cstate="print"/>
          <a:stretch>
            <a:fillRect/>
          </a:stretch>
        </p:blipFill>
        <p:spPr>
          <a:xfrm>
            <a:off x="12969832" y="8416702"/>
            <a:ext cx="207982" cy="135145"/>
          </a:xfrm>
          <a:prstGeom prst="rect">
            <a:avLst/>
          </a:prstGeom>
        </p:spPr>
      </p:pic>
      <p:pic>
        <p:nvPicPr>
          <p:cNvPr id="305" name="object 305" descr=""/>
          <p:cNvPicPr/>
          <p:nvPr/>
        </p:nvPicPr>
        <p:blipFill>
          <a:blip r:embed="rId170" cstate="print"/>
          <a:stretch>
            <a:fillRect/>
          </a:stretch>
        </p:blipFill>
        <p:spPr>
          <a:xfrm>
            <a:off x="13396329" y="8389060"/>
            <a:ext cx="209299" cy="143481"/>
          </a:xfrm>
          <a:prstGeom prst="rect">
            <a:avLst/>
          </a:prstGeom>
        </p:spPr>
      </p:pic>
      <p:pic>
        <p:nvPicPr>
          <p:cNvPr id="306" name="object 306" descr=""/>
          <p:cNvPicPr/>
          <p:nvPr/>
        </p:nvPicPr>
        <p:blipFill>
          <a:blip r:embed="rId171" cstate="print"/>
          <a:stretch>
            <a:fillRect/>
          </a:stretch>
        </p:blipFill>
        <p:spPr>
          <a:xfrm>
            <a:off x="13822827" y="8334650"/>
            <a:ext cx="210615" cy="149625"/>
          </a:xfrm>
          <a:prstGeom prst="rect">
            <a:avLst/>
          </a:prstGeom>
        </p:spPr>
      </p:pic>
      <p:pic>
        <p:nvPicPr>
          <p:cNvPr id="307" name="object 307" descr=""/>
          <p:cNvPicPr/>
          <p:nvPr/>
        </p:nvPicPr>
        <p:blipFill>
          <a:blip r:embed="rId172" cstate="print"/>
          <a:stretch>
            <a:fillRect/>
          </a:stretch>
        </p:blipFill>
        <p:spPr>
          <a:xfrm>
            <a:off x="14249324" y="8258302"/>
            <a:ext cx="211931" cy="150941"/>
          </a:xfrm>
          <a:prstGeom prst="rect">
            <a:avLst/>
          </a:prstGeom>
        </p:spPr>
      </p:pic>
      <p:pic>
        <p:nvPicPr>
          <p:cNvPr id="308" name="object 308" descr=""/>
          <p:cNvPicPr/>
          <p:nvPr/>
        </p:nvPicPr>
        <p:blipFill>
          <a:blip r:embed="rId173" cstate="print"/>
          <a:stretch>
            <a:fillRect/>
          </a:stretch>
        </p:blipFill>
        <p:spPr>
          <a:xfrm>
            <a:off x="14675822" y="8163525"/>
            <a:ext cx="213248" cy="150502"/>
          </a:xfrm>
          <a:prstGeom prst="rect">
            <a:avLst/>
          </a:prstGeom>
        </p:spPr>
      </p:pic>
      <p:pic>
        <p:nvPicPr>
          <p:cNvPr id="309" name="object 309" descr=""/>
          <p:cNvPicPr/>
          <p:nvPr/>
        </p:nvPicPr>
        <p:blipFill>
          <a:blip r:embed="rId174" cstate="print"/>
          <a:stretch>
            <a:fillRect/>
          </a:stretch>
        </p:blipFill>
        <p:spPr>
          <a:xfrm>
            <a:off x="15102757" y="8053829"/>
            <a:ext cx="214126" cy="146553"/>
          </a:xfrm>
          <a:prstGeom prst="rect">
            <a:avLst/>
          </a:prstGeom>
        </p:spPr>
      </p:pic>
      <p:sp>
        <p:nvSpPr>
          <p:cNvPr id="310" name="object 310" descr=""/>
          <p:cNvSpPr/>
          <p:nvPr/>
        </p:nvSpPr>
        <p:spPr>
          <a:xfrm>
            <a:off x="15529253" y="7933603"/>
            <a:ext cx="215900" cy="140970"/>
          </a:xfrm>
          <a:custGeom>
            <a:avLst/>
            <a:gdLst/>
            <a:ahLst/>
            <a:cxnLst/>
            <a:rect l="l" t="t" r="r" b="b"/>
            <a:pathLst>
              <a:path w="215900" h="140970">
                <a:moveTo>
                  <a:pt x="17990" y="140410"/>
                </a:moveTo>
                <a:lnTo>
                  <a:pt x="0" y="56602"/>
                </a:lnTo>
                <a:lnTo>
                  <a:pt x="196575" y="0"/>
                </a:lnTo>
                <a:lnTo>
                  <a:pt x="215442" y="78981"/>
                </a:lnTo>
                <a:lnTo>
                  <a:pt x="71055" y="124148"/>
                </a:lnTo>
                <a:lnTo>
                  <a:pt x="17990" y="14041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1" name="object 311" descr=""/>
          <p:cNvSpPr/>
          <p:nvPr/>
        </p:nvSpPr>
        <p:spPr>
          <a:xfrm>
            <a:off x="15955753" y="7806355"/>
            <a:ext cx="217170" cy="132080"/>
          </a:xfrm>
          <a:custGeom>
            <a:avLst/>
            <a:gdLst/>
            <a:ahLst/>
            <a:cxnLst/>
            <a:rect l="l" t="t" r="r" b="b"/>
            <a:pathLst>
              <a:path w="217169" h="132079">
                <a:moveTo>
                  <a:pt x="19304" y="132073"/>
                </a:moveTo>
                <a:lnTo>
                  <a:pt x="14004" y="112609"/>
                </a:lnTo>
                <a:lnTo>
                  <a:pt x="9486" y="95818"/>
                </a:lnTo>
                <a:lnTo>
                  <a:pt x="5050" y="78946"/>
                </a:lnTo>
                <a:lnTo>
                  <a:pt x="0" y="59235"/>
                </a:lnTo>
                <a:lnTo>
                  <a:pt x="196572" y="0"/>
                </a:lnTo>
                <a:lnTo>
                  <a:pt x="201886" y="18271"/>
                </a:lnTo>
                <a:lnTo>
                  <a:pt x="206500" y="33950"/>
                </a:lnTo>
                <a:lnTo>
                  <a:pt x="211196" y="49547"/>
                </a:lnTo>
                <a:lnTo>
                  <a:pt x="216756" y="67572"/>
                </a:lnTo>
                <a:lnTo>
                  <a:pt x="19304" y="13207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2" name="object 312" descr=""/>
          <p:cNvSpPr/>
          <p:nvPr/>
        </p:nvSpPr>
        <p:spPr>
          <a:xfrm>
            <a:off x="16381372" y="7676476"/>
            <a:ext cx="218440" cy="122555"/>
          </a:xfrm>
          <a:custGeom>
            <a:avLst/>
            <a:gdLst/>
            <a:ahLst/>
            <a:cxnLst/>
            <a:rect l="l" t="t" r="r" b="b"/>
            <a:pathLst>
              <a:path w="218440" h="122554">
                <a:moveTo>
                  <a:pt x="20622" y="121981"/>
                </a:moveTo>
                <a:lnTo>
                  <a:pt x="0" y="60113"/>
                </a:lnTo>
                <a:lnTo>
                  <a:pt x="437" y="60113"/>
                </a:lnTo>
                <a:lnTo>
                  <a:pt x="197013" y="0"/>
                </a:lnTo>
                <a:lnTo>
                  <a:pt x="218075" y="56602"/>
                </a:lnTo>
                <a:lnTo>
                  <a:pt x="20622" y="12198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3" name="object 313" descr=""/>
          <p:cNvSpPr/>
          <p:nvPr/>
        </p:nvSpPr>
        <p:spPr>
          <a:xfrm>
            <a:off x="16807868" y="7547474"/>
            <a:ext cx="219710" cy="109855"/>
          </a:xfrm>
          <a:custGeom>
            <a:avLst/>
            <a:gdLst/>
            <a:ahLst/>
            <a:cxnLst/>
            <a:rect l="l" t="t" r="r" b="b"/>
            <a:pathLst>
              <a:path w="219709" h="109854">
                <a:moveTo>
                  <a:pt x="21939" y="109696"/>
                </a:moveTo>
                <a:lnTo>
                  <a:pt x="0" y="58797"/>
                </a:lnTo>
                <a:lnTo>
                  <a:pt x="437" y="59235"/>
                </a:lnTo>
                <a:lnTo>
                  <a:pt x="197013" y="0"/>
                </a:lnTo>
                <a:lnTo>
                  <a:pt x="219391" y="45633"/>
                </a:lnTo>
                <a:lnTo>
                  <a:pt x="21939" y="10969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4" name="object 314" descr=""/>
          <p:cNvSpPr/>
          <p:nvPr/>
        </p:nvSpPr>
        <p:spPr>
          <a:xfrm>
            <a:off x="17234366" y="7422859"/>
            <a:ext cx="220979" cy="97155"/>
          </a:xfrm>
          <a:custGeom>
            <a:avLst/>
            <a:gdLst/>
            <a:ahLst/>
            <a:cxnLst/>
            <a:rect l="l" t="t" r="r" b="b"/>
            <a:pathLst>
              <a:path w="220980" h="97154">
                <a:moveTo>
                  <a:pt x="23255" y="96971"/>
                </a:moveTo>
                <a:lnTo>
                  <a:pt x="0" y="57041"/>
                </a:lnTo>
                <a:lnTo>
                  <a:pt x="437" y="56603"/>
                </a:lnTo>
                <a:lnTo>
                  <a:pt x="197013" y="0"/>
                </a:lnTo>
                <a:lnTo>
                  <a:pt x="220707" y="35541"/>
                </a:lnTo>
                <a:lnTo>
                  <a:pt x="76320" y="80215"/>
                </a:lnTo>
                <a:lnTo>
                  <a:pt x="23255" y="9697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5" name="object 315" descr=""/>
          <p:cNvPicPr/>
          <p:nvPr/>
        </p:nvPicPr>
        <p:blipFill>
          <a:blip r:embed="rId175" cstate="print"/>
          <a:stretch>
            <a:fillRect/>
          </a:stretch>
        </p:blipFill>
        <p:spPr>
          <a:xfrm>
            <a:off x="1379374" y="8986682"/>
            <a:ext cx="222463" cy="133828"/>
          </a:xfrm>
          <a:prstGeom prst="rect">
            <a:avLst/>
          </a:prstGeom>
        </p:spPr>
      </p:pic>
      <p:sp>
        <p:nvSpPr>
          <p:cNvPr id="316" name="object 316" descr=""/>
          <p:cNvSpPr/>
          <p:nvPr/>
        </p:nvSpPr>
        <p:spPr>
          <a:xfrm>
            <a:off x="1810417" y="9072244"/>
            <a:ext cx="221615" cy="90170"/>
          </a:xfrm>
          <a:custGeom>
            <a:avLst/>
            <a:gdLst/>
            <a:ahLst/>
            <a:cxnLst/>
            <a:rect l="l" t="t" r="r" b="b"/>
            <a:pathLst>
              <a:path w="221614" h="90170">
                <a:moveTo>
                  <a:pt x="208439" y="89765"/>
                </a:moveTo>
                <a:lnTo>
                  <a:pt x="0" y="89765"/>
                </a:lnTo>
                <a:lnTo>
                  <a:pt x="22659" y="0"/>
                </a:lnTo>
                <a:lnTo>
                  <a:pt x="220989" y="40807"/>
                </a:lnTo>
                <a:lnTo>
                  <a:pt x="208439" y="8976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7" name="object 317" descr=""/>
          <p:cNvSpPr/>
          <p:nvPr/>
        </p:nvSpPr>
        <p:spPr>
          <a:xfrm>
            <a:off x="9587134" y="9126215"/>
            <a:ext cx="170180" cy="36195"/>
          </a:xfrm>
          <a:custGeom>
            <a:avLst/>
            <a:gdLst/>
            <a:ahLst/>
            <a:cxnLst/>
            <a:rect l="l" t="t" r="r" b="b"/>
            <a:pathLst>
              <a:path w="170179" h="36195">
                <a:moveTo>
                  <a:pt x="170146" y="35793"/>
                </a:moveTo>
                <a:lnTo>
                  <a:pt x="0" y="35793"/>
                </a:lnTo>
                <a:lnTo>
                  <a:pt x="169926" y="0"/>
                </a:lnTo>
                <a:lnTo>
                  <a:pt x="170146" y="3579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8" name="object 318" descr=""/>
          <p:cNvSpPr/>
          <p:nvPr/>
        </p:nvSpPr>
        <p:spPr>
          <a:xfrm>
            <a:off x="9988300" y="9038020"/>
            <a:ext cx="200660" cy="124460"/>
          </a:xfrm>
          <a:custGeom>
            <a:avLst/>
            <a:gdLst/>
            <a:ahLst/>
            <a:cxnLst/>
            <a:rect l="l" t="t" r="r" b="b"/>
            <a:pathLst>
              <a:path w="200659" h="124459">
                <a:moveTo>
                  <a:pt x="56555" y="123988"/>
                </a:moveTo>
                <a:lnTo>
                  <a:pt x="1619" y="123988"/>
                </a:lnTo>
                <a:lnTo>
                  <a:pt x="0" y="40367"/>
                </a:lnTo>
                <a:lnTo>
                  <a:pt x="198330" y="0"/>
                </a:lnTo>
                <a:lnTo>
                  <a:pt x="200524" y="97409"/>
                </a:lnTo>
                <a:lnTo>
                  <a:pt x="56555" y="12398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9" name="object 319" descr=""/>
          <p:cNvSpPr/>
          <p:nvPr/>
        </p:nvSpPr>
        <p:spPr>
          <a:xfrm>
            <a:off x="10417430" y="8954651"/>
            <a:ext cx="201930" cy="139700"/>
          </a:xfrm>
          <a:custGeom>
            <a:avLst/>
            <a:gdLst/>
            <a:ahLst/>
            <a:cxnLst/>
            <a:rect l="l" t="t" r="r" b="b"/>
            <a:pathLst>
              <a:path w="201929" h="139700">
                <a:moveTo>
                  <a:pt x="3071" y="139094"/>
                </a:moveTo>
                <a:lnTo>
                  <a:pt x="0" y="37735"/>
                </a:lnTo>
                <a:lnTo>
                  <a:pt x="439" y="37735"/>
                </a:lnTo>
                <a:lnTo>
                  <a:pt x="198330" y="0"/>
                </a:lnTo>
                <a:lnTo>
                  <a:pt x="201840" y="104869"/>
                </a:lnTo>
                <a:lnTo>
                  <a:pt x="3071" y="13909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20" name="object 320" descr=""/>
          <p:cNvPicPr/>
          <p:nvPr/>
        </p:nvPicPr>
        <p:blipFill>
          <a:blip r:embed="rId176" cstate="print"/>
          <a:stretch>
            <a:fillRect/>
          </a:stretch>
        </p:blipFill>
        <p:spPr>
          <a:xfrm>
            <a:off x="10846560" y="8878741"/>
            <a:ext cx="203157" cy="142604"/>
          </a:xfrm>
          <a:prstGeom prst="rect">
            <a:avLst/>
          </a:prstGeom>
        </p:spPr>
      </p:pic>
      <p:pic>
        <p:nvPicPr>
          <p:cNvPr id="321" name="object 321" descr=""/>
          <p:cNvPicPr/>
          <p:nvPr/>
        </p:nvPicPr>
        <p:blipFill>
          <a:blip r:embed="rId177" cstate="print"/>
          <a:stretch>
            <a:fillRect/>
          </a:stretch>
        </p:blipFill>
        <p:spPr>
          <a:xfrm>
            <a:off x="11275691" y="8813802"/>
            <a:ext cx="204472" cy="144359"/>
          </a:xfrm>
          <a:prstGeom prst="rect">
            <a:avLst/>
          </a:prstGeom>
        </p:spPr>
      </p:pic>
      <p:pic>
        <p:nvPicPr>
          <p:cNvPr id="322" name="object 322" descr=""/>
          <p:cNvPicPr/>
          <p:nvPr/>
        </p:nvPicPr>
        <p:blipFill>
          <a:blip r:embed="rId178" cstate="print"/>
          <a:stretch>
            <a:fillRect/>
          </a:stretch>
        </p:blipFill>
        <p:spPr>
          <a:xfrm>
            <a:off x="11705697" y="8761148"/>
            <a:ext cx="205351" cy="143920"/>
          </a:xfrm>
          <a:prstGeom prst="rect">
            <a:avLst/>
          </a:prstGeom>
        </p:spPr>
      </p:pic>
      <p:pic>
        <p:nvPicPr>
          <p:cNvPr id="323" name="object 323" descr=""/>
          <p:cNvPicPr/>
          <p:nvPr/>
        </p:nvPicPr>
        <p:blipFill>
          <a:blip r:embed="rId179" cstate="print"/>
          <a:stretch>
            <a:fillRect/>
          </a:stretch>
        </p:blipFill>
        <p:spPr>
          <a:xfrm>
            <a:off x="12134826" y="8725606"/>
            <a:ext cx="206667" cy="141288"/>
          </a:xfrm>
          <a:prstGeom prst="rect">
            <a:avLst/>
          </a:prstGeom>
        </p:spPr>
      </p:pic>
      <p:pic>
        <p:nvPicPr>
          <p:cNvPr id="324" name="object 324" descr=""/>
          <p:cNvPicPr/>
          <p:nvPr/>
        </p:nvPicPr>
        <p:blipFill>
          <a:blip r:embed="rId180" cstate="print"/>
          <a:stretch>
            <a:fillRect/>
          </a:stretch>
        </p:blipFill>
        <p:spPr>
          <a:xfrm>
            <a:off x="12563957" y="8708494"/>
            <a:ext cx="207984" cy="136461"/>
          </a:xfrm>
          <a:prstGeom prst="rect">
            <a:avLst/>
          </a:prstGeom>
        </p:spPr>
      </p:pic>
      <p:pic>
        <p:nvPicPr>
          <p:cNvPr id="325" name="object 325" descr=""/>
          <p:cNvPicPr/>
          <p:nvPr/>
        </p:nvPicPr>
        <p:blipFill>
          <a:blip r:embed="rId181" cstate="print"/>
          <a:stretch>
            <a:fillRect/>
          </a:stretch>
        </p:blipFill>
        <p:spPr>
          <a:xfrm>
            <a:off x="12993087" y="8699718"/>
            <a:ext cx="209300" cy="140410"/>
          </a:xfrm>
          <a:prstGeom prst="rect">
            <a:avLst/>
          </a:prstGeom>
        </p:spPr>
      </p:pic>
      <p:pic>
        <p:nvPicPr>
          <p:cNvPr id="326" name="object 326" descr=""/>
          <p:cNvPicPr/>
          <p:nvPr/>
        </p:nvPicPr>
        <p:blipFill>
          <a:blip r:embed="rId182" cstate="print"/>
          <a:stretch>
            <a:fillRect/>
          </a:stretch>
        </p:blipFill>
        <p:spPr>
          <a:xfrm>
            <a:off x="13422217" y="8659789"/>
            <a:ext cx="210616" cy="150941"/>
          </a:xfrm>
          <a:prstGeom prst="rect">
            <a:avLst/>
          </a:prstGeom>
        </p:spPr>
      </p:pic>
      <p:pic>
        <p:nvPicPr>
          <p:cNvPr id="327" name="object 327" descr=""/>
          <p:cNvPicPr/>
          <p:nvPr/>
        </p:nvPicPr>
        <p:blipFill>
          <a:blip r:embed="rId183" cstate="print"/>
          <a:stretch>
            <a:fillRect/>
          </a:stretch>
        </p:blipFill>
        <p:spPr>
          <a:xfrm>
            <a:off x="13851832" y="8590460"/>
            <a:ext cx="211885" cy="157522"/>
          </a:xfrm>
          <a:prstGeom prst="rect">
            <a:avLst/>
          </a:prstGeom>
        </p:spPr>
      </p:pic>
      <p:pic>
        <p:nvPicPr>
          <p:cNvPr id="328" name="object 328" descr=""/>
          <p:cNvPicPr/>
          <p:nvPr/>
        </p:nvPicPr>
        <p:blipFill>
          <a:blip r:embed="rId184" cstate="print"/>
          <a:stretch>
            <a:fillRect/>
          </a:stretch>
        </p:blipFill>
        <p:spPr>
          <a:xfrm>
            <a:off x="14280477" y="8495684"/>
            <a:ext cx="213248" cy="161033"/>
          </a:xfrm>
          <a:prstGeom prst="rect">
            <a:avLst/>
          </a:prstGeom>
        </p:spPr>
      </p:pic>
      <p:pic>
        <p:nvPicPr>
          <p:cNvPr id="329" name="object 329" descr=""/>
          <p:cNvPicPr/>
          <p:nvPr/>
        </p:nvPicPr>
        <p:blipFill>
          <a:blip r:embed="rId185" cstate="print"/>
          <a:stretch>
            <a:fillRect/>
          </a:stretch>
        </p:blipFill>
        <p:spPr>
          <a:xfrm>
            <a:off x="14709607" y="8379845"/>
            <a:ext cx="214564" cy="160594"/>
          </a:xfrm>
          <a:prstGeom prst="rect">
            <a:avLst/>
          </a:prstGeom>
        </p:spPr>
      </p:pic>
      <p:pic>
        <p:nvPicPr>
          <p:cNvPr id="330" name="object 330" descr=""/>
          <p:cNvPicPr/>
          <p:nvPr/>
        </p:nvPicPr>
        <p:blipFill>
          <a:blip r:embed="rId186" cstate="print"/>
          <a:stretch>
            <a:fillRect/>
          </a:stretch>
        </p:blipFill>
        <p:spPr>
          <a:xfrm>
            <a:off x="15138736" y="8248211"/>
            <a:ext cx="215881" cy="157522"/>
          </a:xfrm>
          <a:prstGeom prst="rect">
            <a:avLst/>
          </a:prstGeom>
        </p:spPr>
      </p:pic>
      <p:sp>
        <p:nvSpPr>
          <p:cNvPr id="331" name="object 331" descr=""/>
          <p:cNvSpPr/>
          <p:nvPr/>
        </p:nvSpPr>
        <p:spPr>
          <a:xfrm>
            <a:off x="15568305" y="8104289"/>
            <a:ext cx="217804" cy="151765"/>
          </a:xfrm>
          <a:custGeom>
            <a:avLst/>
            <a:gdLst/>
            <a:ahLst/>
            <a:cxnLst/>
            <a:rect l="l" t="t" r="r" b="b"/>
            <a:pathLst>
              <a:path w="217805" h="151765">
                <a:moveTo>
                  <a:pt x="18429" y="151380"/>
                </a:moveTo>
                <a:lnTo>
                  <a:pt x="0" y="67572"/>
                </a:lnTo>
                <a:lnTo>
                  <a:pt x="439" y="67572"/>
                </a:lnTo>
                <a:lnTo>
                  <a:pt x="198330" y="0"/>
                </a:lnTo>
                <a:lnTo>
                  <a:pt x="217198" y="78541"/>
                </a:lnTo>
                <a:lnTo>
                  <a:pt x="18429" y="15138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2" name="object 332" descr=""/>
          <p:cNvSpPr/>
          <p:nvPr/>
        </p:nvSpPr>
        <p:spPr>
          <a:xfrm>
            <a:off x="15997434" y="7952909"/>
            <a:ext cx="219075" cy="143510"/>
          </a:xfrm>
          <a:custGeom>
            <a:avLst/>
            <a:gdLst/>
            <a:ahLst/>
            <a:cxnLst/>
            <a:rect l="l" t="t" r="r" b="b"/>
            <a:pathLst>
              <a:path w="219075" h="143509">
                <a:moveTo>
                  <a:pt x="19745" y="143043"/>
                </a:moveTo>
                <a:lnTo>
                  <a:pt x="0" y="70204"/>
                </a:lnTo>
                <a:lnTo>
                  <a:pt x="439" y="70644"/>
                </a:lnTo>
                <a:lnTo>
                  <a:pt x="198330" y="0"/>
                </a:lnTo>
                <a:lnTo>
                  <a:pt x="218514" y="67572"/>
                </a:lnTo>
                <a:lnTo>
                  <a:pt x="19745" y="14304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3" name="object 333" descr=""/>
          <p:cNvSpPr/>
          <p:nvPr/>
        </p:nvSpPr>
        <p:spPr>
          <a:xfrm>
            <a:off x="16426564" y="7798896"/>
            <a:ext cx="220345" cy="132715"/>
          </a:xfrm>
          <a:custGeom>
            <a:avLst/>
            <a:gdLst/>
            <a:ahLst/>
            <a:cxnLst/>
            <a:rect l="l" t="t" r="r" b="b"/>
            <a:pathLst>
              <a:path w="220344" h="132715">
                <a:moveTo>
                  <a:pt x="21062" y="132512"/>
                </a:moveTo>
                <a:lnTo>
                  <a:pt x="0" y="71083"/>
                </a:lnTo>
                <a:lnTo>
                  <a:pt x="439" y="71082"/>
                </a:lnTo>
                <a:lnTo>
                  <a:pt x="198330" y="0"/>
                </a:lnTo>
                <a:lnTo>
                  <a:pt x="219830" y="56164"/>
                </a:lnTo>
                <a:lnTo>
                  <a:pt x="21062" y="13251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4" name="object 334" descr=""/>
          <p:cNvSpPr/>
          <p:nvPr/>
        </p:nvSpPr>
        <p:spPr>
          <a:xfrm>
            <a:off x="16855693" y="7645761"/>
            <a:ext cx="221615" cy="120650"/>
          </a:xfrm>
          <a:custGeom>
            <a:avLst/>
            <a:gdLst/>
            <a:ahLst/>
            <a:cxnLst/>
            <a:rect l="l" t="t" r="r" b="b"/>
            <a:pathLst>
              <a:path w="221615" h="120650">
                <a:moveTo>
                  <a:pt x="22378" y="120226"/>
                </a:moveTo>
                <a:lnTo>
                  <a:pt x="0" y="70205"/>
                </a:lnTo>
                <a:lnTo>
                  <a:pt x="439" y="70205"/>
                </a:lnTo>
                <a:lnTo>
                  <a:pt x="198330" y="0"/>
                </a:lnTo>
                <a:lnTo>
                  <a:pt x="221147" y="45194"/>
                </a:lnTo>
                <a:lnTo>
                  <a:pt x="22378" y="12022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5" name="object 335" descr=""/>
          <p:cNvSpPr/>
          <p:nvPr/>
        </p:nvSpPr>
        <p:spPr>
          <a:xfrm>
            <a:off x="17284824" y="7499208"/>
            <a:ext cx="222885" cy="106680"/>
          </a:xfrm>
          <a:custGeom>
            <a:avLst/>
            <a:gdLst/>
            <a:ahLst/>
            <a:cxnLst/>
            <a:rect l="l" t="t" r="r" b="b"/>
            <a:pathLst>
              <a:path w="222884" h="106679">
                <a:moveTo>
                  <a:pt x="23694" y="106624"/>
                </a:moveTo>
                <a:lnTo>
                  <a:pt x="0" y="67133"/>
                </a:lnTo>
                <a:lnTo>
                  <a:pt x="439" y="66694"/>
                </a:lnTo>
                <a:lnTo>
                  <a:pt x="198330" y="0"/>
                </a:lnTo>
                <a:lnTo>
                  <a:pt x="222463" y="35102"/>
                </a:lnTo>
                <a:lnTo>
                  <a:pt x="23694" y="10662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6" name="object 336" descr=""/>
          <p:cNvSpPr/>
          <p:nvPr/>
        </p:nvSpPr>
        <p:spPr>
          <a:xfrm>
            <a:off x="10855773" y="9123583"/>
            <a:ext cx="201295" cy="38735"/>
          </a:xfrm>
          <a:custGeom>
            <a:avLst/>
            <a:gdLst/>
            <a:ahLst/>
            <a:cxnLst/>
            <a:rect l="l" t="t" r="r" b="b"/>
            <a:pathLst>
              <a:path w="201295" h="38734">
                <a:moveTo>
                  <a:pt x="201223" y="38426"/>
                </a:moveTo>
                <a:lnTo>
                  <a:pt x="443" y="38426"/>
                </a:lnTo>
                <a:lnTo>
                  <a:pt x="0" y="27204"/>
                </a:lnTo>
                <a:lnTo>
                  <a:pt x="439" y="26765"/>
                </a:lnTo>
                <a:lnTo>
                  <a:pt x="146245" y="6897"/>
                </a:lnTo>
                <a:lnTo>
                  <a:pt x="199647" y="0"/>
                </a:lnTo>
                <a:lnTo>
                  <a:pt x="201223" y="3842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7" name="object 337" descr=""/>
          <p:cNvSpPr/>
          <p:nvPr/>
        </p:nvSpPr>
        <p:spPr>
          <a:xfrm>
            <a:off x="11287976" y="9072245"/>
            <a:ext cx="204470" cy="90170"/>
          </a:xfrm>
          <a:custGeom>
            <a:avLst/>
            <a:gdLst/>
            <a:ahLst/>
            <a:cxnLst/>
            <a:rect l="l" t="t" r="r" b="b"/>
            <a:pathLst>
              <a:path w="204470" h="90170">
                <a:moveTo>
                  <a:pt x="204138" y="89763"/>
                </a:moveTo>
                <a:lnTo>
                  <a:pt x="3247" y="89763"/>
                </a:lnTo>
                <a:lnTo>
                  <a:pt x="0" y="22377"/>
                </a:lnTo>
                <a:lnTo>
                  <a:pt x="146244" y="5717"/>
                </a:lnTo>
                <a:lnTo>
                  <a:pt x="199645" y="0"/>
                </a:lnTo>
                <a:lnTo>
                  <a:pt x="204138" y="8976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8" name="object 338" descr=""/>
          <p:cNvPicPr/>
          <p:nvPr/>
        </p:nvPicPr>
        <p:blipFill>
          <a:blip r:embed="rId187" cstate="print"/>
          <a:stretch>
            <a:fillRect/>
          </a:stretch>
        </p:blipFill>
        <p:spPr>
          <a:xfrm>
            <a:off x="11719739" y="9032315"/>
            <a:ext cx="207105" cy="129693"/>
          </a:xfrm>
          <a:prstGeom prst="rect">
            <a:avLst/>
          </a:prstGeom>
        </p:spPr>
      </p:pic>
      <p:pic>
        <p:nvPicPr>
          <p:cNvPr id="339" name="object 339" descr=""/>
          <p:cNvPicPr/>
          <p:nvPr/>
        </p:nvPicPr>
        <p:blipFill>
          <a:blip r:embed="rId188" cstate="print"/>
          <a:stretch>
            <a:fillRect/>
          </a:stretch>
        </p:blipFill>
        <p:spPr>
          <a:xfrm>
            <a:off x="12151941" y="9006427"/>
            <a:ext cx="208421" cy="139532"/>
          </a:xfrm>
          <a:prstGeom prst="rect">
            <a:avLst/>
          </a:prstGeom>
        </p:spPr>
      </p:pic>
      <p:pic>
        <p:nvPicPr>
          <p:cNvPr id="340" name="object 340" descr=""/>
          <p:cNvPicPr/>
          <p:nvPr/>
        </p:nvPicPr>
        <p:blipFill>
          <a:blip r:embed="rId189" cstate="print"/>
          <a:stretch>
            <a:fillRect/>
          </a:stretch>
        </p:blipFill>
        <p:spPr>
          <a:xfrm>
            <a:off x="12583703" y="8996774"/>
            <a:ext cx="209738" cy="135584"/>
          </a:xfrm>
          <a:prstGeom prst="rect">
            <a:avLst/>
          </a:prstGeom>
        </p:spPr>
      </p:pic>
      <p:pic>
        <p:nvPicPr>
          <p:cNvPr id="341" name="object 341" descr=""/>
          <p:cNvPicPr/>
          <p:nvPr/>
        </p:nvPicPr>
        <p:blipFill>
          <a:blip r:embed="rId190" cstate="print"/>
          <a:stretch>
            <a:fillRect/>
          </a:stretch>
        </p:blipFill>
        <p:spPr>
          <a:xfrm>
            <a:off x="13015904" y="8985367"/>
            <a:ext cx="211054" cy="146114"/>
          </a:xfrm>
          <a:prstGeom prst="rect">
            <a:avLst/>
          </a:prstGeom>
        </p:spPr>
      </p:pic>
      <p:pic>
        <p:nvPicPr>
          <p:cNvPr id="342" name="object 342" descr=""/>
          <p:cNvPicPr/>
          <p:nvPr/>
        </p:nvPicPr>
        <p:blipFill>
          <a:blip r:embed="rId191" cstate="print"/>
          <a:stretch>
            <a:fillRect/>
          </a:stretch>
        </p:blipFill>
        <p:spPr>
          <a:xfrm>
            <a:off x="13448106" y="8933589"/>
            <a:ext cx="212371" cy="158839"/>
          </a:xfrm>
          <a:prstGeom prst="rect">
            <a:avLst/>
          </a:prstGeom>
        </p:spPr>
      </p:pic>
      <p:pic>
        <p:nvPicPr>
          <p:cNvPr id="343" name="object 343" descr=""/>
          <p:cNvPicPr/>
          <p:nvPr/>
        </p:nvPicPr>
        <p:blipFill>
          <a:blip r:embed="rId192" cstate="print"/>
          <a:stretch>
            <a:fillRect/>
          </a:stretch>
        </p:blipFill>
        <p:spPr>
          <a:xfrm>
            <a:off x="13879869" y="8848904"/>
            <a:ext cx="213686" cy="166737"/>
          </a:xfrm>
          <a:prstGeom prst="rect">
            <a:avLst/>
          </a:prstGeom>
        </p:spPr>
      </p:pic>
      <p:pic>
        <p:nvPicPr>
          <p:cNvPr id="344" name="object 344" descr=""/>
          <p:cNvPicPr/>
          <p:nvPr/>
        </p:nvPicPr>
        <p:blipFill>
          <a:blip r:embed="rId193" cstate="print"/>
          <a:stretch>
            <a:fillRect/>
          </a:stretch>
        </p:blipFill>
        <p:spPr>
          <a:xfrm>
            <a:off x="14312069" y="8734820"/>
            <a:ext cx="215003" cy="171564"/>
          </a:xfrm>
          <a:prstGeom prst="rect">
            <a:avLst/>
          </a:prstGeom>
        </p:spPr>
      </p:pic>
      <p:pic>
        <p:nvPicPr>
          <p:cNvPr id="345" name="object 345" descr=""/>
          <p:cNvPicPr/>
          <p:nvPr/>
        </p:nvPicPr>
        <p:blipFill>
          <a:blip r:embed="rId194" cstate="print"/>
          <a:stretch>
            <a:fillRect/>
          </a:stretch>
        </p:blipFill>
        <p:spPr>
          <a:xfrm>
            <a:off x="14744771" y="8598359"/>
            <a:ext cx="215820" cy="172003"/>
          </a:xfrm>
          <a:prstGeom prst="rect">
            <a:avLst/>
          </a:prstGeom>
        </p:spPr>
      </p:pic>
      <p:pic>
        <p:nvPicPr>
          <p:cNvPr id="346" name="object 346" descr=""/>
          <p:cNvPicPr/>
          <p:nvPr/>
        </p:nvPicPr>
        <p:blipFill>
          <a:blip r:embed="rId195" cstate="print"/>
          <a:stretch>
            <a:fillRect/>
          </a:stretch>
        </p:blipFill>
        <p:spPr>
          <a:xfrm>
            <a:off x="15176541" y="8443469"/>
            <a:ext cx="217127" cy="169370"/>
          </a:xfrm>
          <a:prstGeom prst="rect">
            <a:avLst/>
          </a:prstGeom>
        </p:spPr>
      </p:pic>
      <p:sp>
        <p:nvSpPr>
          <p:cNvPr id="347" name="object 347" descr=""/>
          <p:cNvSpPr/>
          <p:nvPr/>
        </p:nvSpPr>
        <p:spPr>
          <a:xfrm>
            <a:off x="15608673" y="8275854"/>
            <a:ext cx="219075" cy="164465"/>
          </a:xfrm>
          <a:custGeom>
            <a:avLst/>
            <a:gdLst/>
            <a:ahLst/>
            <a:cxnLst/>
            <a:rect l="l" t="t" r="r" b="b"/>
            <a:pathLst>
              <a:path w="219075" h="164465">
                <a:moveTo>
                  <a:pt x="18429" y="164105"/>
                </a:moveTo>
                <a:lnTo>
                  <a:pt x="0" y="78541"/>
                </a:lnTo>
                <a:lnTo>
                  <a:pt x="199207" y="0"/>
                </a:lnTo>
                <a:lnTo>
                  <a:pt x="218514" y="80297"/>
                </a:lnTo>
                <a:lnTo>
                  <a:pt x="72337" y="141878"/>
                </a:lnTo>
                <a:lnTo>
                  <a:pt x="18429" y="164105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48" name="object 348" descr=""/>
          <p:cNvSpPr/>
          <p:nvPr/>
        </p:nvSpPr>
        <p:spPr>
          <a:xfrm>
            <a:off x="16040436" y="8099901"/>
            <a:ext cx="220345" cy="156210"/>
          </a:xfrm>
          <a:custGeom>
            <a:avLst/>
            <a:gdLst/>
            <a:ahLst/>
            <a:cxnLst/>
            <a:rect l="l" t="t" r="r" b="b"/>
            <a:pathLst>
              <a:path w="220344" h="156209">
                <a:moveTo>
                  <a:pt x="19745" y="156206"/>
                </a:moveTo>
                <a:lnTo>
                  <a:pt x="0" y="81613"/>
                </a:lnTo>
                <a:lnTo>
                  <a:pt x="199207" y="0"/>
                </a:lnTo>
                <a:lnTo>
                  <a:pt x="219830" y="69327"/>
                </a:lnTo>
                <a:lnTo>
                  <a:pt x="19745" y="15620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49" name="object 349" descr=""/>
          <p:cNvSpPr/>
          <p:nvPr/>
        </p:nvSpPr>
        <p:spPr>
          <a:xfrm>
            <a:off x="16472637" y="7921317"/>
            <a:ext cx="221615" cy="146050"/>
          </a:xfrm>
          <a:custGeom>
            <a:avLst/>
            <a:gdLst/>
            <a:ahLst/>
            <a:cxnLst/>
            <a:rect l="l" t="t" r="r" b="b"/>
            <a:pathLst>
              <a:path w="221615" h="146050">
                <a:moveTo>
                  <a:pt x="21062" y="145676"/>
                </a:moveTo>
                <a:lnTo>
                  <a:pt x="0" y="82491"/>
                </a:lnTo>
                <a:lnTo>
                  <a:pt x="199207" y="0"/>
                </a:lnTo>
                <a:lnTo>
                  <a:pt x="221147" y="58358"/>
                </a:lnTo>
                <a:lnTo>
                  <a:pt x="21062" y="14567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0" name="object 350" descr=""/>
          <p:cNvSpPr/>
          <p:nvPr/>
        </p:nvSpPr>
        <p:spPr>
          <a:xfrm>
            <a:off x="16904839" y="7744926"/>
            <a:ext cx="222885" cy="133350"/>
          </a:xfrm>
          <a:custGeom>
            <a:avLst/>
            <a:gdLst/>
            <a:ahLst/>
            <a:cxnLst/>
            <a:rect l="l" t="t" r="r" b="b"/>
            <a:pathLst>
              <a:path w="222884" h="133350">
                <a:moveTo>
                  <a:pt x="22378" y="132951"/>
                </a:moveTo>
                <a:lnTo>
                  <a:pt x="0" y="80735"/>
                </a:lnTo>
                <a:lnTo>
                  <a:pt x="199207" y="0"/>
                </a:lnTo>
                <a:lnTo>
                  <a:pt x="222463" y="47388"/>
                </a:lnTo>
                <a:lnTo>
                  <a:pt x="22378" y="13295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1" name="object 351" descr=""/>
          <p:cNvSpPr/>
          <p:nvPr/>
        </p:nvSpPr>
        <p:spPr>
          <a:xfrm>
            <a:off x="17336600" y="7575556"/>
            <a:ext cx="224154" cy="118745"/>
          </a:xfrm>
          <a:custGeom>
            <a:avLst/>
            <a:gdLst/>
            <a:ahLst/>
            <a:cxnLst/>
            <a:rect l="l" t="t" r="r" b="b"/>
            <a:pathLst>
              <a:path w="224155" h="118745">
                <a:moveTo>
                  <a:pt x="23694" y="118471"/>
                </a:moveTo>
                <a:lnTo>
                  <a:pt x="11683" y="97245"/>
                </a:lnTo>
                <a:lnTo>
                  <a:pt x="6232" y="87557"/>
                </a:lnTo>
                <a:lnTo>
                  <a:pt x="200" y="76708"/>
                </a:lnTo>
                <a:lnTo>
                  <a:pt x="199207" y="0"/>
                </a:lnTo>
                <a:lnTo>
                  <a:pt x="205700" y="9776"/>
                </a:lnTo>
                <a:lnTo>
                  <a:pt x="223779" y="37296"/>
                </a:lnTo>
                <a:lnTo>
                  <a:pt x="23694" y="118471"/>
                </a:lnTo>
                <a:close/>
              </a:path>
              <a:path w="224155" h="118745">
                <a:moveTo>
                  <a:pt x="200" y="76708"/>
                </a:moveTo>
                <a:lnTo>
                  <a:pt x="0" y="76708"/>
                </a:lnTo>
                <a:lnTo>
                  <a:pt x="0" y="76347"/>
                </a:lnTo>
                <a:lnTo>
                  <a:pt x="200" y="7670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2" name="object 352" descr=""/>
          <p:cNvSpPr/>
          <p:nvPr/>
        </p:nvSpPr>
        <p:spPr>
          <a:xfrm>
            <a:off x="13909704" y="9110419"/>
            <a:ext cx="207010" cy="52069"/>
          </a:xfrm>
          <a:custGeom>
            <a:avLst/>
            <a:gdLst/>
            <a:ahLst/>
            <a:cxnLst/>
            <a:rect l="l" t="t" r="r" b="b"/>
            <a:pathLst>
              <a:path w="207009" h="52070">
                <a:moveTo>
                  <a:pt x="206420" y="51589"/>
                </a:moveTo>
                <a:lnTo>
                  <a:pt x="65" y="51589"/>
                </a:lnTo>
                <a:lnTo>
                  <a:pt x="0" y="50899"/>
                </a:lnTo>
                <a:lnTo>
                  <a:pt x="100261" y="26601"/>
                </a:lnTo>
                <a:lnTo>
                  <a:pt x="146608" y="14555"/>
                </a:lnTo>
                <a:lnTo>
                  <a:pt x="200524" y="0"/>
                </a:lnTo>
                <a:lnTo>
                  <a:pt x="206420" y="5158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3" name="object 353" descr=""/>
          <p:cNvPicPr/>
          <p:nvPr/>
        </p:nvPicPr>
        <p:blipFill>
          <a:blip r:embed="rId196" cstate="print"/>
          <a:stretch>
            <a:fillRect/>
          </a:stretch>
        </p:blipFill>
        <p:spPr>
          <a:xfrm>
            <a:off x="14344101" y="8978784"/>
            <a:ext cx="216320" cy="182972"/>
          </a:xfrm>
          <a:prstGeom prst="rect">
            <a:avLst/>
          </a:prstGeom>
        </p:spPr>
      </p:pic>
      <p:pic>
        <p:nvPicPr>
          <p:cNvPr id="354" name="object 354" descr=""/>
          <p:cNvPicPr/>
          <p:nvPr/>
        </p:nvPicPr>
        <p:blipFill>
          <a:blip r:embed="rId197" cstate="print"/>
          <a:stretch>
            <a:fillRect/>
          </a:stretch>
        </p:blipFill>
        <p:spPr>
          <a:xfrm>
            <a:off x="14778936" y="8821260"/>
            <a:ext cx="217636" cy="185166"/>
          </a:xfrm>
          <a:prstGeom prst="rect">
            <a:avLst/>
          </a:prstGeom>
        </p:spPr>
      </p:pic>
      <p:pic>
        <p:nvPicPr>
          <p:cNvPr id="355" name="object 355" descr=""/>
          <p:cNvPicPr/>
          <p:nvPr/>
        </p:nvPicPr>
        <p:blipFill>
          <a:blip r:embed="rId198" cstate="print"/>
          <a:stretch>
            <a:fillRect/>
          </a:stretch>
        </p:blipFill>
        <p:spPr>
          <a:xfrm>
            <a:off x="15213770" y="8643554"/>
            <a:ext cx="218952" cy="183411"/>
          </a:xfrm>
          <a:prstGeom prst="rect">
            <a:avLst/>
          </a:prstGeom>
        </p:spPr>
      </p:pic>
      <p:sp>
        <p:nvSpPr>
          <p:cNvPr id="356" name="object 356" descr=""/>
          <p:cNvSpPr/>
          <p:nvPr/>
        </p:nvSpPr>
        <p:spPr>
          <a:xfrm>
            <a:off x="15648604" y="8451805"/>
            <a:ext cx="220345" cy="179070"/>
          </a:xfrm>
          <a:custGeom>
            <a:avLst/>
            <a:gdLst/>
            <a:ahLst/>
            <a:cxnLst/>
            <a:rect l="l" t="t" r="r" b="b"/>
            <a:pathLst>
              <a:path w="220344" h="179070">
                <a:moveTo>
                  <a:pt x="18867" y="179023"/>
                </a:moveTo>
                <a:lnTo>
                  <a:pt x="0" y="89512"/>
                </a:lnTo>
                <a:lnTo>
                  <a:pt x="437" y="89950"/>
                </a:lnTo>
                <a:lnTo>
                  <a:pt x="200962" y="0"/>
                </a:lnTo>
                <a:lnTo>
                  <a:pt x="220268" y="84246"/>
                </a:lnTo>
                <a:lnTo>
                  <a:pt x="73105" y="153848"/>
                </a:lnTo>
                <a:lnTo>
                  <a:pt x="18867" y="17902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7" name="object 357" descr=""/>
          <p:cNvSpPr/>
          <p:nvPr/>
        </p:nvSpPr>
        <p:spPr>
          <a:xfrm>
            <a:off x="16083436" y="8252159"/>
            <a:ext cx="221615" cy="172085"/>
          </a:xfrm>
          <a:custGeom>
            <a:avLst/>
            <a:gdLst/>
            <a:ahLst/>
            <a:cxnLst/>
            <a:rect l="l" t="t" r="r" b="b"/>
            <a:pathLst>
              <a:path w="221615" h="172084">
                <a:moveTo>
                  <a:pt x="20183" y="171563"/>
                </a:moveTo>
                <a:lnTo>
                  <a:pt x="0" y="93021"/>
                </a:lnTo>
                <a:lnTo>
                  <a:pt x="437" y="93021"/>
                </a:lnTo>
                <a:lnTo>
                  <a:pt x="200961" y="0"/>
                </a:lnTo>
                <a:lnTo>
                  <a:pt x="221585" y="73715"/>
                </a:lnTo>
                <a:lnTo>
                  <a:pt x="20183" y="17156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8" name="object 358" descr=""/>
          <p:cNvSpPr/>
          <p:nvPr/>
        </p:nvSpPr>
        <p:spPr>
          <a:xfrm>
            <a:off x="16518270" y="8049441"/>
            <a:ext cx="223520" cy="161290"/>
          </a:xfrm>
          <a:custGeom>
            <a:avLst/>
            <a:gdLst/>
            <a:ahLst/>
            <a:cxnLst/>
            <a:rect l="l" t="t" r="r" b="b"/>
            <a:pathLst>
              <a:path w="223519" h="161290">
                <a:moveTo>
                  <a:pt x="21499" y="161033"/>
                </a:moveTo>
                <a:lnTo>
                  <a:pt x="0" y="93461"/>
                </a:lnTo>
                <a:lnTo>
                  <a:pt x="437" y="93461"/>
                </a:lnTo>
                <a:lnTo>
                  <a:pt x="200962" y="0"/>
                </a:lnTo>
                <a:lnTo>
                  <a:pt x="222901" y="62745"/>
                </a:lnTo>
                <a:lnTo>
                  <a:pt x="21499" y="16103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9" name="object 359" descr=""/>
          <p:cNvSpPr/>
          <p:nvPr/>
        </p:nvSpPr>
        <p:spPr>
          <a:xfrm>
            <a:off x="16953106" y="7850234"/>
            <a:ext cx="224790" cy="148590"/>
          </a:xfrm>
          <a:custGeom>
            <a:avLst/>
            <a:gdLst/>
            <a:ahLst/>
            <a:cxnLst/>
            <a:rect l="l" t="t" r="r" b="b"/>
            <a:pathLst>
              <a:path w="224790" h="148590">
                <a:moveTo>
                  <a:pt x="22816" y="148308"/>
                </a:moveTo>
                <a:lnTo>
                  <a:pt x="0" y="90827"/>
                </a:lnTo>
                <a:lnTo>
                  <a:pt x="437" y="91266"/>
                </a:lnTo>
                <a:lnTo>
                  <a:pt x="200962" y="0"/>
                </a:lnTo>
                <a:lnTo>
                  <a:pt x="224217" y="52653"/>
                </a:lnTo>
                <a:lnTo>
                  <a:pt x="22816" y="148308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0" name="object 360" descr=""/>
          <p:cNvSpPr/>
          <p:nvPr/>
        </p:nvSpPr>
        <p:spPr>
          <a:xfrm>
            <a:off x="17387940" y="7668186"/>
            <a:ext cx="181610" cy="125730"/>
          </a:xfrm>
          <a:custGeom>
            <a:avLst/>
            <a:gdLst/>
            <a:ahLst/>
            <a:cxnLst/>
            <a:rect l="l" t="t" r="r" b="b"/>
            <a:pathLst>
              <a:path w="181609" h="125729">
                <a:moveTo>
                  <a:pt x="24132" y="125444"/>
                </a:moveTo>
                <a:lnTo>
                  <a:pt x="0" y="78056"/>
                </a:lnTo>
                <a:lnTo>
                  <a:pt x="181315" y="0"/>
                </a:lnTo>
                <a:lnTo>
                  <a:pt x="181315" y="54708"/>
                </a:lnTo>
                <a:lnTo>
                  <a:pt x="24132" y="12544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61" name="object 361" descr=""/>
          <p:cNvPicPr/>
          <p:nvPr/>
        </p:nvPicPr>
        <p:blipFill>
          <a:blip r:embed="rId199" cstate="print"/>
          <a:stretch>
            <a:fillRect/>
          </a:stretch>
        </p:blipFill>
        <p:spPr>
          <a:xfrm>
            <a:off x="14814477" y="9051621"/>
            <a:ext cx="218952" cy="110387"/>
          </a:xfrm>
          <a:prstGeom prst="rect">
            <a:avLst/>
          </a:prstGeom>
        </p:spPr>
      </p:pic>
      <p:pic>
        <p:nvPicPr>
          <p:cNvPr id="362" name="object 362" descr=""/>
          <p:cNvPicPr/>
          <p:nvPr/>
        </p:nvPicPr>
        <p:blipFill>
          <a:blip r:embed="rId200" cstate="print"/>
          <a:stretch>
            <a:fillRect/>
          </a:stretch>
        </p:blipFill>
        <p:spPr>
          <a:xfrm>
            <a:off x="15251943" y="8852415"/>
            <a:ext cx="220707" cy="199207"/>
          </a:xfrm>
          <a:prstGeom prst="rect">
            <a:avLst/>
          </a:prstGeom>
        </p:spPr>
      </p:pic>
      <p:sp>
        <p:nvSpPr>
          <p:cNvPr id="363" name="object 363" descr=""/>
          <p:cNvSpPr/>
          <p:nvPr/>
        </p:nvSpPr>
        <p:spPr>
          <a:xfrm>
            <a:off x="15689848" y="8637850"/>
            <a:ext cx="222250" cy="196215"/>
          </a:xfrm>
          <a:custGeom>
            <a:avLst/>
            <a:gdLst/>
            <a:ahLst/>
            <a:cxnLst/>
            <a:rect l="l" t="t" r="r" b="b"/>
            <a:pathLst>
              <a:path w="222250" h="196215">
                <a:moveTo>
                  <a:pt x="19306" y="195697"/>
                </a:moveTo>
                <a:lnTo>
                  <a:pt x="0" y="100481"/>
                </a:lnTo>
                <a:lnTo>
                  <a:pt x="437" y="100481"/>
                </a:lnTo>
                <a:lnTo>
                  <a:pt x="101358" y="50734"/>
                </a:lnTo>
                <a:lnTo>
                  <a:pt x="202278" y="0"/>
                </a:lnTo>
                <a:lnTo>
                  <a:pt x="222023" y="90828"/>
                </a:lnTo>
                <a:lnTo>
                  <a:pt x="73811" y="167896"/>
                </a:lnTo>
                <a:lnTo>
                  <a:pt x="19306" y="19569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4" name="object 364" descr=""/>
          <p:cNvSpPr/>
          <p:nvPr/>
        </p:nvSpPr>
        <p:spPr>
          <a:xfrm>
            <a:off x="16127316" y="8415387"/>
            <a:ext cx="223520" cy="189230"/>
          </a:xfrm>
          <a:custGeom>
            <a:avLst/>
            <a:gdLst/>
            <a:ahLst/>
            <a:cxnLst/>
            <a:rect l="l" t="t" r="r" b="b"/>
            <a:pathLst>
              <a:path w="223519" h="189229">
                <a:moveTo>
                  <a:pt x="20622" y="188676"/>
                </a:moveTo>
                <a:lnTo>
                  <a:pt x="0" y="103552"/>
                </a:lnTo>
                <a:lnTo>
                  <a:pt x="437" y="103552"/>
                </a:lnTo>
                <a:lnTo>
                  <a:pt x="202278" y="0"/>
                </a:lnTo>
                <a:lnTo>
                  <a:pt x="223340" y="80735"/>
                </a:lnTo>
                <a:lnTo>
                  <a:pt x="20622" y="18867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5" name="object 365" descr=""/>
          <p:cNvSpPr/>
          <p:nvPr/>
        </p:nvSpPr>
        <p:spPr>
          <a:xfrm>
            <a:off x="16565221" y="8190291"/>
            <a:ext cx="224790" cy="179070"/>
          </a:xfrm>
          <a:custGeom>
            <a:avLst/>
            <a:gdLst/>
            <a:ahLst/>
            <a:cxnLst/>
            <a:rect l="l" t="t" r="r" b="b"/>
            <a:pathLst>
              <a:path w="224790" h="179070">
                <a:moveTo>
                  <a:pt x="21939" y="179023"/>
                </a:moveTo>
                <a:lnTo>
                  <a:pt x="0" y="103552"/>
                </a:lnTo>
                <a:lnTo>
                  <a:pt x="437" y="103552"/>
                </a:lnTo>
                <a:lnTo>
                  <a:pt x="202278" y="0"/>
                </a:lnTo>
                <a:lnTo>
                  <a:pt x="224656" y="70644"/>
                </a:lnTo>
                <a:lnTo>
                  <a:pt x="21939" y="17902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6" name="object 366" descr=""/>
          <p:cNvSpPr/>
          <p:nvPr/>
        </p:nvSpPr>
        <p:spPr>
          <a:xfrm>
            <a:off x="17003128" y="7969143"/>
            <a:ext cx="226060" cy="167005"/>
          </a:xfrm>
          <a:custGeom>
            <a:avLst/>
            <a:gdLst/>
            <a:ahLst/>
            <a:cxnLst/>
            <a:rect l="l" t="t" r="r" b="b"/>
            <a:pathLst>
              <a:path w="226059" h="167004">
                <a:moveTo>
                  <a:pt x="23255" y="166737"/>
                </a:moveTo>
                <a:lnTo>
                  <a:pt x="0" y="100919"/>
                </a:lnTo>
                <a:lnTo>
                  <a:pt x="437" y="100920"/>
                </a:lnTo>
                <a:lnTo>
                  <a:pt x="202278" y="0"/>
                </a:lnTo>
                <a:lnTo>
                  <a:pt x="225972" y="61429"/>
                </a:lnTo>
                <a:lnTo>
                  <a:pt x="23255" y="16673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7" name="object 367" descr=""/>
          <p:cNvSpPr/>
          <p:nvPr/>
        </p:nvSpPr>
        <p:spPr>
          <a:xfrm>
            <a:off x="17440594" y="7793252"/>
            <a:ext cx="128905" cy="118110"/>
          </a:xfrm>
          <a:custGeom>
            <a:avLst/>
            <a:gdLst/>
            <a:ahLst/>
            <a:cxnLst/>
            <a:rect l="l" t="t" r="r" b="b"/>
            <a:pathLst>
              <a:path w="128905" h="118109">
                <a:moveTo>
                  <a:pt x="24571" y="117972"/>
                </a:moveTo>
                <a:lnTo>
                  <a:pt x="12450" y="88793"/>
                </a:lnTo>
                <a:lnTo>
                  <a:pt x="0" y="60930"/>
                </a:lnTo>
                <a:lnTo>
                  <a:pt x="437" y="60930"/>
                </a:lnTo>
                <a:lnTo>
                  <a:pt x="101358" y="12829"/>
                </a:lnTo>
                <a:lnTo>
                  <a:pt x="128660" y="0"/>
                </a:lnTo>
                <a:lnTo>
                  <a:pt x="128660" y="66568"/>
                </a:lnTo>
                <a:lnTo>
                  <a:pt x="24571" y="117972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8" name="object 368" descr=""/>
          <p:cNvSpPr/>
          <p:nvPr/>
        </p:nvSpPr>
        <p:spPr>
          <a:xfrm>
            <a:off x="15323616" y="9074878"/>
            <a:ext cx="185420" cy="87630"/>
          </a:xfrm>
          <a:custGeom>
            <a:avLst/>
            <a:gdLst/>
            <a:ahLst/>
            <a:cxnLst/>
            <a:rect l="l" t="t" r="r" b="b"/>
            <a:pathLst>
              <a:path w="185419" h="87629">
                <a:moveTo>
                  <a:pt x="185373" y="87131"/>
                </a:moveTo>
                <a:lnTo>
                  <a:pt x="0" y="87131"/>
                </a:lnTo>
                <a:lnTo>
                  <a:pt x="115960" y="28212"/>
                </a:lnTo>
                <a:lnTo>
                  <a:pt x="170534" y="0"/>
                </a:lnTo>
                <a:lnTo>
                  <a:pt x="185373" y="87131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9" name="object 369" descr=""/>
          <p:cNvSpPr/>
          <p:nvPr/>
        </p:nvSpPr>
        <p:spPr>
          <a:xfrm>
            <a:off x="15731605" y="8839689"/>
            <a:ext cx="223520" cy="213995"/>
          </a:xfrm>
          <a:custGeom>
            <a:avLst/>
            <a:gdLst/>
            <a:ahLst/>
            <a:cxnLst/>
            <a:rect l="l" t="t" r="r" b="b"/>
            <a:pathLst>
              <a:path w="223519" h="213995">
                <a:moveTo>
                  <a:pt x="19233" y="213687"/>
                </a:moveTo>
                <a:lnTo>
                  <a:pt x="9415" y="161198"/>
                </a:lnTo>
                <a:lnTo>
                  <a:pt x="4979" y="137236"/>
                </a:lnTo>
                <a:lnTo>
                  <a:pt x="0" y="110095"/>
                </a:lnTo>
                <a:lnTo>
                  <a:pt x="203083" y="0"/>
                </a:lnTo>
                <a:lnTo>
                  <a:pt x="217706" y="72316"/>
                </a:lnTo>
                <a:lnTo>
                  <a:pt x="223267" y="99603"/>
                </a:lnTo>
                <a:lnTo>
                  <a:pt x="19233" y="21368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70" name="object 370" descr=""/>
          <p:cNvSpPr/>
          <p:nvPr/>
        </p:nvSpPr>
        <p:spPr>
          <a:xfrm>
            <a:off x="16172510" y="8595726"/>
            <a:ext cx="224790" cy="208279"/>
          </a:xfrm>
          <a:custGeom>
            <a:avLst/>
            <a:gdLst/>
            <a:ahLst/>
            <a:cxnLst/>
            <a:rect l="l" t="t" r="r" b="b"/>
            <a:pathLst>
              <a:path w="224790" h="208279">
                <a:moveTo>
                  <a:pt x="20622" y="207983"/>
                </a:moveTo>
                <a:lnTo>
                  <a:pt x="0" y="113206"/>
                </a:lnTo>
                <a:lnTo>
                  <a:pt x="203156" y="0"/>
                </a:lnTo>
                <a:lnTo>
                  <a:pt x="224656" y="90828"/>
                </a:lnTo>
                <a:lnTo>
                  <a:pt x="20622" y="20798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71" name="object 371" descr=""/>
          <p:cNvSpPr/>
          <p:nvPr/>
        </p:nvSpPr>
        <p:spPr>
          <a:xfrm>
            <a:off x="16613047" y="8349568"/>
            <a:ext cx="226060" cy="200025"/>
          </a:xfrm>
          <a:custGeom>
            <a:avLst/>
            <a:gdLst/>
            <a:ahLst/>
            <a:cxnLst/>
            <a:rect l="l" t="t" r="r" b="b"/>
            <a:pathLst>
              <a:path w="226059" h="200025">
                <a:moveTo>
                  <a:pt x="21939" y="199646"/>
                </a:moveTo>
                <a:lnTo>
                  <a:pt x="0" y="113206"/>
                </a:lnTo>
                <a:lnTo>
                  <a:pt x="203157" y="0"/>
                </a:lnTo>
                <a:lnTo>
                  <a:pt x="225973" y="82491"/>
                </a:lnTo>
                <a:lnTo>
                  <a:pt x="21939" y="199646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72" name="object 372" descr=""/>
          <p:cNvSpPr/>
          <p:nvPr/>
        </p:nvSpPr>
        <p:spPr>
          <a:xfrm>
            <a:off x="17053700" y="8109555"/>
            <a:ext cx="227329" cy="187960"/>
          </a:xfrm>
          <a:custGeom>
            <a:avLst/>
            <a:gdLst/>
            <a:ahLst/>
            <a:cxnLst/>
            <a:rect l="l" t="t" r="r" b="b"/>
            <a:pathLst>
              <a:path w="227330" h="187959">
                <a:moveTo>
                  <a:pt x="23140" y="187360"/>
                </a:moveTo>
                <a:lnTo>
                  <a:pt x="16915" y="165716"/>
                </a:lnTo>
                <a:lnTo>
                  <a:pt x="11513" y="147486"/>
                </a:lnTo>
                <a:lnTo>
                  <a:pt x="6110" y="129667"/>
                </a:lnTo>
                <a:lnTo>
                  <a:pt x="0" y="109633"/>
                </a:lnTo>
                <a:lnTo>
                  <a:pt x="203042" y="0"/>
                </a:lnTo>
                <a:lnTo>
                  <a:pt x="209527" y="19299"/>
                </a:lnTo>
                <a:lnTo>
                  <a:pt x="215108" y="36254"/>
                </a:lnTo>
                <a:lnTo>
                  <a:pt x="220689" y="53620"/>
                </a:lnTo>
                <a:lnTo>
                  <a:pt x="227174" y="74154"/>
                </a:lnTo>
                <a:lnTo>
                  <a:pt x="23140" y="18736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73" name="object 373" descr=""/>
          <p:cNvPicPr/>
          <p:nvPr/>
        </p:nvPicPr>
        <p:blipFill>
          <a:blip r:embed="rId201" cstate="print"/>
          <a:stretch>
            <a:fillRect/>
          </a:stretch>
        </p:blipFill>
        <p:spPr>
          <a:xfrm>
            <a:off x="17494124" y="7946592"/>
            <a:ext cx="75130" cy="108552"/>
          </a:xfrm>
          <a:prstGeom prst="rect">
            <a:avLst/>
          </a:prstGeom>
        </p:spPr>
      </p:pic>
      <p:sp>
        <p:nvSpPr>
          <p:cNvPr id="374" name="object 374" descr=""/>
          <p:cNvSpPr/>
          <p:nvPr/>
        </p:nvSpPr>
        <p:spPr>
          <a:xfrm>
            <a:off x="15807335" y="9062592"/>
            <a:ext cx="189865" cy="99695"/>
          </a:xfrm>
          <a:custGeom>
            <a:avLst/>
            <a:gdLst/>
            <a:ahLst/>
            <a:cxnLst/>
            <a:rect l="l" t="t" r="r" b="b"/>
            <a:pathLst>
              <a:path w="189865" h="99695">
                <a:moveTo>
                  <a:pt x="189238" y="99417"/>
                </a:moveTo>
                <a:lnTo>
                  <a:pt x="0" y="99417"/>
                </a:lnTo>
                <a:lnTo>
                  <a:pt x="171230" y="0"/>
                </a:lnTo>
                <a:lnTo>
                  <a:pt x="189238" y="99417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75" name="object 375" descr=""/>
          <p:cNvSpPr/>
          <p:nvPr/>
        </p:nvSpPr>
        <p:spPr>
          <a:xfrm>
            <a:off x="16217265" y="8800199"/>
            <a:ext cx="226695" cy="229870"/>
          </a:xfrm>
          <a:custGeom>
            <a:avLst/>
            <a:gdLst/>
            <a:ahLst/>
            <a:cxnLst/>
            <a:rect l="l" t="t" r="r" b="b"/>
            <a:pathLst>
              <a:path w="226694" h="229870">
                <a:moveTo>
                  <a:pt x="21062" y="229484"/>
                </a:moveTo>
                <a:lnTo>
                  <a:pt x="0" y="121543"/>
                </a:lnTo>
                <a:lnTo>
                  <a:pt x="438" y="121543"/>
                </a:lnTo>
                <a:lnTo>
                  <a:pt x="204912" y="0"/>
                </a:lnTo>
                <a:lnTo>
                  <a:pt x="220769" y="75648"/>
                </a:lnTo>
                <a:lnTo>
                  <a:pt x="226412" y="104430"/>
                </a:lnTo>
                <a:lnTo>
                  <a:pt x="21062" y="22948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76" name="object 376" descr=""/>
          <p:cNvSpPr/>
          <p:nvPr/>
        </p:nvSpPr>
        <p:spPr>
          <a:xfrm>
            <a:off x="16660874" y="8536491"/>
            <a:ext cx="227965" cy="222250"/>
          </a:xfrm>
          <a:custGeom>
            <a:avLst/>
            <a:gdLst/>
            <a:ahLst/>
            <a:cxnLst/>
            <a:rect l="l" t="t" r="r" b="b"/>
            <a:pathLst>
              <a:path w="227965" h="222250">
                <a:moveTo>
                  <a:pt x="22378" y="222024"/>
                </a:moveTo>
                <a:lnTo>
                  <a:pt x="0" y="121103"/>
                </a:lnTo>
                <a:lnTo>
                  <a:pt x="439" y="121103"/>
                </a:lnTo>
                <a:lnTo>
                  <a:pt x="204912" y="0"/>
                </a:lnTo>
                <a:lnTo>
                  <a:pt x="227728" y="97848"/>
                </a:lnTo>
                <a:lnTo>
                  <a:pt x="22378" y="22202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77" name="object 377" descr=""/>
          <p:cNvSpPr/>
          <p:nvPr/>
        </p:nvSpPr>
        <p:spPr>
          <a:xfrm>
            <a:off x="17105021" y="8279802"/>
            <a:ext cx="229235" cy="211454"/>
          </a:xfrm>
          <a:custGeom>
            <a:avLst/>
            <a:gdLst/>
            <a:ahLst/>
            <a:cxnLst/>
            <a:rect l="l" t="t" r="r" b="b"/>
            <a:pathLst>
              <a:path w="229234" h="211454">
                <a:moveTo>
                  <a:pt x="23597" y="211054"/>
                </a:moveTo>
                <a:lnTo>
                  <a:pt x="17118" y="184775"/>
                </a:lnTo>
                <a:lnTo>
                  <a:pt x="11585" y="162733"/>
                </a:lnTo>
                <a:lnTo>
                  <a:pt x="0" y="117099"/>
                </a:lnTo>
                <a:lnTo>
                  <a:pt x="204375" y="0"/>
                </a:lnTo>
                <a:lnTo>
                  <a:pt x="210868" y="23701"/>
                </a:lnTo>
                <a:lnTo>
                  <a:pt x="216497" y="44481"/>
                </a:lnTo>
                <a:lnTo>
                  <a:pt x="222208" y="65838"/>
                </a:lnTo>
                <a:lnTo>
                  <a:pt x="228940" y="91238"/>
                </a:lnTo>
                <a:lnTo>
                  <a:pt x="68584" y="184443"/>
                </a:lnTo>
                <a:lnTo>
                  <a:pt x="23597" y="21105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78" name="object 378" descr=""/>
          <p:cNvSpPr/>
          <p:nvPr/>
        </p:nvSpPr>
        <p:spPr>
          <a:xfrm>
            <a:off x="17548533" y="8136108"/>
            <a:ext cx="20955" cy="84455"/>
          </a:xfrm>
          <a:custGeom>
            <a:avLst/>
            <a:gdLst/>
            <a:ahLst/>
            <a:cxnLst/>
            <a:rect l="l" t="t" r="r" b="b"/>
            <a:pathLst>
              <a:path w="20955" h="84454">
                <a:moveTo>
                  <a:pt x="20721" y="84029"/>
                </a:moveTo>
                <a:lnTo>
                  <a:pt x="12505" y="54183"/>
                </a:lnTo>
                <a:lnTo>
                  <a:pt x="6746" y="34040"/>
                </a:lnTo>
                <a:lnTo>
                  <a:pt x="0" y="11182"/>
                </a:lnTo>
                <a:lnTo>
                  <a:pt x="20721" y="0"/>
                </a:lnTo>
                <a:lnTo>
                  <a:pt x="20721" y="8402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79" name="object 379" descr=""/>
          <p:cNvSpPr/>
          <p:nvPr/>
        </p:nvSpPr>
        <p:spPr>
          <a:xfrm>
            <a:off x="16267870" y="9036265"/>
            <a:ext cx="224154" cy="126364"/>
          </a:xfrm>
          <a:custGeom>
            <a:avLst/>
            <a:gdLst/>
            <a:ahLst/>
            <a:cxnLst/>
            <a:rect l="l" t="t" r="r" b="b"/>
            <a:pathLst>
              <a:path w="224155" h="126365">
                <a:moveTo>
                  <a:pt x="218382" y="125744"/>
                </a:moveTo>
                <a:lnTo>
                  <a:pt x="0" y="125744"/>
                </a:lnTo>
                <a:lnTo>
                  <a:pt x="201696" y="0"/>
                </a:lnTo>
                <a:lnTo>
                  <a:pt x="223635" y="122420"/>
                </a:lnTo>
                <a:lnTo>
                  <a:pt x="218382" y="12574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0" name="object 380" descr=""/>
          <p:cNvSpPr/>
          <p:nvPr/>
        </p:nvSpPr>
        <p:spPr>
          <a:xfrm>
            <a:off x="16710020" y="8759393"/>
            <a:ext cx="229870" cy="247650"/>
          </a:xfrm>
          <a:custGeom>
            <a:avLst/>
            <a:gdLst/>
            <a:ahLst/>
            <a:cxnLst/>
            <a:rect l="l" t="t" r="r" b="b"/>
            <a:pathLst>
              <a:path w="229869" h="247650">
                <a:moveTo>
                  <a:pt x="22817" y="247034"/>
                </a:moveTo>
                <a:lnTo>
                  <a:pt x="0" y="127246"/>
                </a:lnTo>
                <a:lnTo>
                  <a:pt x="206228" y="0"/>
                </a:lnTo>
                <a:lnTo>
                  <a:pt x="229484" y="117593"/>
                </a:lnTo>
                <a:lnTo>
                  <a:pt x="22817" y="24703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1" name="object 381" descr=""/>
          <p:cNvSpPr/>
          <p:nvPr/>
        </p:nvSpPr>
        <p:spPr>
          <a:xfrm>
            <a:off x="17156261" y="8490419"/>
            <a:ext cx="231140" cy="238125"/>
          </a:xfrm>
          <a:custGeom>
            <a:avLst/>
            <a:gdLst/>
            <a:ahLst/>
            <a:cxnLst/>
            <a:rect l="l" t="t" r="r" b="b"/>
            <a:pathLst>
              <a:path w="231140" h="238125">
                <a:moveTo>
                  <a:pt x="24133" y="237820"/>
                </a:moveTo>
                <a:lnTo>
                  <a:pt x="0" y="122420"/>
                </a:lnTo>
                <a:lnTo>
                  <a:pt x="161023" y="26505"/>
                </a:lnTo>
                <a:lnTo>
                  <a:pt x="206228" y="0"/>
                </a:lnTo>
                <a:lnTo>
                  <a:pt x="218679" y="55177"/>
                </a:lnTo>
                <a:lnTo>
                  <a:pt x="230800" y="113644"/>
                </a:lnTo>
                <a:lnTo>
                  <a:pt x="108759" y="186338"/>
                </a:lnTo>
                <a:lnTo>
                  <a:pt x="24133" y="237820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2" name="object 382" descr=""/>
          <p:cNvSpPr/>
          <p:nvPr/>
        </p:nvSpPr>
        <p:spPr>
          <a:xfrm>
            <a:off x="16759866" y="9032316"/>
            <a:ext cx="227965" cy="130175"/>
          </a:xfrm>
          <a:custGeom>
            <a:avLst/>
            <a:gdLst/>
            <a:ahLst/>
            <a:cxnLst/>
            <a:rect l="l" t="t" r="r" b="b"/>
            <a:pathLst>
              <a:path w="227965" h="130175">
                <a:moveTo>
                  <a:pt x="227913" y="129693"/>
                </a:moveTo>
                <a:lnTo>
                  <a:pt x="166" y="129693"/>
                </a:lnTo>
                <a:lnTo>
                  <a:pt x="0" y="128563"/>
                </a:lnTo>
                <a:lnTo>
                  <a:pt x="206840" y="0"/>
                </a:lnTo>
                <a:lnTo>
                  <a:pt x="227913" y="129693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3" name="object 383" descr=""/>
          <p:cNvSpPr/>
          <p:nvPr/>
        </p:nvSpPr>
        <p:spPr>
          <a:xfrm>
            <a:off x="17208915" y="8760709"/>
            <a:ext cx="233045" cy="273050"/>
          </a:xfrm>
          <a:custGeom>
            <a:avLst/>
            <a:gdLst/>
            <a:ahLst/>
            <a:cxnLst/>
            <a:rect l="l" t="t" r="r" b="b"/>
            <a:pathLst>
              <a:path w="233044" h="273050">
                <a:moveTo>
                  <a:pt x="24573" y="272484"/>
                </a:moveTo>
                <a:lnTo>
                  <a:pt x="6740" y="162405"/>
                </a:lnTo>
                <a:lnTo>
                  <a:pt x="0" y="123297"/>
                </a:lnTo>
                <a:lnTo>
                  <a:pt x="207544" y="0"/>
                </a:lnTo>
                <a:lnTo>
                  <a:pt x="232555" y="151819"/>
                </a:lnTo>
                <a:lnTo>
                  <a:pt x="24573" y="272484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4" name="object 384" descr=""/>
          <p:cNvSpPr/>
          <p:nvPr/>
        </p:nvSpPr>
        <p:spPr>
          <a:xfrm>
            <a:off x="17365597" y="9102960"/>
            <a:ext cx="114300" cy="59055"/>
          </a:xfrm>
          <a:custGeom>
            <a:avLst/>
            <a:gdLst/>
            <a:ahLst/>
            <a:cxnLst/>
            <a:rect l="l" t="t" r="r" b="b"/>
            <a:pathLst>
              <a:path w="114300" h="59054">
                <a:moveTo>
                  <a:pt x="114030" y="59049"/>
                </a:moveTo>
                <a:lnTo>
                  <a:pt x="0" y="59049"/>
                </a:lnTo>
                <a:lnTo>
                  <a:pt x="105271" y="0"/>
                </a:lnTo>
                <a:lnTo>
                  <a:pt x="114030" y="59049"/>
                </a:lnTo>
                <a:close/>
              </a:path>
            </a:pathLst>
          </a:custGeom>
          <a:solidFill>
            <a:srgbClr val="7379A7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85" name="object 385" descr=""/>
          <p:cNvPicPr/>
          <p:nvPr/>
        </p:nvPicPr>
        <p:blipFill>
          <a:blip r:embed="rId202" cstate="print"/>
          <a:stretch>
            <a:fillRect/>
          </a:stretch>
        </p:blipFill>
        <p:spPr>
          <a:xfrm>
            <a:off x="10384254" y="0"/>
            <a:ext cx="7903745" cy="8688458"/>
          </a:xfrm>
          <a:prstGeom prst="rect">
            <a:avLst/>
          </a:prstGeom>
        </p:spPr>
      </p:pic>
      <p:sp>
        <p:nvSpPr>
          <p:cNvPr id="386" name="object 386" descr=""/>
          <p:cNvSpPr/>
          <p:nvPr/>
        </p:nvSpPr>
        <p:spPr>
          <a:xfrm>
            <a:off x="0" y="0"/>
            <a:ext cx="4137025" cy="3183255"/>
          </a:xfrm>
          <a:custGeom>
            <a:avLst/>
            <a:gdLst/>
            <a:ahLst/>
            <a:cxnLst/>
            <a:rect l="l" t="t" r="r" b="b"/>
            <a:pathLst>
              <a:path w="4137025" h="3183255">
                <a:moveTo>
                  <a:pt x="0" y="3182735"/>
                </a:moveTo>
                <a:lnTo>
                  <a:pt x="0" y="0"/>
                </a:lnTo>
                <a:lnTo>
                  <a:pt x="4136581" y="0"/>
                </a:lnTo>
                <a:lnTo>
                  <a:pt x="4136581" y="775997"/>
                </a:lnTo>
                <a:lnTo>
                  <a:pt x="0" y="3182735"/>
                </a:lnTo>
                <a:close/>
              </a:path>
            </a:pathLst>
          </a:custGeom>
          <a:solidFill>
            <a:srgbClr val="F4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7" name="object 387" descr=""/>
          <p:cNvSpPr/>
          <p:nvPr/>
        </p:nvSpPr>
        <p:spPr>
          <a:xfrm>
            <a:off x="9663628" y="3609817"/>
            <a:ext cx="3558540" cy="4140835"/>
          </a:xfrm>
          <a:custGeom>
            <a:avLst/>
            <a:gdLst/>
            <a:ahLst/>
            <a:cxnLst/>
            <a:rect l="l" t="t" r="r" b="b"/>
            <a:pathLst>
              <a:path w="3558540" h="4140834">
                <a:moveTo>
                  <a:pt x="1779069" y="4140379"/>
                </a:moveTo>
                <a:lnTo>
                  <a:pt x="0" y="3105284"/>
                </a:lnTo>
                <a:lnTo>
                  <a:pt x="0" y="1035094"/>
                </a:lnTo>
                <a:lnTo>
                  <a:pt x="1779069" y="0"/>
                </a:lnTo>
                <a:lnTo>
                  <a:pt x="3558138" y="1035094"/>
                </a:lnTo>
                <a:lnTo>
                  <a:pt x="3558138" y="3105284"/>
                </a:lnTo>
                <a:lnTo>
                  <a:pt x="1779069" y="4140379"/>
                </a:lnTo>
                <a:close/>
              </a:path>
            </a:pathLst>
          </a:custGeom>
          <a:solidFill>
            <a:srgbClr val="7379A7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88" name="object 388" descr=""/>
          <p:cNvGrpSpPr/>
          <p:nvPr/>
        </p:nvGrpSpPr>
        <p:grpSpPr>
          <a:xfrm>
            <a:off x="9656637" y="-38087"/>
            <a:ext cx="2901315" cy="3162300"/>
            <a:chOff x="9656637" y="-38087"/>
            <a:chExt cx="2901315" cy="3162300"/>
          </a:xfrm>
        </p:grpSpPr>
        <p:sp>
          <p:nvSpPr>
            <p:cNvPr id="389" name="object 389" descr=""/>
            <p:cNvSpPr/>
            <p:nvPr/>
          </p:nvSpPr>
          <p:spPr>
            <a:xfrm>
              <a:off x="9871558" y="12"/>
              <a:ext cx="2647950" cy="3086100"/>
            </a:xfrm>
            <a:custGeom>
              <a:avLst/>
              <a:gdLst/>
              <a:ahLst/>
              <a:cxnLst/>
              <a:rect l="l" t="t" r="r" b="b"/>
              <a:pathLst>
                <a:path w="2647950" h="3086100">
                  <a:moveTo>
                    <a:pt x="2647949" y="2316782"/>
                  </a:moveTo>
                  <a:lnTo>
                    <a:pt x="1325983" y="3085926"/>
                  </a:lnTo>
                  <a:lnTo>
                    <a:pt x="0" y="2314444"/>
                  </a:lnTo>
                  <a:lnTo>
                    <a:pt x="0" y="771481"/>
                  </a:lnTo>
                  <a:lnTo>
                    <a:pt x="1325983" y="0"/>
                  </a:lnTo>
                  <a:lnTo>
                    <a:pt x="2647949" y="769143"/>
                  </a:lnTo>
                </a:path>
              </a:pathLst>
            </a:custGeom>
            <a:ln w="76199">
              <a:solidFill>
                <a:srgbClr val="7379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 descr=""/>
            <p:cNvSpPr/>
            <p:nvPr/>
          </p:nvSpPr>
          <p:spPr>
            <a:xfrm>
              <a:off x="9656637" y="2082360"/>
              <a:ext cx="727710" cy="727710"/>
            </a:xfrm>
            <a:custGeom>
              <a:avLst/>
              <a:gdLst/>
              <a:ahLst/>
              <a:cxnLst/>
              <a:rect l="l" t="t" r="r" b="b"/>
              <a:pathLst>
                <a:path w="727709" h="727710">
                  <a:moveTo>
                    <a:pt x="363779" y="727559"/>
                  </a:moveTo>
                  <a:lnTo>
                    <a:pt x="0" y="363779"/>
                  </a:lnTo>
                  <a:lnTo>
                    <a:pt x="363779" y="0"/>
                  </a:lnTo>
                  <a:lnTo>
                    <a:pt x="727559" y="363779"/>
                  </a:lnTo>
                  <a:lnTo>
                    <a:pt x="363779" y="727559"/>
                  </a:lnTo>
                  <a:close/>
                </a:path>
              </a:pathLst>
            </a:custGeom>
            <a:solidFill>
              <a:srgbClr val="F7BA8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1" name="object 39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5620" rIns="0" bIns="0" rtlCol="0" vert="horz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dirty="0" sz="4800" spc="-20">
                <a:latin typeface="Tahoma"/>
                <a:cs typeface="Tahoma"/>
              </a:rPr>
              <a:t>Clifiic6l</a:t>
            </a:r>
            <a:r>
              <a:rPr dirty="0" sz="4800" spc="-350">
                <a:latin typeface="Tahoma"/>
                <a:cs typeface="Tahoma"/>
              </a:rPr>
              <a:t> </a:t>
            </a:r>
            <a:r>
              <a:rPr dirty="0" sz="4800" spc="-170">
                <a:latin typeface="Tahoma"/>
                <a:cs typeface="Tahoma"/>
              </a:rPr>
              <a:t>Utility</a:t>
            </a:r>
            <a:r>
              <a:rPr dirty="0" sz="4800" spc="-345">
                <a:latin typeface="Tahoma"/>
                <a:cs typeface="Tahoma"/>
              </a:rPr>
              <a:t> </a:t>
            </a:r>
            <a:r>
              <a:rPr dirty="0" sz="4800" spc="-45">
                <a:latin typeface="Tahoma"/>
                <a:cs typeface="Tahoma"/>
              </a:rPr>
              <a:t>&amp;</a:t>
            </a:r>
            <a:r>
              <a:rPr dirty="0" sz="4800" spc="-345">
                <a:latin typeface="Tahoma"/>
                <a:cs typeface="Tahoma"/>
              </a:rPr>
              <a:t> </a:t>
            </a:r>
            <a:r>
              <a:rPr dirty="0" sz="4800" spc="-20">
                <a:latin typeface="Tahoma"/>
                <a:cs typeface="Tahoma"/>
              </a:rPr>
              <a:t>Imp6ct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392" name="object 392" descr=""/>
          <p:cNvSpPr txBox="1"/>
          <p:nvPr/>
        </p:nvSpPr>
        <p:spPr>
          <a:xfrm>
            <a:off x="349249" y="1798181"/>
            <a:ext cx="8807450" cy="1597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47015">
              <a:lnSpc>
                <a:spcPct val="114599"/>
              </a:lnSpc>
              <a:spcBef>
                <a:spcPts val="95"/>
              </a:spcBef>
              <a:buChar char="•"/>
              <a:tabLst>
                <a:tab pos="259715" algn="l"/>
                <a:tab pos="1077595" algn="l"/>
                <a:tab pos="2548255" algn="l"/>
                <a:tab pos="3128645" algn="l"/>
                <a:tab pos="4205605" algn="l"/>
                <a:tab pos="5086985" algn="l"/>
                <a:tab pos="6249035" algn="l"/>
                <a:tab pos="7609840" algn="l"/>
              </a:tabLst>
            </a:pPr>
            <a:r>
              <a:rPr dirty="0" sz="1800" spc="35">
                <a:solidFill>
                  <a:srgbClr val="2A2A2A"/>
                </a:solidFill>
                <a:latin typeface="Lucida Sans Unicode"/>
                <a:cs typeface="Lucida Sans Unicode"/>
              </a:rPr>
              <a:t>Rapid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75">
                <a:solidFill>
                  <a:srgbClr val="2A2A2A"/>
                </a:solidFill>
                <a:latin typeface="Lucida Sans Unicode"/>
                <a:cs typeface="Lucida Sans Unicode"/>
              </a:rPr>
              <a:t>Gram-</a:t>
            </a:r>
            <a:r>
              <a:rPr dirty="0" sz="1800" spc="-20">
                <a:solidFill>
                  <a:srgbClr val="2A2A2A"/>
                </a:solidFill>
                <a:latin typeface="Lucida Sans Unicode"/>
                <a:cs typeface="Lucida Sans Unicode"/>
              </a:rPr>
              <a:t>level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20">
                <a:solidFill>
                  <a:srgbClr val="2A2A2A"/>
                </a:solidFill>
                <a:latin typeface="Lucida Sans Unicode"/>
                <a:cs typeface="Lucida Sans Unicode"/>
              </a:rPr>
              <a:t>info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65">
                <a:solidFill>
                  <a:srgbClr val="2A2A2A"/>
                </a:solidFill>
                <a:latin typeface="Lucida Sans Unicode"/>
                <a:cs typeface="Lucida Sans Unicode"/>
              </a:rPr>
              <a:t>enables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10">
                <a:solidFill>
                  <a:srgbClr val="2A2A2A"/>
                </a:solidFill>
                <a:latin typeface="Lucida Sans Unicode"/>
                <a:cs typeface="Lucida Sans Unicode"/>
              </a:rPr>
              <a:t>earlier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55">
                <a:solidFill>
                  <a:srgbClr val="2A2A2A"/>
                </a:solidFill>
                <a:latin typeface="Lucida Sans Unicode"/>
                <a:cs typeface="Lucida Sans Unicode"/>
              </a:rPr>
              <a:t>targeted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10">
                <a:solidFill>
                  <a:srgbClr val="2A2A2A"/>
                </a:solidFill>
                <a:latin typeface="Lucida Sans Unicode"/>
                <a:cs typeface="Lucida Sans Unicode"/>
              </a:rPr>
              <a:t>antibiotics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55">
                <a:solidFill>
                  <a:srgbClr val="2A2A2A"/>
                </a:solidFill>
                <a:latin typeface="Lucida Sans Unicode"/>
                <a:cs typeface="Lucida Sans Unicode"/>
              </a:rPr>
              <a:t>(improves </a:t>
            </a:r>
            <a:r>
              <a:rPr dirty="0" sz="1800" spc="-10">
                <a:solidFill>
                  <a:srgbClr val="2A2A2A"/>
                </a:solidFill>
                <a:latin typeface="Lucida Sans Unicode"/>
                <a:cs typeface="Lucida Sans Unicode"/>
              </a:rPr>
              <a:t>survival).</a:t>
            </a:r>
            <a:endParaRPr sz="1800">
              <a:latin typeface="Lucida Sans Unicode"/>
              <a:cs typeface="Lucida Sans Unicode"/>
            </a:endParaRPr>
          </a:p>
          <a:p>
            <a:pPr marL="170180" indent="-157480">
              <a:lnSpc>
                <a:spcPct val="100000"/>
              </a:lnSpc>
              <a:spcBef>
                <a:spcPts val="315"/>
              </a:spcBef>
              <a:buChar char="•"/>
              <a:tabLst>
                <a:tab pos="170180" algn="l"/>
              </a:tabLst>
            </a:pPr>
            <a:r>
              <a:rPr dirty="0" sz="1800" spc="10">
                <a:solidFill>
                  <a:srgbClr val="2A2A2A"/>
                </a:solidFill>
                <a:latin typeface="Lucida Sans Unicode"/>
                <a:cs typeface="Lucida Sans Unicode"/>
              </a:rPr>
              <a:t>Less</a:t>
            </a:r>
            <a:r>
              <a:rPr dirty="0" sz="1800" spc="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45">
                <a:solidFill>
                  <a:srgbClr val="2A2A2A"/>
                </a:solidFill>
                <a:latin typeface="Lucida Sans Unicode"/>
                <a:cs typeface="Lucida Sans Unicode"/>
              </a:rPr>
              <a:t>empiric</a:t>
            </a:r>
            <a:r>
              <a:rPr dirty="0" sz="1800" spc="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55">
                <a:solidFill>
                  <a:srgbClr val="2A2A2A"/>
                </a:solidFill>
                <a:latin typeface="Lucida Sans Unicode"/>
                <a:cs typeface="Lucida Sans Unicode"/>
              </a:rPr>
              <a:t>broad-</a:t>
            </a:r>
            <a:r>
              <a:rPr dirty="0" sz="1800" spc="65">
                <a:solidFill>
                  <a:srgbClr val="2A2A2A"/>
                </a:solidFill>
                <a:latin typeface="Lucida Sans Unicode"/>
                <a:cs typeface="Lucida Sans Unicode"/>
              </a:rPr>
              <a:t>spectrum</a:t>
            </a:r>
            <a:r>
              <a:rPr dirty="0" sz="1800" spc="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60">
                <a:solidFill>
                  <a:srgbClr val="2A2A2A"/>
                </a:solidFill>
                <a:latin typeface="Lucida Sans Unicode"/>
                <a:cs typeface="Lucida Sans Unicode"/>
              </a:rPr>
              <a:t>use</a:t>
            </a:r>
            <a:r>
              <a:rPr dirty="0" sz="1800" spc="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850" spc="1019">
                <a:solidFill>
                  <a:srgbClr val="2A2A2A"/>
                </a:solidFill>
                <a:latin typeface="Lucida Sans Unicode"/>
                <a:cs typeface="Lucida Sans Unicode"/>
              </a:rPr>
              <a:t>→</a:t>
            </a:r>
            <a:r>
              <a:rPr dirty="0" sz="850" spc="3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10">
                <a:solidFill>
                  <a:srgbClr val="2A2A2A"/>
                </a:solidFill>
                <a:latin typeface="Lucida Sans Unicode"/>
                <a:cs typeface="Lucida Sans Unicode"/>
              </a:rPr>
              <a:t>supports antimicrobial</a:t>
            </a:r>
            <a:r>
              <a:rPr dirty="0" sz="1800" spc="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2A2A2A"/>
                </a:solidFill>
                <a:latin typeface="Lucida Sans Unicode"/>
                <a:cs typeface="Lucida Sans Unicode"/>
              </a:rPr>
              <a:t>stewardship.</a:t>
            </a:r>
            <a:endParaRPr sz="1800">
              <a:latin typeface="Lucida Sans Unicode"/>
              <a:cs typeface="Lucida Sans Unicode"/>
            </a:endParaRPr>
          </a:p>
          <a:p>
            <a:pPr marL="12700" marR="5080" indent="197485">
              <a:lnSpc>
                <a:spcPct val="114599"/>
              </a:lnSpc>
              <a:buChar char="•"/>
              <a:tabLst>
                <a:tab pos="210185" algn="l"/>
              </a:tabLst>
            </a:pPr>
            <a:r>
              <a:rPr dirty="0" sz="1800" spc="45">
                <a:solidFill>
                  <a:srgbClr val="2A2A2A"/>
                </a:solidFill>
                <a:latin typeface="Lucida Sans Unicode"/>
                <a:cs typeface="Lucida Sans Unicode"/>
              </a:rPr>
              <a:t>Portable</a:t>
            </a:r>
            <a:r>
              <a:rPr dirty="0" sz="1800" spc="2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SERS</a:t>
            </a:r>
            <a:r>
              <a:rPr dirty="0" sz="1800" spc="2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70">
                <a:solidFill>
                  <a:srgbClr val="2A2A2A"/>
                </a:solidFill>
                <a:latin typeface="Lucida Sans Unicode"/>
                <a:cs typeface="Lucida Sans Unicode"/>
              </a:rPr>
              <a:t>devices</a:t>
            </a:r>
            <a:r>
              <a:rPr dirty="0" sz="1800" spc="2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145">
                <a:solidFill>
                  <a:srgbClr val="2A2A2A"/>
                </a:solidFill>
                <a:latin typeface="Lucida Sans Unicode"/>
                <a:cs typeface="Lucida Sans Unicode"/>
              </a:rPr>
              <a:t>can</a:t>
            </a:r>
            <a:r>
              <a:rPr dirty="0" sz="1800" spc="3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80">
                <a:solidFill>
                  <a:srgbClr val="2A2A2A"/>
                </a:solidFill>
                <a:latin typeface="Lucida Sans Unicode"/>
                <a:cs typeface="Lucida Sans Unicode"/>
              </a:rPr>
              <a:t>enable</a:t>
            </a:r>
            <a:r>
              <a:rPr dirty="0" sz="1800" spc="2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50">
                <a:solidFill>
                  <a:srgbClr val="2A2A2A"/>
                </a:solidFill>
                <a:latin typeface="Lucida Sans Unicode"/>
                <a:cs typeface="Lucida Sans Unicode"/>
              </a:rPr>
              <a:t>near-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patient,</a:t>
            </a:r>
            <a:r>
              <a:rPr dirty="0" sz="1800" spc="2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point-</a:t>
            </a:r>
            <a:r>
              <a:rPr dirty="0" sz="1800" spc="-30">
                <a:solidFill>
                  <a:srgbClr val="2A2A2A"/>
                </a:solidFill>
                <a:latin typeface="Lucida Sans Unicode"/>
                <a:cs typeface="Lucida Sans Unicode"/>
              </a:rPr>
              <a:t>of-</a:t>
            </a:r>
            <a:r>
              <a:rPr dirty="0" sz="1800" spc="110">
                <a:solidFill>
                  <a:srgbClr val="2A2A2A"/>
                </a:solidFill>
                <a:latin typeface="Lucida Sans Unicode"/>
                <a:cs typeface="Lucida Sans Unicode"/>
              </a:rPr>
              <a:t>care</a:t>
            </a:r>
            <a:r>
              <a:rPr dirty="0" sz="1800" spc="3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testing</a:t>
            </a:r>
            <a:r>
              <a:rPr dirty="0" sz="1800" spc="2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25">
                <a:solidFill>
                  <a:srgbClr val="2A2A2A"/>
                </a:solidFill>
                <a:latin typeface="Lucida Sans Unicode"/>
                <a:cs typeface="Lucida Sans Unicode"/>
              </a:rPr>
              <a:t>in </a:t>
            </a:r>
            <a:r>
              <a:rPr dirty="0" sz="1800" spc="-10">
                <a:solidFill>
                  <a:srgbClr val="2A2A2A"/>
                </a:solidFill>
                <a:latin typeface="Lucida Sans Unicode"/>
                <a:cs typeface="Lucida Sans Unicode"/>
              </a:rPr>
              <a:t>ED/ICU.</a:t>
            </a:r>
            <a:endParaRPr sz="1800">
              <a:latin typeface="Lucida Sans Unicode"/>
              <a:cs typeface="Lucida Sans Unicode"/>
            </a:endParaRPr>
          </a:p>
        </p:txBody>
      </p:sp>
      <p:pic>
        <p:nvPicPr>
          <p:cNvPr id="393" name="object 393" descr=""/>
          <p:cNvPicPr/>
          <p:nvPr/>
        </p:nvPicPr>
        <p:blipFill>
          <a:blip r:embed="rId203" cstate="print"/>
          <a:stretch>
            <a:fillRect/>
          </a:stretch>
        </p:blipFill>
        <p:spPr>
          <a:xfrm>
            <a:off x="524580" y="5765297"/>
            <a:ext cx="75894" cy="75894"/>
          </a:xfrm>
          <a:prstGeom prst="rect">
            <a:avLst/>
          </a:prstGeom>
        </p:spPr>
      </p:pic>
      <p:pic>
        <p:nvPicPr>
          <p:cNvPr id="394" name="object 394" descr=""/>
          <p:cNvPicPr/>
          <p:nvPr/>
        </p:nvPicPr>
        <p:blipFill>
          <a:blip r:embed="rId203" cstate="print"/>
          <a:stretch>
            <a:fillRect/>
          </a:stretch>
        </p:blipFill>
        <p:spPr>
          <a:xfrm>
            <a:off x="524580" y="6079716"/>
            <a:ext cx="75894" cy="75894"/>
          </a:xfrm>
          <a:prstGeom prst="rect">
            <a:avLst/>
          </a:prstGeom>
        </p:spPr>
      </p:pic>
      <p:pic>
        <p:nvPicPr>
          <p:cNvPr id="395" name="object 395" descr=""/>
          <p:cNvPicPr/>
          <p:nvPr/>
        </p:nvPicPr>
        <p:blipFill>
          <a:blip r:embed="rId204" cstate="print"/>
          <a:stretch>
            <a:fillRect/>
          </a:stretch>
        </p:blipFill>
        <p:spPr>
          <a:xfrm>
            <a:off x="524580" y="6708554"/>
            <a:ext cx="75894" cy="75894"/>
          </a:xfrm>
          <a:prstGeom prst="rect">
            <a:avLst/>
          </a:prstGeom>
        </p:spPr>
      </p:pic>
      <p:pic>
        <p:nvPicPr>
          <p:cNvPr id="396" name="object 396" descr=""/>
          <p:cNvPicPr/>
          <p:nvPr/>
        </p:nvPicPr>
        <p:blipFill>
          <a:blip r:embed="rId204" cstate="print"/>
          <a:stretch>
            <a:fillRect/>
          </a:stretch>
        </p:blipFill>
        <p:spPr>
          <a:xfrm>
            <a:off x="524580" y="7337392"/>
            <a:ext cx="75894" cy="75894"/>
          </a:xfrm>
          <a:prstGeom prst="rect">
            <a:avLst/>
          </a:prstGeom>
        </p:spPr>
      </p:pic>
      <p:pic>
        <p:nvPicPr>
          <p:cNvPr id="397" name="object 397" descr=""/>
          <p:cNvPicPr/>
          <p:nvPr/>
        </p:nvPicPr>
        <p:blipFill>
          <a:blip r:embed="rId203" cstate="print"/>
          <a:stretch>
            <a:fillRect/>
          </a:stretch>
        </p:blipFill>
        <p:spPr>
          <a:xfrm>
            <a:off x="524580" y="7966230"/>
            <a:ext cx="75894" cy="75894"/>
          </a:xfrm>
          <a:prstGeom prst="rect">
            <a:avLst/>
          </a:prstGeom>
        </p:spPr>
      </p:pic>
      <p:sp>
        <p:nvSpPr>
          <p:cNvPr id="398" name="object 398" descr=""/>
          <p:cNvSpPr txBox="1"/>
          <p:nvPr/>
        </p:nvSpPr>
        <p:spPr>
          <a:xfrm>
            <a:off x="-12700" y="4275103"/>
            <a:ext cx="9169400" cy="4812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7379A7"/>
                </a:solidFill>
                <a:latin typeface="Tahoma"/>
                <a:cs typeface="Tahoma"/>
              </a:rPr>
              <a:t>Ch6llefiges</a:t>
            </a:r>
            <a:r>
              <a:rPr dirty="0" sz="4800" spc="-265" b="1">
                <a:solidFill>
                  <a:srgbClr val="7379A7"/>
                </a:solidFill>
                <a:latin typeface="Tahoma"/>
                <a:cs typeface="Tahoma"/>
              </a:rPr>
              <a:t> </a:t>
            </a:r>
            <a:r>
              <a:rPr dirty="0" sz="4800" spc="-45" b="1">
                <a:solidFill>
                  <a:srgbClr val="7379A7"/>
                </a:solidFill>
                <a:latin typeface="Tahoma"/>
                <a:cs typeface="Tahoma"/>
              </a:rPr>
              <a:t>&amp;</a:t>
            </a:r>
            <a:r>
              <a:rPr dirty="0" sz="4800" spc="-260" b="1">
                <a:solidFill>
                  <a:srgbClr val="7379A7"/>
                </a:solidFill>
                <a:latin typeface="Tahoma"/>
                <a:cs typeface="Tahoma"/>
              </a:rPr>
              <a:t> </a:t>
            </a:r>
            <a:r>
              <a:rPr dirty="0" sz="4800" spc="50" b="1">
                <a:solidFill>
                  <a:srgbClr val="7379A7"/>
                </a:solidFill>
                <a:latin typeface="Tahoma"/>
                <a:cs typeface="Tahoma"/>
              </a:rPr>
              <a:t>Ro6dm6p</a:t>
            </a:r>
            <a:endParaRPr sz="4800">
              <a:latin typeface="Tahoma"/>
              <a:cs typeface="Tahoma"/>
            </a:endParaRPr>
          </a:p>
          <a:p>
            <a:pPr marL="767715" marR="5080">
              <a:lnSpc>
                <a:spcPct val="114599"/>
              </a:lnSpc>
              <a:spcBef>
                <a:spcPts val="4695"/>
              </a:spcBef>
            </a:pP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Extensive</a:t>
            </a:r>
            <a:r>
              <a:rPr dirty="0" sz="1800" spc="-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literature</a:t>
            </a:r>
            <a:r>
              <a:rPr dirty="0" sz="1800" spc="-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review</a:t>
            </a:r>
            <a:r>
              <a:rPr dirty="0" sz="1800" spc="-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70">
                <a:solidFill>
                  <a:srgbClr val="2A2A2A"/>
                </a:solidFill>
                <a:latin typeface="Lucida Sans Unicode"/>
                <a:cs typeface="Lucida Sans Unicode"/>
              </a:rPr>
              <a:t>done</a:t>
            </a:r>
            <a:r>
              <a:rPr dirty="0" sz="1800" spc="-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114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1800" spc="-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finalization</a:t>
            </a:r>
            <a:r>
              <a:rPr dirty="0" sz="1800" spc="-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of</a:t>
            </a:r>
            <a:r>
              <a:rPr dirty="0" sz="1800" spc="-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biomarker</a:t>
            </a:r>
            <a:r>
              <a:rPr dirty="0" sz="1800" spc="-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60">
                <a:solidFill>
                  <a:srgbClr val="2A2A2A"/>
                </a:solidFill>
                <a:latin typeface="Lucida Sans Unicode"/>
                <a:cs typeface="Lucida Sans Unicode"/>
              </a:rPr>
              <a:t>process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50">
                <a:solidFill>
                  <a:srgbClr val="2A2A2A"/>
                </a:solidFill>
                <a:latin typeface="Lucida Sans Unicode"/>
                <a:cs typeface="Lucida Sans Unicode"/>
              </a:rPr>
              <a:t>.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SERS</a:t>
            </a:r>
            <a:r>
              <a:rPr dirty="0" sz="1800" spc="21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simulations</a:t>
            </a:r>
            <a:r>
              <a:rPr dirty="0" sz="1800" spc="2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initiation</a:t>
            </a:r>
            <a:r>
              <a:rPr dirty="0" sz="1800" spc="2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to</a:t>
            </a:r>
            <a:r>
              <a:rPr dirty="0" sz="1800" spc="2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optimize</a:t>
            </a:r>
            <a:r>
              <a:rPr dirty="0" sz="1800" spc="21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55">
                <a:solidFill>
                  <a:srgbClr val="2A2A2A"/>
                </a:solidFill>
                <a:latin typeface="Lucida Sans Unicode"/>
                <a:cs typeface="Lucida Sans Unicode"/>
              </a:rPr>
              <a:t>spectral</a:t>
            </a:r>
            <a:r>
              <a:rPr dirty="0" sz="1800" spc="2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50">
                <a:solidFill>
                  <a:srgbClr val="2A2A2A"/>
                </a:solidFill>
                <a:latin typeface="Lucida Sans Unicode"/>
                <a:cs typeface="Lucida Sans Unicode"/>
              </a:rPr>
              <a:t>response</a:t>
            </a:r>
            <a:r>
              <a:rPr dirty="0" sz="1800" spc="2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114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1800" spc="22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35">
                <a:solidFill>
                  <a:srgbClr val="2A2A2A"/>
                </a:solidFill>
                <a:latin typeface="Lucida Sans Unicode"/>
                <a:cs typeface="Lucida Sans Unicode"/>
              </a:rPr>
              <a:t>substrate </a:t>
            </a:r>
            <a:r>
              <a:rPr dirty="0" sz="1800" spc="-10">
                <a:solidFill>
                  <a:srgbClr val="2A2A2A"/>
                </a:solidFill>
                <a:latin typeface="Lucida Sans Unicode"/>
                <a:cs typeface="Lucida Sans Unicode"/>
              </a:rPr>
              <a:t>design.</a:t>
            </a:r>
            <a:endParaRPr sz="1800">
              <a:latin typeface="Lucida Sans Unicode"/>
              <a:cs typeface="Lucida Sans Unicode"/>
            </a:endParaRPr>
          </a:p>
          <a:p>
            <a:pPr marL="767715" marR="5080">
              <a:lnSpc>
                <a:spcPct val="114599"/>
              </a:lnSpc>
              <a:tabLst>
                <a:tab pos="1499235" algn="l"/>
                <a:tab pos="3204845" algn="l"/>
                <a:tab pos="4536440" algn="l"/>
                <a:tab pos="4942205" algn="l"/>
                <a:tab pos="6337935" algn="l"/>
                <a:tab pos="7280275" algn="l"/>
                <a:tab pos="8091805" algn="l"/>
              </a:tabLst>
            </a:pPr>
            <a:r>
              <a:rPr dirty="0" sz="1800" spc="-10">
                <a:solidFill>
                  <a:srgbClr val="2A2A2A"/>
                </a:solidFill>
                <a:latin typeface="Lucida Sans Unicode"/>
                <a:cs typeface="Lucida Sans Unicode"/>
              </a:rPr>
              <a:t>Next: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10">
                <a:solidFill>
                  <a:srgbClr val="2A2A2A"/>
                </a:solidFill>
                <a:latin typeface="Lucida Sans Unicode"/>
                <a:cs typeface="Lucida Sans Unicode"/>
              </a:rPr>
              <a:t>experimental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10">
                <a:solidFill>
                  <a:srgbClr val="2A2A2A"/>
                </a:solidFill>
                <a:latin typeface="Lucida Sans Unicode"/>
                <a:cs typeface="Lucida Sans Unicode"/>
              </a:rPr>
              <a:t>validation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25">
                <a:solidFill>
                  <a:srgbClr val="2A2A2A"/>
                </a:solidFill>
                <a:latin typeface="Lucida Sans Unicode"/>
                <a:cs typeface="Lucida Sans Unicode"/>
              </a:rPr>
              <a:t>of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10">
                <a:solidFill>
                  <a:srgbClr val="2A2A2A"/>
                </a:solidFill>
                <a:latin typeface="Lucida Sans Unicode"/>
                <a:cs typeface="Lucida Sans Unicode"/>
              </a:rPr>
              <a:t>simulation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10">
                <a:solidFill>
                  <a:srgbClr val="2A2A2A"/>
                </a:solidFill>
                <a:latin typeface="Lucida Sans Unicode"/>
                <a:cs typeface="Lucida Sans Unicode"/>
              </a:rPr>
              <a:t>results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10">
                <a:solidFill>
                  <a:srgbClr val="2A2A2A"/>
                </a:solidFill>
                <a:latin typeface="Lucida Sans Unicode"/>
                <a:cs typeface="Lucida Sans Unicode"/>
              </a:rPr>
              <a:t>using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65">
                <a:solidFill>
                  <a:srgbClr val="2A2A2A"/>
                </a:solidFill>
                <a:latin typeface="Lucida Sans Unicode"/>
                <a:cs typeface="Lucida Sans Unicode"/>
              </a:rPr>
              <a:t>standard </a:t>
            </a:r>
            <a:r>
              <a:rPr dirty="0" sz="1800" spc="35">
                <a:solidFill>
                  <a:srgbClr val="2A2A2A"/>
                </a:solidFill>
                <a:latin typeface="Lucida Sans Unicode"/>
                <a:cs typeface="Lucida Sans Unicode"/>
              </a:rPr>
              <a:t>samples.</a:t>
            </a:r>
            <a:endParaRPr sz="1800">
              <a:latin typeface="Lucida Sans Unicode"/>
              <a:cs typeface="Lucida Sans Unicode"/>
            </a:endParaRPr>
          </a:p>
          <a:p>
            <a:pPr marL="767715" marR="5080">
              <a:lnSpc>
                <a:spcPct val="114599"/>
              </a:lnSpc>
              <a:tabLst>
                <a:tab pos="2060575" algn="l"/>
                <a:tab pos="3504565" algn="l"/>
                <a:tab pos="4144010" algn="l"/>
                <a:tab pos="5266690" algn="l"/>
                <a:tab pos="7142480" algn="l"/>
                <a:tab pos="8286750" algn="l"/>
                <a:tab pos="8670290" algn="l"/>
              </a:tabLst>
            </a:pPr>
            <a:r>
              <a:rPr dirty="0" sz="1800" spc="-10">
                <a:solidFill>
                  <a:srgbClr val="2A2A2A"/>
                </a:solidFill>
                <a:latin typeface="Lucida Sans Unicode"/>
                <a:cs typeface="Lucida Sans Unicode"/>
              </a:rPr>
              <a:t>Prototype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10">
                <a:solidFill>
                  <a:srgbClr val="2A2A2A"/>
                </a:solidFill>
                <a:latin typeface="Lucida Sans Unicode"/>
                <a:cs typeface="Lucida Sans Unicode"/>
              </a:rPr>
              <a:t>fabrication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90">
                <a:solidFill>
                  <a:srgbClr val="2A2A2A"/>
                </a:solidFill>
                <a:latin typeface="Lucida Sans Unicode"/>
                <a:cs typeface="Lucida Sans Unicode"/>
              </a:rPr>
              <a:t>and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45">
                <a:solidFill>
                  <a:srgbClr val="2A2A2A"/>
                </a:solidFill>
                <a:latin typeface="Lucida Sans Unicode"/>
                <a:cs typeface="Lucida Sans Unicode"/>
              </a:rPr>
              <a:t>spectral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50">
                <a:solidFill>
                  <a:srgbClr val="2A2A2A"/>
                </a:solidFill>
                <a:latin typeface="Lucida Sans Unicode"/>
                <a:cs typeface="Lucida Sans Unicode"/>
              </a:rPr>
              <a:t>benchmarking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60">
                <a:solidFill>
                  <a:srgbClr val="2A2A2A"/>
                </a:solidFill>
                <a:latin typeface="Lucida Sans Unicode"/>
                <a:cs typeface="Lucida Sans Unicode"/>
              </a:rPr>
              <a:t>planned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25">
                <a:solidFill>
                  <a:srgbClr val="2A2A2A"/>
                </a:solidFill>
                <a:latin typeface="Lucida Sans Unicode"/>
                <a:cs typeface="Lucida Sans Unicode"/>
              </a:rPr>
              <a:t>in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30">
                <a:solidFill>
                  <a:srgbClr val="2A2A2A"/>
                </a:solidFill>
                <a:latin typeface="Lucida Sans Unicode"/>
                <a:cs typeface="Lucida Sans Unicode"/>
              </a:rPr>
              <a:t>next </a:t>
            </a:r>
            <a:r>
              <a:rPr dirty="0" sz="1800" spc="40">
                <a:solidFill>
                  <a:srgbClr val="2A2A2A"/>
                </a:solidFill>
                <a:latin typeface="Lucida Sans Unicode"/>
                <a:cs typeface="Lucida Sans Unicode"/>
              </a:rPr>
              <a:t>phase.</a:t>
            </a:r>
            <a:endParaRPr sz="1800">
              <a:latin typeface="Lucida Sans Unicode"/>
              <a:cs typeface="Lucida Sans Unicode"/>
            </a:endParaRPr>
          </a:p>
          <a:p>
            <a:pPr marL="767715" marR="5080">
              <a:lnSpc>
                <a:spcPct val="114599"/>
              </a:lnSpc>
            </a:pP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Key</a:t>
            </a:r>
            <a:r>
              <a:rPr dirty="0" sz="1800" spc="10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challenges:</a:t>
            </a:r>
            <a:r>
              <a:rPr dirty="0" sz="1800" spc="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ensuring</a:t>
            </a:r>
            <a:r>
              <a:rPr dirty="0" sz="1800" spc="10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signal</a:t>
            </a:r>
            <a:r>
              <a:rPr dirty="0" sz="1800" spc="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reproducibility,</a:t>
            </a:r>
            <a:r>
              <a:rPr dirty="0" sz="1800" spc="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45">
                <a:solidFill>
                  <a:srgbClr val="2A2A2A"/>
                </a:solidFill>
                <a:latin typeface="Lucida Sans Unicode"/>
                <a:cs typeface="Lucida Sans Unicode"/>
              </a:rPr>
              <a:t>substrate</a:t>
            </a:r>
            <a:r>
              <a:rPr dirty="0" sz="1800" spc="10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2A2A2A"/>
                </a:solidFill>
                <a:latin typeface="Lucida Sans Unicode"/>
                <a:cs typeface="Lucida Sans Unicode"/>
              </a:rPr>
              <a:t>uniformity,</a:t>
            </a:r>
            <a:r>
              <a:rPr dirty="0" sz="1800" spc="11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90">
                <a:solidFill>
                  <a:srgbClr val="2A2A2A"/>
                </a:solidFill>
                <a:latin typeface="Lucida Sans Unicode"/>
                <a:cs typeface="Lucida Sans Unicode"/>
              </a:rPr>
              <a:t>and </a:t>
            </a:r>
            <a:r>
              <a:rPr dirty="0" sz="1800" spc="55">
                <a:solidFill>
                  <a:srgbClr val="2A2A2A"/>
                </a:solidFill>
                <a:latin typeface="Lucida Sans Unicode"/>
                <a:cs typeface="Lucida Sans Unicode"/>
              </a:rPr>
              <a:t>scaling</a:t>
            </a:r>
            <a:r>
              <a:rPr dirty="0" sz="1800" spc="-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20">
                <a:solidFill>
                  <a:srgbClr val="2A2A2A"/>
                </a:solidFill>
                <a:latin typeface="Lucida Sans Unicode"/>
                <a:cs typeface="Lucida Sans Unicode"/>
              </a:rPr>
              <a:t>for</a:t>
            </a:r>
            <a:r>
              <a:rPr dirty="0" sz="1800" spc="-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real-world </a:t>
            </a:r>
            <a:r>
              <a:rPr dirty="0" sz="1800" spc="-20">
                <a:solidFill>
                  <a:srgbClr val="2A2A2A"/>
                </a:solidFill>
                <a:latin typeface="Lucida Sans Unicode"/>
                <a:cs typeface="Lucida Sans Unicode"/>
              </a:rPr>
              <a:t>use.</a:t>
            </a:r>
            <a:endParaRPr sz="1800">
              <a:latin typeface="Lucida Sans Unicode"/>
              <a:cs typeface="Lucida Sans Unicode"/>
            </a:endParaRPr>
          </a:p>
          <a:p>
            <a:pPr marL="374015" marR="5080">
              <a:lnSpc>
                <a:spcPct val="114599"/>
              </a:lnSpc>
              <a:spcBef>
                <a:spcPts val="5"/>
              </a:spcBef>
            </a:pPr>
            <a:r>
              <a:rPr dirty="0" sz="1800" spc="-10">
                <a:solidFill>
                  <a:srgbClr val="2A2A2A"/>
                </a:solidFill>
                <a:latin typeface="Lucida Sans Unicode"/>
                <a:cs typeface="Lucida Sans Unicode"/>
              </a:rPr>
              <a:t>Long-</a:t>
            </a:r>
            <a:r>
              <a:rPr dirty="0" sz="1800" spc="50">
                <a:solidFill>
                  <a:srgbClr val="2A2A2A"/>
                </a:solidFill>
                <a:latin typeface="Lucida Sans Unicode"/>
                <a:cs typeface="Lucida Sans Unicode"/>
              </a:rPr>
              <a:t>term</a:t>
            </a:r>
            <a:r>
              <a:rPr dirty="0" sz="1800" spc="2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goal:</a:t>
            </a:r>
            <a:r>
              <a:rPr dirty="0" sz="1800" spc="2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50">
                <a:solidFill>
                  <a:srgbClr val="2A2A2A"/>
                </a:solidFill>
                <a:latin typeface="Lucida Sans Unicode"/>
                <a:cs typeface="Lucida Sans Unicode"/>
              </a:rPr>
              <a:t>translate</a:t>
            </a:r>
            <a:r>
              <a:rPr dirty="0" sz="1800" spc="3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optimized</a:t>
            </a:r>
            <a:r>
              <a:rPr dirty="0" sz="1800" spc="2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SERS</a:t>
            </a:r>
            <a:r>
              <a:rPr dirty="0" sz="1800" spc="3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workflow</a:t>
            </a:r>
            <a:r>
              <a:rPr dirty="0" sz="1800" spc="2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2A2A2A"/>
                </a:solidFill>
                <a:latin typeface="Lucida Sans Unicode"/>
                <a:cs typeface="Lucida Sans Unicode"/>
              </a:rPr>
              <a:t>into</a:t>
            </a:r>
            <a:r>
              <a:rPr dirty="0" sz="1800" spc="30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229">
                <a:solidFill>
                  <a:srgbClr val="2A2A2A"/>
                </a:solidFill>
                <a:latin typeface="Lucida Sans Unicode"/>
                <a:cs typeface="Lucida Sans Unicode"/>
              </a:rPr>
              <a:t>a</a:t>
            </a:r>
            <a:r>
              <a:rPr dirty="0" sz="1800" spc="2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50">
                <a:solidFill>
                  <a:srgbClr val="2A2A2A"/>
                </a:solidFill>
                <a:latin typeface="Lucida Sans Unicode"/>
                <a:cs typeface="Lucida Sans Unicode"/>
              </a:rPr>
              <a:t>portable</a:t>
            </a:r>
            <a:r>
              <a:rPr dirty="0" sz="1800" spc="295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2A2A2A"/>
                </a:solidFill>
                <a:latin typeface="Lucida Sans Unicode"/>
                <a:cs typeface="Lucida Sans Unicode"/>
              </a:rPr>
              <a:t>sepsis </a:t>
            </a:r>
            <a:r>
              <a:rPr dirty="0" sz="1800" spc="50">
                <a:solidFill>
                  <a:srgbClr val="2A2A2A"/>
                </a:solidFill>
                <a:latin typeface="Lucida Sans Unicode"/>
                <a:cs typeface="Lucida Sans Unicode"/>
              </a:rPr>
              <a:t>diagnostic</a:t>
            </a:r>
            <a:r>
              <a:rPr dirty="0" sz="1800" spc="-60">
                <a:solidFill>
                  <a:srgbClr val="2A2A2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2A2A2A"/>
                </a:solidFill>
                <a:latin typeface="Lucida Sans Unicode"/>
                <a:cs typeface="Lucida Sans Unicode"/>
              </a:rPr>
              <a:t>device.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9400">
              <a:lnSpc>
                <a:spcPct val="100000"/>
              </a:lnSpc>
              <a:spcBef>
                <a:spcPts val="100"/>
              </a:spcBef>
            </a:pPr>
            <a:r>
              <a:rPr dirty="0" spc="245"/>
              <a:t>References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4112" y="1846376"/>
            <a:ext cx="17355820" cy="79178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-8890">
              <a:lnSpc>
                <a:spcPct val="114999"/>
              </a:lnSpc>
              <a:spcBef>
                <a:spcPts val="95"/>
              </a:spcBef>
              <a:buSzPct val="88679"/>
              <a:buAutoNum type="arabicPeriod"/>
              <a:tabLst>
                <a:tab pos="299085" algn="l"/>
              </a:tabLst>
            </a:pPr>
            <a:r>
              <a:rPr dirty="0" sz="2650" spc="65">
                <a:solidFill>
                  <a:srgbClr val="171B20"/>
                </a:solidFill>
                <a:latin typeface="Lucida Sans Unicode"/>
                <a:cs typeface="Lucida Sans Unicode"/>
              </a:rPr>
              <a:t>	</a:t>
            </a:r>
            <a:r>
              <a:rPr dirty="0" sz="2650" spc="65">
                <a:solidFill>
                  <a:srgbClr val="171B20"/>
                </a:solidFill>
                <a:latin typeface="Lucida Sans Unicode"/>
                <a:cs typeface="Lucida Sans Unicode"/>
              </a:rPr>
              <a:t>Singer</a:t>
            </a:r>
            <a:r>
              <a:rPr dirty="0" sz="2650" spc="-14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80">
                <a:solidFill>
                  <a:srgbClr val="171B20"/>
                </a:solidFill>
                <a:latin typeface="Lucida Sans Unicode"/>
                <a:cs typeface="Lucida Sans Unicode"/>
              </a:rPr>
              <a:t>M.</a:t>
            </a:r>
            <a:r>
              <a:rPr dirty="0" sz="2650" spc="-1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80">
                <a:solidFill>
                  <a:srgbClr val="171B20"/>
                </a:solidFill>
                <a:latin typeface="Lucida Sans Unicode"/>
                <a:cs typeface="Lucida Sans Unicode"/>
              </a:rPr>
              <a:t>et</a:t>
            </a:r>
            <a:r>
              <a:rPr dirty="0" sz="2650" spc="-1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45">
                <a:solidFill>
                  <a:srgbClr val="171B20"/>
                </a:solidFill>
                <a:latin typeface="Lucida Sans Unicode"/>
                <a:cs typeface="Lucida Sans Unicode"/>
              </a:rPr>
              <a:t>al.,</a:t>
            </a:r>
            <a:r>
              <a:rPr dirty="0" sz="2650" spc="-14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The</a:t>
            </a:r>
            <a:r>
              <a:rPr dirty="0" sz="2650" spc="-1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20">
                <a:solidFill>
                  <a:srgbClr val="171B20"/>
                </a:solidFill>
                <a:latin typeface="Lucida Sans Unicode"/>
                <a:cs typeface="Lucida Sans Unicode"/>
              </a:rPr>
              <a:t>Third</a:t>
            </a:r>
            <a:r>
              <a:rPr dirty="0" sz="2650" spc="-1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60">
                <a:solidFill>
                  <a:srgbClr val="171B20"/>
                </a:solidFill>
                <a:latin typeface="Lucida Sans Unicode"/>
                <a:cs typeface="Lucida Sans Unicode"/>
              </a:rPr>
              <a:t>International</a:t>
            </a:r>
            <a:r>
              <a:rPr dirty="0" sz="2650" spc="-1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90">
                <a:solidFill>
                  <a:srgbClr val="171B20"/>
                </a:solidFill>
                <a:latin typeface="Lucida Sans Unicode"/>
                <a:cs typeface="Lucida Sans Unicode"/>
              </a:rPr>
              <a:t>Consensus</a:t>
            </a:r>
            <a:r>
              <a:rPr dirty="0" sz="2650" spc="-14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Definitions</a:t>
            </a:r>
            <a:r>
              <a:rPr dirty="0" sz="2650" spc="-1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25">
                <a:solidFill>
                  <a:srgbClr val="171B20"/>
                </a:solidFill>
                <a:latin typeface="Lucida Sans Unicode"/>
                <a:cs typeface="Lucida Sans Unicode"/>
              </a:rPr>
              <a:t>for</a:t>
            </a:r>
            <a:r>
              <a:rPr dirty="0" sz="2650" spc="-1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90">
                <a:solidFill>
                  <a:srgbClr val="171B20"/>
                </a:solidFill>
                <a:latin typeface="Lucida Sans Unicode"/>
                <a:cs typeface="Lucida Sans Unicode"/>
              </a:rPr>
              <a:t>Sepsis</a:t>
            </a:r>
            <a:r>
              <a:rPr dirty="0" sz="2650" spc="-1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75">
                <a:solidFill>
                  <a:srgbClr val="171B20"/>
                </a:solidFill>
                <a:latin typeface="Lucida Sans Unicode"/>
                <a:cs typeface="Lucida Sans Unicode"/>
              </a:rPr>
              <a:t>and</a:t>
            </a:r>
            <a:r>
              <a:rPr dirty="0" sz="2650" spc="-14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05">
                <a:solidFill>
                  <a:srgbClr val="171B20"/>
                </a:solidFill>
                <a:latin typeface="Lucida Sans Unicode"/>
                <a:cs typeface="Lucida Sans Unicode"/>
              </a:rPr>
              <a:t>Septic</a:t>
            </a:r>
            <a:r>
              <a:rPr dirty="0" sz="2650" spc="-1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90">
                <a:solidFill>
                  <a:srgbClr val="171B20"/>
                </a:solidFill>
                <a:latin typeface="Lucida Sans Unicode"/>
                <a:cs typeface="Lucida Sans Unicode"/>
              </a:rPr>
              <a:t>Shock</a:t>
            </a:r>
            <a:r>
              <a:rPr dirty="0" sz="2650" spc="-1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20">
                <a:solidFill>
                  <a:srgbClr val="171B20"/>
                </a:solidFill>
                <a:latin typeface="Lucida Sans Unicode"/>
                <a:cs typeface="Lucida Sans Unicode"/>
              </a:rPr>
              <a:t>(Sepsis-</a:t>
            </a:r>
            <a:r>
              <a:rPr dirty="0" sz="2650" spc="-25">
                <a:solidFill>
                  <a:srgbClr val="171B20"/>
                </a:solidFill>
                <a:latin typeface="Lucida Sans Unicode"/>
                <a:cs typeface="Lucida Sans Unicode"/>
              </a:rPr>
              <a:t>3). </a:t>
            </a:r>
            <a:r>
              <a:rPr dirty="0" sz="2650" spc="105">
                <a:solidFill>
                  <a:srgbClr val="171B20"/>
                </a:solidFill>
                <a:latin typeface="Lucida Sans Unicode"/>
                <a:cs typeface="Lucida Sans Unicode"/>
              </a:rPr>
              <a:t>JAMA.</a:t>
            </a:r>
            <a:r>
              <a:rPr dirty="0" sz="2650" spc="-13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20">
                <a:solidFill>
                  <a:srgbClr val="171B20"/>
                </a:solidFill>
                <a:latin typeface="Lucida Sans Unicode"/>
                <a:cs typeface="Lucida Sans Unicode"/>
              </a:rPr>
              <a:t>2016.</a:t>
            </a:r>
            <a:endParaRPr sz="2650">
              <a:latin typeface="Lucida Sans Unicode"/>
              <a:cs typeface="Lucida Sans Unicode"/>
            </a:endParaRPr>
          </a:p>
          <a:p>
            <a:pPr marL="375920" indent="-363220">
              <a:lnSpc>
                <a:spcPct val="100000"/>
              </a:lnSpc>
              <a:spcBef>
                <a:spcPts val="475"/>
              </a:spcBef>
              <a:buSzPct val="88679"/>
              <a:buAutoNum type="arabicPeriod"/>
              <a:tabLst>
                <a:tab pos="375920" algn="l"/>
              </a:tabLst>
            </a:pPr>
            <a:r>
              <a:rPr dirty="0" sz="2650" spc="55">
                <a:solidFill>
                  <a:srgbClr val="171B20"/>
                </a:solidFill>
                <a:latin typeface="Lucida Sans Unicode"/>
                <a:cs typeface="Lucida Sans Unicode"/>
              </a:rPr>
              <a:t>Kundu</a:t>
            </a:r>
            <a:r>
              <a:rPr dirty="0" sz="2650" spc="-4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100">
                <a:solidFill>
                  <a:srgbClr val="171B20"/>
                </a:solidFill>
                <a:latin typeface="Lucida Sans Unicode"/>
                <a:cs typeface="Lucida Sans Unicode"/>
              </a:rPr>
              <a:t>A.</a:t>
            </a:r>
            <a:r>
              <a:rPr dirty="0" sz="2650" spc="-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80">
                <a:solidFill>
                  <a:srgbClr val="171B20"/>
                </a:solidFill>
                <a:latin typeface="Lucida Sans Unicode"/>
                <a:cs typeface="Lucida Sans Unicode"/>
              </a:rPr>
              <a:t>et</a:t>
            </a:r>
            <a:r>
              <a:rPr dirty="0" sz="2650" spc="-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45">
                <a:solidFill>
                  <a:srgbClr val="171B20"/>
                </a:solidFill>
                <a:latin typeface="Lucida Sans Unicode"/>
                <a:cs typeface="Lucida Sans Unicode"/>
              </a:rPr>
              <a:t>al.,</a:t>
            </a:r>
            <a:r>
              <a:rPr dirty="0" sz="2650" spc="-4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70">
                <a:solidFill>
                  <a:srgbClr val="171B20"/>
                </a:solidFill>
                <a:latin typeface="Lucida Sans Unicode"/>
                <a:cs typeface="Lucida Sans Unicode"/>
              </a:rPr>
              <a:t>SERS</a:t>
            </a:r>
            <a:r>
              <a:rPr dirty="0" sz="2650" spc="-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80">
                <a:solidFill>
                  <a:srgbClr val="171B20"/>
                </a:solidFill>
                <a:latin typeface="Lucida Sans Unicode"/>
                <a:cs typeface="Lucida Sans Unicode"/>
              </a:rPr>
              <a:t>detection</a:t>
            </a:r>
            <a:r>
              <a:rPr dirty="0" sz="2650" spc="-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of</a:t>
            </a:r>
            <a:r>
              <a:rPr dirty="0" sz="2650" spc="-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70">
                <a:solidFill>
                  <a:srgbClr val="171B20"/>
                </a:solidFill>
                <a:latin typeface="Lucida Sans Unicode"/>
                <a:cs typeface="Lucida Sans Unicode"/>
              </a:rPr>
              <a:t>sepsis</a:t>
            </a:r>
            <a:r>
              <a:rPr dirty="0" sz="2650" spc="-4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70">
                <a:solidFill>
                  <a:srgbClr val="171B20"/>
                </a:solidFill>
                <a:latin typeface="Lucida Sans Unicode"/>
                <a:cs typeface="Lucida Sans Unicode"/>
              </a:rPr>
              <a:t>biomarkers</a:t>
            </a:r>
            <a:r>
              <a:rPr dirty="0" sz="2650" spc="-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65">
                <a:solidFill>
                  <a:srgbClr val="171B20"/>
                </a:solidFill>
                <a:latin typeface="Lucida Sans Unicode"/>
                <a:cs typeface="Lucida Sans Unicode"/>
              </a:rPr>
              <a:t>on</a:t>
            </a:r>
            <a:r>
              <a:rPr dirty="0" sz="2650" spc="-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95">
                <a:solidFill>
                  <a:srgbClr val="171B20"/>
                </a:solidFill>
                <a:latin typeface="Lucida Sans Unicode"/>
                <a:cs typeface="Lucida Sans Unicode"/>
              </a:rPr>
              <a:t>Ag–BP</a:t>
            </a:r>
            <a:r>
              <a:rPr dirty="0" sz="2650" spc="-4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platform.</a:t>
            </a:r>
            <a:r>
              <a:rPr dirty="0" sz="2650" spc="-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Sensors/Diagnostics,</a:t>
            </a:r>
            <a:r>
              <a:rPr dirty="0" sz="2650" spc="-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20">
                <a:solidFill>
                  <a:srgbClr val="171B20"/>
                </a:solidFill>
                <a:latin typeface="Lucida Sans Unicode"/>
                <a:cs typeface="Lucida Sans Unicode"/>
              </a:rPr>
              <a:t>2022.</a:t>
            </a:r>
            <a:endParaRPr sz="2650">
              <a:latin typeface="Lucida Sans Unicode"/>
              <a:cs typeface="Lucida Sans Unicode"/>
            </a:endParaRPr>
          </a:p>
          <a:p>
            <a:pPr marL="12700" marR="175260" indent="368935">
              <a:lnSpc>
                <a:spcPts val="3660"/>
              </a:lnSpc>
              <a:spcBef>
                <a:spcPts val="200"/>
              </a:spcBef>
              <a:buSzPct val="88679"/>
              <a:buAutoNum type="arabicPeriod"/>
              <a:tabLst>
                <a:tab pos="381635" algn="l"/>
              </a:tabLst>
            </a:pPr>
            <a:r>
              <a:rPr dirty="0" sz="2650" spc="50">
                <a:solidFill>
                  <a:srgbClr val="171B20"/>
                </a:solidFill>
                <a:latin typeface="Lucida Sans Unicode"/>
                <a:cs typeface="Lucida Sans Unicode"/>
              </a:rPr>
              <a:t>Hung</a:t>
            </a:r>
            <a:r>
              <a:rPr dirty="0" sz="2650" spc="-12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S.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135">
                <a:solidFill>
                  <a:srgbClr val="171B20"/>
                </a:solidFill>
                <a:latin typeface="Lucida Sans Unicode"/>
                <a:cs typeface="Lucida Sans Unicode"/>
              </a:rPr>
              <a:t>K.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80">
                <a:solidFill>
                  <a:srgbClr val="171B20"/>
                </a:solidFill>
                <a:latin typeface="Lucida Sans Unicode"/>
                <a:cs typeface="Lucida Sans Unicode"/>
              </a:rPr>
              <a:t>et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45">
                <a:solidFill>
                  <a:srgbClr val="171B20"/>
                </a:solidFill>
                <a:latin typeface="Lucida Sans Unicode"/>
                <a:cs typeface="Lucida Sans Unicode"/>
              </a:rPr>
              <a:t>al.,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45">
                <a:solidFill>
                  <a:srgbClr val="171B20"/>
                </a:solidFill>
                <a:latin typeface="Lucida Sans Unicode"/>
                <a:cs typeface="Lucida Sans Unicode"/>
              </a:rPr>
              <a:t>Current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95">
                <a:solidFill>
                  <a:srgbClr val="171B20"/>
                </a:solidFill>
                <a:latin typeface="Lucida Sans Unicode"/>
                <a:cs typeface="Lucida Sans Unicode"/>
              </a:rPr>
              <a:t>Evidence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75">
                <a:solidFill>
                  <a:srgbClr val="171B20"/>
                </a:solidFill>
                <a:latin typeface="Lucida Sans Unicode"/>
                <a:cs typeface="Lucida Sans Unicode"/>
              </a:rPr>
              <a:t>and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Limitations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of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75">
                <a:solidFill>
                  <a:srgbClr val="171B20"/>
                </a:solidFill>
                <a:latin typeface="Lucida Sans Unicode"/>
                <a:cs typeface="Lucida Sans Unicode"/>
              </a:rPr>
              <a:t>Biomarkers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25">
                <a:solidFill>
                  <a:srgbClr val="171B20"/>
                </a:solidFill>
                <a:latin typeface="Lucida Sans Unicode"/>
                <a:cs typeface="Lucida Sans Unicode"/>
              </a:rPr>
              <a:t>for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65">
                <a:solidFill>
                  <a:srgbClr val="171B20"/>
                </a:solidFill>
                <a:latin typeface="Lucida Sans Unicode"/>
                <a:cs typeface="Lucida Sans Unicode"/>
              </a:rPr>
              <a:t>Detecting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45">
                <a:solidFill>
                  <a:srgbClr val="171B20"/>
                </a:solidFill>
                <a:latin typeface="Lucida Sans Unicode"/>
                <a:cs typeface="Lucida Sans Unicode"/>
              </a:rPr>
              <a:t>Sepsis.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55">
                <a:solidFill>
                  <a:srgbClr val="171B20"/>
                </a:solidFill>
                <a:latin typeface="Lucida Sans Unicode"/>
                <a:cs typeface="Lucida Sans Unicode"/>
              </a:rPr>
              <a:t>Biomedicines, </a:t>
            </a:r>
            <a:r>
              <a:rPr dirty="0" sz="2650" spc="-10">
                <a:solidFill>
                  <a:srgbClr val="171B20"/>
                </a:solidFill>
                <a:latin typeface="Lucida Sans Unicode"/>
                <a:cs typeface="Lucida Sans Unicode"/>
              </a:rPr>
              <a:t>2020.</a:t>
            </a:r>
            <a:endParaRPr sz="2650">
              <a:latin typeface="Lucida Sans Unicode"/>
              <a:cs typeface="Lucida Sans Unicode"/>
            </a:endParaRPr>
          </a:p>
          <a:p>
            <a:pPr marL="399415" indent="-386715">
              <a:lnSpc>
                <a:spcPct val="100000"/>
              </a:lnSpc>
              <a:spcBef>
                <a:spcPts val="265"/>
              </a:spcBef>
              <a:buSzPct val="88679"/>
              <a:buAutoNum type="arabicPeriod"/>
              <a:tabLst>
                <a:tab pos="399415" algn="l"/>
              </a:tabLst>
            </a:pPr>
            <a:r>
              <a:rPr dirty="0" sz="2650" spc="130">
                <a:solidFill>
                  <a:srgbClr val="171B20"/>
                </a:solidFill>
                <a:latin typeface="Lucida Sans Unicode"/>
                <a:cs typeface="Lucida Sans Unicode"/>
              </a:rPr>
              <a:t>Hassan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80">
                <a:solidFill>
                  <a:srgbClr val="171B20"/>
                </a:solidFill>
                <a:latin typeface="Lucida Sans Unicode"/>
                <a:cs typeface="Lucida Sans Unicode"/>
              </a:rPr>
              <a:t>M.</a:t>
            </a:r>
            <a:r>
              <a:rPr dirty="0" sz="2650" spc="-114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80">
                <a:solidFill>
                  <a:srgbClr val="171B20"/>
                </a:solidFill>
                <a:latin typeface="Lucida Sans Unicode"/>
                <a:cs typeface="Lucida Sans Unicode"/>
              </a:rPr>
              <a:t>et</a:t>
            </a:r>
            <a:r>
              <a:rPr dirty="0" sz="2650" spc="-114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45">
                <a:solidFill>
                  <a:srgbClr val="171B20"/>
                </a:solidFill>
                <a:latin typeface="Lucida Sans Unicode"/>
                <a:cs typeface="Lucida Sans Unicode"/>
              </a:rPr>
              <a:t>al.,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45">
                <a:solidFill>
                  <a:srgbClr val="171B20"/>
                </a:solidFill>
                <a:latin typeface="Lucida Sans Unicode"/>
                <a:cs typeface="Lucida Sans Unicode"/>
              </a:rPr>
              <a:t>Advances</a:t>
            </a:r>
            <a:r>
              <a:rPr dirty="0" sz="2650" spc="-114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in</a:t>
            </a:r>
            <a:r>
              <a:rPr dirty="0" sz="2650" spc="-114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10">
                <a:solidFill>
                  <a:srgbClr val="171B20"/>
                </a:solidFill>
                <a:latin typeface="Lucida Sans Unicode"/>
                <a:cs typeface="Lucida Sans Unicode"/>
              </a:rPr>
              <a:t>Bacterial</a:t>
            </a:r>
            <a:r>
              <a:rPr dirty="0" sz="2650" spc="-114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55">
                <a:solidFill>
                  <a:srgbClr val="171B20"/>
                </a:solidFill>
                <a:latin typeface="Lucida Sans Unicode"/>
                <a:cs typeface="Lucida Sans Unicode"/>
              </a:rPr>
              <a:t>Detection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Using</a:t>
            </a:r>
            <a:r>
              <a:rPr dirty="0" sz="2650" spc="-114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SERS.</a:t>
            </a:r>
            <a:r>
              <a:rPr dirty="0" sz="2650" spc="-114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55">
                <a:solidFill>
                  <a:srgbClr val="171B20"/>
                </a:solidFill>
                <a:latin typeface="Lucida Sans Unicode"/>
                <a:cs typeface="Lucida Sans Unicode"/>
              </a:rPr>
              <a:t>Biosensors</a:t>
            </a:r>
            <a:r>
              <a:rPr dirty="0" sz="2650" spc="-114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50">
                <a:solidFill>
                  <a:srgbClr val="171B20"/>
                </a:solidFill>
                <a:latin typeface="Lucida Sans Unicode"/>
                <a:cs typeface="Lucida Sans Unicode"/>
              </a:rPr>
              <a:t>(2024).</a:t>
            </a:r>
            <a:endParaRPr sz="2650">
              <a:latin typeface="Lucida Sans Unicode"/>
              <a:cs typeface="Lucida Sans Unicode"/>
            </a:endParaRPr>
          </a:p>
          <a:p>
            <a:pPr marL="396875" indent="-384175">
              <a:lnSpc>
                <a:spcPct val="100000"/>
              </a:lnSpc>
              <a:spcBef>
                <a:spcPts val="480"/>
              </a:spcBef>
              <a:buSzPct val="88679"/>
              <a:buAutoNum type="arabicPeriod"/>
              <a:tabLst>
                <a:tab pos="396875" algn="l"/>
              </a:tabLst>
            </a:pP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Raetz</a:t>
            </a:r>
            <a:r>
              <a:rPr dirty="0" sz="2650" spc="-10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20">
                <a:solidFill>
                  <a:srgbClr val="171B20"/>
                </a:solidFill>
                <a:latin typeface="Lucida Sans Unicode"/>
                <a:cs typeface="Lucida Sans Unicode"/>
              </a:rPr>
              <a:t>CRH,</a:t>
            </a:r>
            <a:r>
              <a:rPr dirty="0" sz="2650" spc="-10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50">
                <a:solidFill>
                  <a:srgbClr val="171B20"/>
                </a:solidFill>
                <a:latin typeface="Lucida Sans Unicode"/>
                <a:cs typeface="Lucida Sans Unicode"/>
              </a:rPr>
              <a:t>Whitfield</a:t>
            </a:r>
            <a:r>
              <a:rPr dirty="0" sz="2650" spc="-10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90">
                <a:solidFill>
                  <a:srgbClr val="171B20"/>
                </a:solidFill>
                <a:latin typeface="Lucida Sans Unicode"/>
                <a:cs typeface="Lucida Sans Unicode"/>
              </a:rPr>
              <a:t>C.,</a:t>
            </a:r>
            <a:r>
              <a:rPr dirty="0" sz="2650" spc="-10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85">
                <a:solidFill>
                  <a:srgbClr val="171B20"/>
                </a:solidFill>
                <a:latin typeface="Lucida Sans Unicode"/>
                <a:cs typeface="Lucida Sans Unicode"/>
              </a:rPr>
              <a:t>Lipopolysaccharide</a:t>
            </a:r>
            <a:r>
              <a:rPr dirty="0" sz="2650" spc="-10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endotoxins.</a:t>
            </a:r>
            <a:r>
              <a:rPr dirty="0" sz="2650" spc="-10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50">
                <a:solidFill>
                  <a:srgbClr val="171B20"/>
                </a:solidFill>
                <a:latin typeface="Lucida Sans Unicode"/>
                <a:cs typeface="Lucida Sans Unicode"/>
              </a:rPr>
              <a:t>Annu</a:t>
            </a:r>
            <a:r>
              <a:rPr dirty="0" sz="2650" spc="-10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00">
                <a:solidFill>
                  <a:srgbClr val="171B20"/>
                </a:solidFill>
                <a:latin typeface="Lucida Sans Unicode"/>
                <a:cs typeface="Lucida Sans Unicode"/>
              </a:rPr>
              <a:t>Rev</a:t>
            </a:r>
            <a:r>
              <a:rPr dirty="0" sz="2650" spc="-10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80">
                <a:solidFill>
                  <a:srgbClr val="171B20"/>
                </a:solidFill>
                <a:latin typeface="Lucida Sans Unicode"/>
                <a:cs typeface="Lucida Sans Unicode"/>
              </a:rPr>
              <a:t>Biochem.</a:t>
            </a:r>
            <a:r>
              <a:rPr dirty="0" sz="2650" spc="-10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20">
                <a:solidFill>
                  <a:srgbClr val="171B20"/>
                </a:solidFill>
                <a:latin typeface="Lucida Sans Unicode"/>
                <a:cs typeface="Lucida Sans Unicode"/>
              </a:rPr>
              <a:t>2002.</a:t>
            </a:r>
            <a:endParaRPr sz="2650">
              <a:latin typeface="Lucida Sans Unicode"/>
              <a:cs typeface="Lucida Sans Unicode"/>
            </a:endParaRPr>
          </a:p>
          <a:p>
            <a:pPr marL="398145" indent="-385445">
              <a:lnSpc>
                <a:spcPct val="100000"/>
              </a:lnSpc>
              <a:spcBef>
                <a:spcPts val="475"/>
              </a:spcBef>
              <a:buSzPct val="88679"/>
              <a:buAutoNum type="arabicPeriod"/>
              <a:tabLst>
                <a:tab pos="398145" algn="l"/>
              </a:tabLst>
            </a:pP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NICE</a:t>
            </a:r>
            <a:r>
              <a:rPr dirty="0" sz="2650" spc="-9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60">
                <a:solidFill>
                  <a:srgbClr val="171B20"/>
                </a:solidFill>
                <a:latin typeface="Lucida Sans Unicode"/>
                <a:cs typeface="Lucida Sans Unicode"/>
              </a:rPr>
              <a:t>Guideline</a:t>
            </a:r>
            <a:r>
              <a:rPr dirty="0" sz="2650" spc="-9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190">
                <a:solidFill>
                  <a:srgbClr val="171B20"/>
                </a:solidFill>
                <a:latin typeface="Lucida Sans Unicode"/>
                <a:cs typeface="Lucida Sans Unicode"/>
              </a:rPr>
              <a:t>NG51,</a:t>
            </a:r>
            <a:r>
              <a:rPr dirty="0" sz="2650" spc="-8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45">
                <a:solidFill>
                  <a:srgbClr val="171B20"/>
                </a:solidFill>
                <a:latin typeface="Lucida Sans Unicode"/>
                <a:cs typeface="Lucida Sans Unicode"/>
              </a:rPr>
              <a:t>Sepsis:</a:t>
            </a:r>
            <a:r>
              <a:rPr dirty="0" sz="2650" spc="-9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recognition,</a:t>
            </a:r>
            <a:r>
              <a:rPr dirty="0" sz="2650" spc="-8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80">
                <a:solidFill>
                  <a:srgbClr val="171B20"/>
                </a:solidFill>
                <a:latin typeface="Lucida Sans Unicode"/>
                <a:cs typeface="Lucida Sans Unicode"/>
              </a:rPr>
              <a:t>diagnosis</a:t>
            </a:r>
            <a:r>
              <a:rPr dirty="0" sz="2650" spc="-9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75">
                <a:solidFill>
                  <a:srgbClr val="171B20"/>
                </a:solidFill>
                <a:latin typeface="Lucida Sans Unicode"/>
                <a:cs typeface="Lucida Sans Unicode"/>
              </a:rPr>
              <a:t>and</a:t>
            </a:r>
            <a:r>
              <a:rPr dirty="0" sz="2650" spc="-9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00">
                <a:solidFill>
                  <a:srgbClr val="171B20"/>
                </a:solidFill>
                <a:latin typeface="Lucida Sans Unicode"/>
                <a:cs typeface="Lucida Sans Unicode"/>
              </a:rPr>
              <a:t>early</a:t>
            </a:r>
            <a:r>
              <a:rPr dirty="0" sz="2650" spc="-8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45">
                <a:solidFill>
                  <a:srgbClr val="171B20"/>
                </a:solidFill>
                <a:latin typeface="Lucida Sans Unicode"/>
                <a:cs typeface="Lucida Sans Unicode"/>
              </a:rPr>
              <a:t>management.</a:t>
            </a:r>
            <a:r>
              <a:rPr dirty="0" sz="2650" spc="-9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270">
                <a:solidFill>
                  <a:srgbClr val="171B20"/>
                </a:solidFill>
                <a:latin typeface="Lucida Sans Unicode"/>
                <a:cs typeface="Lucida Sans Unicode"/>
              </a:rPr>
              <a:t>2017.</a:t>
            </a:r>
            <a:endParaRPr sz="2650">
              <a:latin typeface="Lucida Sans Unicode"/>
              <a:cs typeface="Lucida Sans Unicode"/>
            </a:endParaRPr>
          </a:p>
          <a:p>
            <a:pPr marL="370205" indent="-357505">
              <a:lnSpc>
                <a:spcPct val="100000"/>
              </a:lnSpc>
              <a:spcBef>
                <a:spcPts val="475"/>
              </a:spcBef>
              <a:buSzPct val="88679"/>
              <a:buAutoNum type="arabicPeriod"/>
              <a:tabLst>
                <a:tab pos="370205" algn="l"/>
              </a:tabLst>
            </a:pPr>
            <a:r>
              <a:rPr dirty="0" sz="2650" spc="100">
                <a:solidFill>
                  <a:srgbClr val="171B20"/>
                </a:solidFill>
                <a:latin typeface="Lucida Sans Unicode"/>
                <a:cs typeface="Lucida Sans Unicode"/>
              </a:rPr>
              <a:t>Recent</a:t>
            </a:r>
            <a:r>
              <a:rPr dirty="0" sz="2650" spc="-13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75">
                <a:solidFill>
                  <a:srgbClr val="171B20"/>
                </a:solidFill>
                <a:latin typeface="Lucida Sans Unicode"/>
                <a:cs typeface="Lucida Sans Unicode"/>
              </a:rPr>
              <a:t>reviews</a:t>
            </a:r>
            <a:r>
              <a:rPr dirty="0" sz="2650" spc="-12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65">
                <a:solidFill>
                  <a:srgbClr val="171B20"/>
                </a:solidFill>
                <a:latin typeface="Lucida Sans Unicode"/>
                <a:cs typeface="Lucida Sans Unicode"/>
              </a:rPr>
              <a:t>on</a:t>
            </a:r>
            <a:r>
              <a:rPr dirty="0" sz="2650" spc="-13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70">
                <a:solidFill>
                  <a:srgbClr val="171B20"/>
                </a:solidFill>
                <a:latin typeface="Lucida Sans Unicode"/>
                <a:cs typeface="Lucida Sans Unicode"/>
              </a:rPr>
              <a:t>sepsis</a:t>
            </a:r>
            <a:r>
              <a:rPr dirty="0" sz="2650" spc="-12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70">
                <a:solidFill>
                  <a:srgbClr val="171B20"/>
                </a:solidFill>
                <a:latin typeface="Lucida Sans Unicode"/>
                <a:cs typeface="Lucida Sans Unicode"/>
              </a:rPr>
              <a:t>biomarkers</a:t>
            </a:r>
            <a:r>
              <a:rPr dirty="0" sz="2650" spc="-13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75">
                <a:solidFill>
                  <a:srgbClr val="171B20"/>
                </a:solidFill>
                <a:latin typeface="Lucida Sans Unicode"/>
                <a:cs typeface="Lucida Sans Unicode"/>
              </a:rPr>
              <a:t>and</a:t>
            </a:r>
            <a:r>
              <a:rPr dirty="0" sz="2650" spc="-12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50">
                <a:solidFill>
                  <a:srgbClr val="171B20"/>
                </a:solidFill>
                <a:latin typeface="Lucida Sans Unicode"/>
                <a:cs typeface="Lucida Sans Unicode"/>
              </a:rPr>
              <a:t>SERS-</a:t>
            </a:r>
            <a:r>
              <a:rPr dirty="0" sz="2650" spc="165">
                <a:solidFill>
                  <a:srgbClr val="171B20"/>
                </a:solidFill>
                <a:latin typeface="Lucida Sans Unicode"/>
                <a:cs typeface="Lucida Sans Unicode"/>
              </a:rPr>
              <a:t>based</a:t>
            </a:r>
            <a:r>
              <a:rPr dirty="0" sz="2650" spc="-13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90">
                <a:solidFill>
                  <a:srgbClr val="171B20"/>
                </a:solidFill>
                <a:latin typeface="Lucida Sans Unicode"/>
                <a:cs typeface="Lucida Sans Unicode"/>
              </a:rPr>
              <a:t>diagnostics</a:t>
            </a:r>
            <a:r>
              <a:rPr dirty="0" sz="2650" spc="-12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35">
                <a:solidFill>
                  <a:srgbClr val="171B20"/>
                </a:solidFill>
                <a:latin typeface="Lucida Sans Unicode"/>
                <a:cs typeface="Lucida Sans Unicode"/>
              </a:rPr>
              <a:t>(2023–2025).</a:t>
            </a:r>
            <a:endParaRPr sz="2650">
              <a:latin typeface="Lucida Sans Unicode"/>
              <a:cs typeface="Lucida Sans Unicode"/>
            </a:endParaRPr>
          </a:p>
          <a:p>
            <a:pPr marL="309245" indent="-296545">
              <a:lnSpc>
                <a:spcPct val="100000"/>
              </a:lnSpc>
              <a:spcBef>
                <a:spcPts val="475"/>
              </a:spcBef>
              <a:buSzPct val="88679"/>
              <a:buAutoNum type="arabicPeriod"/>
              <a:tabLst>
                <a:tab pos="309245" algn="l"/>
              </a:tabLst>
            </a:pPr>
            <a:r>
              <a:rPr dirty="0" sz="2650" spc="110">
                <a:solidFill>
                  <a:srgbClr val="171B20"/>
                </a:solidFill>
                <a:latin typeface="Lucida Sans Unicode"/>
                <a:cs typeface="Lucida Sans Unicode"/>
              </a:rPr>
              <a:t>Evans</a:t>
            </a:r>
            <a:r>
              <a:rPr dirty="0" sz="2650" spc="-9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250">
                <a:solidFill>
                  <a:srgbClr val="171B20"/>
                </a:solidFill>
                <a:latin typeface="Lucida Sans Unicode"/>
                <a:cs typeface="Lucida Sans Unicode"/>
              </a:rPr>
              <a:t>L,</a:t>
            </a:r>
            <a:r>
              <a:rPr dirty="0" sz="2650" spc="-9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80">
                <a:solidFill>
                  <a:srgbClr val="171B20"/>
                </a:solidFill>
                <a:latin typeface="Lucida Sans Unicode"/>
                <a:cs typeface="Lucida Sans Unicode"/>
              </a:rPr>
              <a:t>et</a:t>
            </a:r>
            <a:r>
              <a:rPr dirty="0" sz="2650" spc="-9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al.</a:t>
            </a:r>
            <a:r>
              <a:rPr dirty="0" sz="2650" spc="-9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Crit</a:t>
            </a:r>
            <a:r>
              <a:rPr dirty="0" sz="2650" spc="-9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55">
                <a:solidFill>
                  <a:srgbClr val="171B20"/>
                </a:solidFill>
                <a:latin typeface="Lucida Sans Unicode"/>
                <a:cs typeface="Lucida Sans Unicode"/>
              </a:rPr>
              <a:t>Care</a:t>
            </a:r>
            <a:r>
              <a:rPr dirty="0" sz="2650" spc="-9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Med.</a:t>
            </a:r>
            <a:r>
              <a:rPr dirty="0" sz="2650" spc="-9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145">
                <a:solidFill>
                  <a:srgbClr val="171B20"/>
                </a:solidFill>
                <a:latin typeface="Lucida Sans Unicode"/>
                <a:cs typeface="Lucida Sans Unicode"/>
              </a:rPr>
              <a:t>2021;49(11):e1063-</a:t>
            </a:r>
            <a:r>
              <a:rPr dirty="0" sz="2650" spc="-280">
                <a:solidFill>
                  <a:srgbClr val="171B20"/>
                </a:solidFill>
                <a:latin typeface="Lucida Sans Unicode"/>
                <a:cs typeface="Lucida Sans Unicode"/>
              </a:rPr>
              <a:t>e1143.</a:t>
            </a:r>
            <a:endParaRPr sz="26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2650" spc="-180">
                <a:solidFill>
                  <a:srgbClr val="171B20"/>
                </a:solidFill>
                <a:latin typeface="Lucida Sans Unicode"/>
                <a:cs typeface="Lucida Sans Unicode"/>
              </a:rPr>
              <a:t>10.He</a:t>
            </a:r>
            <a:r>
              <a:rPr dirty="0" sz="2650" spc="-1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65">
                <a:solidFill>
                  <a:srgbClr val="171B20"/>
                </a:solidFill>
                <a:latin typeface="Lucida Sans Unicode"/>
                <a:cs typeface="Lucida Sans Unicode"/>
              </a:rPr>
              <a:t>R‑R,</a:t>
            </a:r>
            <a:r>
              <a:rPr dirty="0" sz="2650" spc="-1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80">
                <a:solidFill>
                  <a:srgbClr val="171B20"/>
                </a:solidFill>
                <a:latin typeface="Lucida Sans Unicode"/>
                <a:cs typeface="Lucida Sans Unicode"/>
              </a:rPr>
              <a:t>et</a:t>
            </a:r>
            <a:r>
              <a:rPr dirty="0" sz="2650" spc="-1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al.</a:t>
            </a:r>
            <a:r>
              <a:rPr dirty="0" sz="2650" spc="-13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90">
                <a:solidFill>
                  <a:srgbClr val="171B20"/>
                </a:solidFill>
                <a:latin typeface="Lucida Sans Unicode"/>
                <a:cs typeface="Lucida Sans Unicode"/>
              </a:rPr>
              <a:t>Sepsis</a:t>
            </a:r>
            <a:r>
              <a:rPr dirty="0" sz="2650" spc="-1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50">
                <a:solidFill>
                  <a:srgbClr val="171B20"/>
                </a:solidFill>
                <a:latin typeface="Lucida Sans Unicode"/>
                <a:cs typeface="Lucida Sans Unicode"/>
              </a:rPr>
              <a:t>biomarkers:</a:t>
            </a:r>
            <a:r>
              <a:rPr dirty="0" sz="2650" spc="-1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85">
                <a:solidFill>
                  <a:srgbClr val="171B20"/>
                </a:solidFill>
                <a:latin typeface="Lucida Sans Unicode"/>
                <a:cs typeface="Lucida Sans Unicode"/>
              </a:rPr>
              <a:t>advances</a:t>
            </a:r>
            <a:r>
              <a:rPr dirty="0" sz="2650" spc="-1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75">
                <a:solidFill>
                  <a:srgbClr val="171B20"/>
                </a:solidFill>
                <a:latin typeface="Lucida Sans Unicode"/>
                <a:cs typeface="Lucida Sans Unicode"/>
              </a:rPr>
              <a:t>and</a:t>
            </a:r>
            <a:r>
              <a:rPr dirty="0" sz="2650" spc="-13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75">
                <a:solidFill>
                  <a:srgbClr val="171B20"/>
                </a:solidFill>
                <a:latin typeface="Lucida Sans Unicode"/>
                <a:cs typeface="Lucida Sans Unicode"/>
              </a:rPr>
              <a:t>applications.</a:t>
            </a:r>
            <a:r>
              <a:rPr dirty="0" sz="2650" spc="-1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204">
                <a:solidFill>
                  <a:srgbClr val="171B20"/>
                </a:solidFill>
                <a:latin typeface="Lucida Sans Unicode"/>
                <a:cs typeface="Lucida Sans Unicode"/>
              </a:rPr>
              <a:t>IJMS</a:t>
            </a:r>
            <a:r>
              <a:rPr dirty="0" sz="2650" spc="-1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20">
                <a:solidFill>
                  <a:srgbClr val="171B20"/>
                </a:solidFill>
                <a:latin typeface="Lucida Sans Unicode"/>
                <a:cs typeface="Lucida Sans Unicode"/>
              </a:rPr>
              <a:t>2024</a:t>
            </a:r>
            <a:endParaRPr sz="26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2650" spc="120">
                <a:solidFill>
                  <a:srgbClr val="171B20"/>
                </a:solidFill>
                <a:latin typeface="Lucida Sans Unicode"/>
                <a:cs typeface="Lucida Sans Unicode"/>
              </a:rPr>
              <a:t>9.Wang</a:t>
            </a:r>
            <a:r>
              <a:rPr dirty="0" sz="2650" spc="-10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A,</a:t>
            </a:r>
            <a:r>
              <a:rPr dirty="0" sz="2650" spc="-10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80">
                <a:solidFill>
                  <a:srgbClr val="171B20"/>
                </a:solidFill>
                <a:latin typeface="Lucida Sans Unicode"/>
                <a:cs typeface="Lucida Sans Unicode"/>
              </a:rPr>
              <a:t>et</a:t>
            </a:r>
            <a:r>
              <a:rPr dirty="0" sz="2650" spc="-10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al.</a:t>
            </a:r>
            <a:r>
              <a:rPr dirty="0" sz="2650" spc="-10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75">
                <a:solidFill>
                  <a:srgbClr val="171B20"/>
                </a:solidFill>
                <a:latin typeface="Lucida Sans Unicode"/>
                <a:cs typeface="Lucida Sans Unicode"/>
              </a:rPr>
              <a:t>Chem</a:t>
            </a:r>
            <a:r>
              <a:rPr dirty="0" sz="2650" spc="-10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55">
                <a:solidFill>
                  <a:srgbClr val="171B20"/>
                </a:solidFill>
                <a:latin typeface="Lucida Sans Unicode"/>
                <a:cs typeface="Lucida Sans Unicode"/>
              </a:rPr>
              <a:t>Soc</a:t>
            </a:r>
            <a:r>
              <a:rPr dirty="0" sz="2650" spc="-10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Rev.</a:t>
            </a:r>
            <a:r>
              <a:rPr dirty="0" sz="2650" spc="-10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165">
                <a:solidFill>
                  <a:srgbClr val="171B20"/>
                </a:solidFill>
                <a:latin typeface="Lucida Sans Unicode"/>
                <a:cs typeface="Lucida Sans Unicode"/>
              </a:rPr>
              <a:t>2024;53:1108-</a:t>
            </a:r>
            <a:r>
              <a:rPr dirty="0" sz="2650" spc="-415">
                <a:solidFill>
                  <a:srgbClr val="171B20"/>
                </a:solidFill>
                <a:latin typeface="Lucida Sans Unicode"/>
                <a:cs typeface="Lucida Sans Unicode"/>
              </a:rPr>
              <a:t>1132.</a:t>
            </a:r>
            <a:endParaRPr sz="26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2650" spc="-155">
                <a:solidFill>
                  <a:srgbClr val="171B20"/>
                </a:solidFill>
                <a:latin typeface="Lucida Sans Unicode"/>
                <a:cs typeface="Lucida Sans Unicode"/>
              </a:rPr>
              <a:t>11.Langer</a:t>
            </a:r>
            <a:r>
              <a:rPr dirty="0" sz="2650" spc="-7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210">
                <a:solidFill>
                  <a:srgbClr val="171B20"/>
                </a:solidFill>
                <a:latin typeface="Lucida Sans Unicode"/>
                <a:cs typeface="Lucida Sans Unicode"/>
              </a:rPr>
              <a:t>J,</a:t>
            </a:r>
            <a:r>
              <a:rPr dirty="0" sz="2650" spc="-6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80">
                <a:solidFill>
                  <a:srgbClr val="171B20"/>
                </a:solidFill>
                <a:latin typeface="Lucida Sans Unicode"/>
                <a:cs typeface="Lucida Sans Unicode"/>
              </a:rPr>
              <a:t>et</a:t>
            </a:r>
            <a:r>
              <a:rPr dirty="0" sz="2650" spc="-6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al.</a:t>
            </a:r>
            <a:r>
              <a:rPr dirty="0" sz="2650" spc="-6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30">
                <a:solidFill>
                  <a:srgbClr val="171B20"/>
                </a:solidFill>
                <a:latin typeface="Lucida Sans Unicode"/>
                <a:cs typeface="Lucida Sans Unicode"/>
              </a:rPr>
              <a:t>ACS</a:t>
            </a:r>
            <a:r>
              <a:rPr dirty="0" sz="2650" spc="-6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Nano.</a:t>
            </a:r>
            <a:r>
              <a:rPr dirty="0" sz="2650" spc="-6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140">
                <a:solidFill>
                  <a:srgbClr val="171B20"/>
                </a:solidFill>
                <a:latin typeface="Lucida Sans Unicode"/>
                <a:cs typeface="Lucida Sans Unicode"/>
              </a:rPr>
              <a:t>2019;14(1):28-</a:t>
            </a:r>
            <a:r>
              <a:rPr dirty="0" sz="2650" spc="-500">
                <a:solidFill>
                  <a:srgbClr val="171B20"/>
                </a:solidFill>
                <a:latin typeface="Lucida Sans Unicode"/>
                <a:cs typeface="Lucida Sans Unicode"/>
              </a:rPr>
              <a:t>117.</a:t>
            </a:r>
            <a:endParaRPr sz="2650">
              <a:latin typeface="Lucida Sans Unicode"/>
              <a:cs typeface="Lucida Sans Unicode"/>
            </a:endParaRPr>
          </a:p>
          <a:p>
            <a:pPr marL="12700" marR="850900">
              <a:lnSpc>
                <a:spcPts val="3660"/>
              </a:lnSpc>
              <a:spcBef>
                <a:spcPts val="200"/>
              </a:spcBef>
            </a:pPr>
            <a:r>
              <a:rPr dirty="0" sz="2650" spc="50">
                <a:solidFill>
                  <a:srgbClr val="171B20"/>
                </a:solidFill>
                <a:latin typeface="Lucida Sans Unicode"/>
                <a:cs typeface="Lucida Sans Unicode"/>
              </a:rPr>
              <a:t>12,Karmacharya</a:t>
            </a:r>
            <a:r>
              <a:rPr dirty="0" sz="2650" spc="-12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80">
                <a:solidFill>
                  <a:srgbClr val="171B20"/>
                </a:solidFill>
                <a:latin typeface="Lucida Sans Unicode"/>
                <a:cs typeface="Lucida Sans Unicode"/>
              </a:rPr>
              <a:t>et</a:t>
            </a:r>
            <a:r>
              <a:rPr dirty="0" sz="2650" spc="-12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45">
                <a:solidFill>
                  <a:srgbClr val="171B20"/>
                </a:solidFill>
                <a:latin typeface="Lucida Sans Unicode"/>
                <a:cs typeface="Lucida Sans Unicode"/>
              </a:rPr>
              <a:t>al.,</a:t>
            </a:r>
            <a:r>
              <a:rPr dirty="0" sz="2650" spc="-12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10">
                <a:solidFill>
                  <a:srgbClr val="171B20"/>
                </a:solidFill>
                <a:latin typeface="Lucida Sans Unicode"/>
                <a:cs typeface="Lucida Sans Unicode"/>
              </a:rPr>
              <a:t>“Nanoplasmonic</a:t>
            </a:r>
            <a:r>
              <a:rPr dirty="0" sz="2650" spc="-12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70">
                <a:solidFill>
                  <a:srgbClr val="171B20"/>
                </a:solidFill>
                <a:latin typeface="Lucida Sans Unicode"/>
                <a:cs typeface="Lucida Sans Unicode"/>
              </a:rPr>
              <a:t>SERS</a:t>
            </a:r>
            <a:r>
              <a:rPr dirty="0" sz="2650" spc="-12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65">
                <a:solidFill>
                  <a:srgbClr val="171B20"/>
                </a:solidFill>
                <a:latin typeface="Lucida Sans Unicode"/>
                <a:cs typeface="Lucida Sans Unicode"/>
              </a:rPr>
              <a:t>on</a:t>
            </a:r>
            <a:r>
              <a:rPr dirty="0" sz="2650" spc="-12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50">
                <a:solidFill>
                  <a:srgbClr val="171B20"/>
                </a:solidFill>
                <a:latin typeface="Lucida Sans Unicode"/>
                <a:cs typeface="Lucida Sans Unicode"/>
              </a:rPr>
              <a:t>Fidget</a:t>
            </a:r>
            <a:r>
              <a:rPr dirty="0" sz="2650" spc="-12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65">
                <a:solidFill>
                  <a:srgbClr val="171B20"/>
                </a:solidFill>
                <a:latin typeface="Lucida Sans Unicode"/>
                <a:cs typeface="Lucida Sans Unicode"/>
              </a:rPr>
              <a:t>Spinner</a:t>
            </a:r>
            <a:r>
              <a:rPr dirty="0" sz="2650" spc="-12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25">
                <a:solidFill>
                  <a:srgbClr val="171B20"/>
                </a:solidFill>
                <a:latin typeface="Lucida Sans Unicode"/>
                <a:cs typeface="Lucida Sans Unicode"/>
              </a:rPr>
              <a:t>for</a:t>
            </a:r>
            <a:r>
              <a:rPr dirty="0" sz="2650" spc="-12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Digital</a:t>
            </a:r>
            <a:r>
              <a:rPr dirty="0" sz="2650" spc="-12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10">
                <a:solidFill>
                  <a:srgbClr val="171B20"/>
                </a:solidFill>
                <a:latin typeface="Lucida Sans Unicode"/>
                <a:cs typeface="Lucida Sans Unicode"/>
              </a:rPr>
              <a:t>Bacterial</a:t>
            </a:r>
            <a:r>
              <a:rPr dirty="0" sz="2650" spc="-12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10">
                <a:solidFill>
                  <a:srgbClr val="171B20"/>
                </a:solidFill>
                <a:latin typeface="Lucida Sans Unicode"/>
                <a:cs typeface="Lucida Sans Unicode"/>
              </a:rPr>
              <a:t>Identification,”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Microsyst.</a:t>
            </a:r>
            <a:r>
              <a:rPr dirty="0" sz="2650" spc="15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Nanoeng.,</a:t>
            </a:r>
            <a:r>
              <a:rPr dirty="0" sz="2650" spc="17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20">
                <a:solidFill>
                  <a:srgbClr val="171B20"/>
                </a:solidFill>
                <a:latin typeface="Lucida Sans Unicode"/>
                <a:cs typeface="Lucida Sans Unicode"/>
              </a:rPr>
              <a:t>2025</a:t>
            </a:r>
            <a:endParaRPr sz="26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2650" spc="-105">
                <a:solidFill>
                  <a:srgbClr val="171B20"/>
                </a:solidFill>
                <a:latin typeface="Lucida Sans Unicode"/>
                <a:cs typeface="Lucida Sans Unicode"/>
              </a:rPr>
              <a:t>13.Kundu</a:t>
            </a:r>
            <a:r>
              <a:rPr dirty="0" sz="2650" spc="-12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100">
                <a:solidFill>
                  <a:srgbClr val="171B20"/>
                </a:solidFill>
                <a:latin typeface="Lucida Sans Unicode"/>
                <a:cs typeface="Lucida Sans Unicode"/>
              </a:rPr>
              <a:t>A.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80">
                <a:solidFill>
                  <a:srgbClr val="171B20"/>
                </a:solidFill>
                <a:latin typeface="Lucida Sans Unicode"/>
                <a:cs typeface="Lucida Sans Unicode"/>
              </a:rPr>
              <a:t>et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45">
                <a:solidFill>
                  <a:srgbClr val="171B20"/>
                </a:solidFill>
                <a:latin typeface="Lucida Sans Unicode"/>
                <a:cs typeface="Lucida Sans Unicode"/>
              </a:rPr>
              <a:t>al.,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55">
                <a:solidFill>
                  <a:srgbClr val="171B20"/>
                </a:solidFill>
                <a:latin typeface="Lucida Sans Unicode"/>
                <a:cs typeface="Lucida Sans Unicode"/>
              </a:rPr>
              <a:t>“Ultrasensitive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75">
                <a:solidFill>
                  <a:srgbClr val="171B20"/>
                </a:solidFill>
                <a:latin typeface="Lucida Sans Unicode"/>
                <a:cs typeface="Lucida Sans Unicode"/>
              </a:rPr>
              <a:t>and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55">
                <a:solidFill>
                  <a:srgbClr val="171B20"/>
                </a:solidFill>
                <a:latin typeface="Lucida Sans Unicode"/>
                <a:cs typeface="Lucida Sans Unicode"/>
              </a:rPr>
              <a:t>Label-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Free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55">
                <a:solidFill>
                  <a:srgbClr val="171B20"/>
                </a:solidFill>
                <a:latin typeface="Lucida Sans Unicode"/>
                <a:cs typeface="Lucida Sans Unicode"/>
              </a:rPr>
              <a:t>Detection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of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60">
                <a:solidFill>
                  <a:srgbClr val="171B20"/>
                </a:solidFill>
                <a:latin typeface="Lucida Sans Unicode"/>
                <a:cs typeface="Lucida Sans Unicode"/>
              </a:rPr>
              <a:t>Prognostic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75">
                <a:solidFill>
                  <a:srgbClr val="171B20"/>
                </a:solidFill>
                <a:latin typeface="Lucida Sans Unicode"/>
                <a:cs typeface="Lucida Sans Unicode"/>
              </a:rPr>
              <a:t>and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65">
                <a:solidFill>
                  <a:srgbClr val="171B20"/>
                </a:solidFill>
                <a:latin typeface="Lucida Sans Unicode"/>
                <a:cs typeface="Lucida Sans Unicode"/>
              </a:rPr>
              <a:t>Diagnostic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75">
                <a:solidFill>
                  <a:srgbClr val="171B20"/>
                </a:solidFill>
                <a:latin typeface="Lucida Sans Unicode"/>
                <a:cs typeface="Lucida Sans Unicode"/>
              </a:rPr>
              <a:t>Biomarkers</a:t>
            </a:r>
            <a:r>
              <a:rPr dirty="0" sz="2650" spc="-12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25">
                <a:solidFill>
                  <a:srgbClr val="171B20"/>
                </a:solidFill>
                <a:latin typeface="Lucida Sans Unicode"/>
                <a:cs typeface="Lucida Sans Unicode"/>
              </a:rPr>
              <a:t>of</a:t>
            </a:r>
            <a:endParaRPr sz="26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650" spc="90">
                <a:solidFill>
                  <a:srgbClr val="171B20"/>
                </a:solidFill>
                <a:latin typeface="Lucida Sans Unicode"/>
                <a:cs typeface="Lucida Sans Unicode"/>
              </a:rPr>
              <a:t>Sepsis</a:t>
            </a:r>
            <a:r>
              <a:rPr dirty="0" sz="2650" spc="-4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65">
                <a:solidFill>
                  <a:srgbClr val="171B20"/>
                </a:solidFill>
                <a:latin typeface="Lucida Sans Unicode"/>
                <a:cs typeface="Lucida Sans Unicode"/>
              </a:rPr>
              <a:t>on</a:t>
            </a:r>
            <a:r>
              <a:rPr dirty="0" sz="2650" spc="-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335">
                <a:solidFill>
                  <a:srgbClr val="171B20"/>
                </a:solidFill>
                <a:latin typeface="Lucida Sans Unicode"/>
                <a:cs typeface="Lucida Sans Unicode"/>
              </a:rPr>
              <a:t>a</a:t>
            </a:r>
            <a:r>
              <a:rPr dirty="0" sz="2650" spc="-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AgNP-</a:t>
            </a:r>
            <a:r>
              <a:rPr dirty="0" sz="2650" spc="125">
                <a:solidFill>
                  <a:srgbClr val="171B20"/>
                </a:solidFill>
                <a:latin typeface="Lucida Sans Unicode"/>
                <a:cs typeface="Lucida Sans Unicode"/>
              </a:rPr>
              <a:t>laden</a:t>
            </a:r>
            <a:r>
              <a:rPr dirty="0" sz="2650" spc="-3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10">
                <a:solidFill>
                  <a:srgbClr val="171B20"/>
                </a:solidFill>
                <a:latin typeface="Lucida Sans Unicode"/>
                <a:cs typeface="Lucida Sans Unicode"/>
              </a:rPr>
              <a:t>Black</a:t>
            </a:r>
            <a:r>
              <a:rPr dirty="0" sz="2650" spc="-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25">
                <a:solidFill>
                  <a:srgbClr val="171B20"/>
                </a:solidFill>
                <a:latin typeface="Lucida Sans Unicode"/>
                <a:cs typeface="Lucida Sans Unicode"/>
              </a:rPr>
              <a:t>Phosphorus–Based</a:t>
            </a:r>
            <a:r>
              <a:rPr dirty="0" sz="2650" spc="-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70">
                <a:solidFill>
                  <a:srgbClr val="171B20"/>
                </a:solidFill>
                <a:latin typeface="Lucida Sans Unicode"/>
                <a:cs typeface="Lucida Sans Unicode"/>
              </a:rPr>
              <a:t>SERS</a:t>
            </a:r>
            <a:r>
              <a:rPr dirty="0" sz="2650" spc="-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Platform,”</a:t>
            </a:r>
            <a:r>
              <a:rPr dirty="0" sz="2650" spc="-3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70">
                <a:solidFill>
                  <a:srgbClr val="171B20"/>
                </a:solidFill>
                <a:latin typeface="Lucida Sans Unicode"/>
                <a:cs typeface="Lucida Sans Unicode"/>
              </a:rPr>
              <a:t>Sensors</a:t>
            </a:r>
            <a:r>
              <a:rPr dirty="0" sz="2650" spc="-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65">
                <a:solidFill>
                  <a:srgbClr val="171B20"/>
                </a:solidFill>
                <a:latin typeface="Lucida Sans Unicode"/>
                <a:cs typeface="Lucida Sans Unicode"/>
              </a:rPr>
              <a:t>&amp;</a:t>
            </a:r>
            <a:r>
              <a:rPr dirty="0" sz="2650" spc="-35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>
                <a:solidFill>
                  <a:srgbClr val="171B20"/>
                </a:solidFill>
                <a:latin typeface="Lucida Sans Unicode"/>
                <a:cs typeface="Lucida Sans Unicode"/>
              </a:rPr>
              <a:t>Diagnostics,</a:t>
            </a:r>
            <a:r>
              <a:rPr dirty="0" sz="2650" spc="-30">
                <a:solidFill>
                  <a:srgbClr val="171B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20">
                <a:solidFill>
                  <a:srgbClr val="171B20"/>
                </a:solidFill>
                <a:latin typeface="Lucida Sans Unicode"/>
                <a:cs typeface="Lucida Sans Unicode"/>
              </a:rPr>
              <a:t>2022.</a:t>
            </a:r>
            <a:endParaRPr sz="2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-27" y="4779715"/>
            <a:ext cx="363855" cy="727710"/>
          </a:xfrm>
          <a:custGeom>
            <a:avLst/>
            <a:gdLst/>
            <a:ahLst/>
            <a:cxnLst/>
            <a:rect l="l" t="t" r="r" b="b"/>
            <a:pathLst>
              <a:path w="363855" h="727710">
                <a:moveTo>
                  <a:pt x="0" y="727615"/>
                </a:moveTo>
                <a:lnTo>
                  <a:pt x="0" y="0"/>
                </a:lnTo>
                <a:lnTo>
                  <a:pt x="363751" y="363807"/>
                </a:lnTo>
                <a:lnTo>
                  <a:pt x="0" y="727615"/>
                </a:lnTo>
                <a:close/>
              </a:path>
            </a:pathLst>
          </a:custGeom>
          <a:solidFill>
            <a:srgbClr val="F7BA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348144" y="2740684"/>
            <a:ext cx="6650990" cy="4568825"/>
          </a:xfrm>
          <a:prstGeom prst="rect">
            <a:avLst/>
          </a:prstGeom>
        </p:spPr>
        <p:txBody>
          <a:bodyPr wrap="square" lIns="0" tIns="532765" rIns="0" bIns="0" rtlCol="0" vert="horz">
            <a:spAutoFit/>
          </a:bodyPr>
          <a:lstStyle/>
          <a:p>
            <a:pPr marL="12700" marR="5080">
              <a:lnSpc>
                <a:spcPct val="79500"/>
              </a:lnSpc>
              <a:spcBef>
                <a:spcPts val="4195"/>
              </a:spcBef>
            </a:pPr>
            <a:r>
              <a:rPr dirty="0" sz="16600" spc="810" b="1">
                <a:solidFill>
                  <a:srgbClr val="7379A7"/>
                </a:solidFill>
                <a:latin typeface="Trebuchet MS"/>
                <a:cs typeface="Trebuchet MS"/>
              </a:rPr>
              <a:t>Thank </a:t>
            </a:r>
            <a:r>
              <a:rPr dirty="0" sz="16600" spc="844" b="1">
                <a:solidFill>
                  <a:srgbClr val="7379A7"/>
                </a:solidFill>
                <a:latin typeface="Trebuchet MS"/>
                <a:cs typeface="Trebuchet MS"/>
              </a:rPr>
              <a:t>You</a:t>
            </a:r>
            <a:endParaRPr sz="16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Sukesh Periyasamy</dc:creator>
  <cp:keywords>DAG1JowCgX4,BAGr2mJkiNg,0</cp:keywords>
  <dc:title>SERS-Based Nanobiosensor Workflow for Sepsis Diagnostics</dc:title>
  <dcterms:created xsi:type="dcterms:W3CDTF">2025-10-16T04:17:54Z</dcterms:created>
  <dcterms:modified xsi:type="dcterms:W3CDTF">2025-10-16T04:17:54Z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2025-10-16T00:00:00Z</vt:filetime>
  </property>
  <property fmtid="{D5CDD505-2E9C-101B-9397-08002B2CF9AE}" pid="3" name="Creator">
    <vt:lpwstr>Canva</vt:lpwstr>
  </property>
  <property fmtid="{D5CDD505-2E9C-101B-9397-08002B2CF9AE}" pid="4" name="LastSaved">
    <vt:filetime>2025-10-16T00:00:00Z</vt:filetime>
  </property>
  <property fmtid="{D5CDD505-2E9C-101B-9397-08002B2CF9AE}" pid="5" name="Producer">
    <vt:lpwstr>Canva</vt:lpwstr>
  </property>
</Properties>
</file>